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256" r:id="rId2"/>
    <p:sldId id="258" r:id="rId3"/>
    <p:sldId id="274" r:id="rId4"/>
    <p:sldId id="275" r:id="rId5"/>
    <p:sldId id="315" r:id="rId6"/>
    <p:sldId id="316" r:id="rId7"/>
    <p:sldId id="317" r:id="rId8"/>
    <p:sldId id="318" r:id="rId9"/>
    <p:sldId id="319" r:id="rId10"/>
    <p:sldId id="320" r:id="rId11"/>
    <p:sldId id="329" r:id="rId12"/>
    <p:sldId id="328" r:id="rId13"/>
    <p:sldId id="330" r:id="rId14"/>
    <p:sldId id="321" r:id="rId15"/>
    <p:sldId id="322" r:id="rId16"/>
    <p:sldId id="323" r:id="rId17"/>
    <p:sldId id="324" r:id="rId18"/>
    <p:sldId id="331" r:id="rId19"/>
    <p:sldId id="326" r:id="rId20"/>
    <p:sldId id="332" r:id="rId21"/>
    <p:sldId id="335" r:id="rId22"/>
    <p:sldId id="336" r:id="rId23"/>
    <p:sldId id="333" r:id="rId24"/>
    <p:sldId id="334" r:id="rId25"/>
    <p:sldId id="32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2" r:id="rId41"/>
    <p:sldId id="354" r:id="rId42"/>
    <p:sldId id="353" r:id="rId43"/>
    <p:sldId id="355" r:id="rId44"/>
    <p:sldId id="356" r:id="rId45"/>
    <p:sldId id="358" r:id="rId46"/>
    <p:sldId id="357" r:id="rId47"/>
    <p:sldId id="359" r:id="rId48"/>
    <p:sldId id="360" r:id="rId49"/>
    <p:sldId id="361" r:id="rId50"/>
    <p:sldId id="362" r:id="rId51"/>
    <p:sldId id="363" r:id="rId52"/>
    <p:sldId id="364" r:id="rId53"/>
    <p:sldId id="365" r:id="rId54"/>
    <p:sldId id="366" r:id="rId55"/>
    <p:sldId id="367" r:id="rId56"/>
    <p:sldId id="369" r:id="rId57"/>
    <p:sldId id="368" r:id="rId58"/>
    <p:sldId id="371" r:id="rId59"/>
    <p:sldId id="372" r:id="rId60"/>
    <p:sldId id="373" r:id="rId61"/>
    <p:sldId id="374" r:id="rId62"/>
    <p:sldId id="375" r:id="rId63"/>
    <p:sldId id="376" r:id="rId64"/>
    <p:sldId id="378" r:id="rId65"/>
    <p:sldId id="377" r:id="rId66"/>
    <p:sldId id="379" r:id="rId6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22" autoAdjust="0"/>
    <p:restoredTop sz="96344" autoAdjust="0"/>
  </p:normalViewPr>
  <p:slideViewPr>
    <p:cSldViewPr snapToGrid="0">
      <p:cViewPr varScale="1">
        <p:scale>
          <a:sx n="69" d="100"/>
          <a:sy n="69" d="100"/>
        </p:scale>
        <p:origin x="17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송 하권" userId="546ba1eaca679e52" providerId="LiveId" clId="{C2875BBA-5555-48B3-8580-25E12AE0ABD2}"/>
    <pc:docChg chg="undo custSel addSld delSld modSld sldOrd">
      <pc:chgData name="송 하권" userId="546ba1eaca679e52" providerId="LiveId" clId="{C2875BBA-5555-48B3-8580-25E12AE0ABD2}" dt="2021-05-27T03:21:12.655" v="8517" actId="1076"/>
      <pc:docMkLst>
        <pc:docMk/>
      </pc:docMkLst>
      <pc:sldChg chg="addSp modSp mod">
        <pc:chgData name="송 하권" userId="546ba1eaca679e52" providerId="LiveId" clId="{C2875BBA-5555-48B3-8580-25E12AE0ABD2}" dt="2021-05-26T23:51:52.584" v="444" actId="14100"/>
        <pc:sldMkLst>
          <pc:docMk/>
          <pc:sldMk cId="6060451" sldId="319"/>
        </pc:sldMkLst>
        <pc:spChg chg="add mod">
          <ac:chgData name="송 하권" userId="546ba1eaca679e52" providerId="LiveId" clId="{C2875BBA-5555-48B3-8580-25E12AE0ABD2}" dt="2021-05-26T23:51:36.660" v="424" actId="14100"/>
          <ac:spMkLst>
            <pc:docMk/>
            <pc:sldMk cId="6060451" sldId="319"/>
            <ac:spMk id="11" creationId="{817ED628-7ED0-4E0C-AB1F-18B29E01D62D}"/>
          </ac:spMkLst>
        </pc:spChg>
        <pc:spChg chg="add mod">
          <ac:chgData name="송 하권" userId="546ba1eaca679e52" providerId="LiveId" clId="{C2875BBA-5555-48B3-8580-25E12AE0ABD2}" dt="2021-05-26T23:51:52.584" v="444" actId="14100"/>
          <ac:spMkLst>
            <pc:docMk/>
            <pc:sldMk cId="6060451" sldId="319"/>
            <ac:spMk id="13" creationId="{6DA7ECDD-2626-48A5-8A7D-7EA9C0308AA9}"/>
          </ac:spMkLst>
        </pc:spChg>
      </pc:sldChg>
      <pc:sldChg chg="addSp modSp mod">
        <pc:chgData name="송 하권" userId="546ba1eaca679e52" providerId="LiveId" clId="{C2875BBA-5555-48B3-8580-25E12AE0ABD2}" dt="2021-05-26T23:42:17.227" v="266" actId="20577"/>
        <pc:sldMkLst>
          <pc:docMk/>
          <pc:sldMk cId="4190777746" sldId="320"/>
        </pc:sldMkLst>
        <pc:spChg chg="add mod">
          <ac:chgData name="송 하권" userId="546ba1eaca679e52" providerId="LiveId" clId="{C2875BBA-5555-48B3-8580-25E12AE0ABD2}" dt="2021-05-26T23:41:36.182" v="222" actId="1076"/>
          <ac:spMkLst>
            <pc:docMk/>
            <pc:sldMk cId="4190777746" sldId="320"/>
            <ac:spMk id="11" creationId="{977C2321-2972-441E-B9BC-CCCFC6A86415}"/>
          </ac:spMkLst>
        </pc:spChg>
        <pc:spChg chg="mod">
          <ac:chgData name="송 하권" userId="546ba1eaca679e52" providerId="LiveId" clId="{C2875BBA-5555-48B3-8580-25E12AE0ABD2}" dt="2021-05-26T23:42:17.227" v="266" actId="20577"/>
          <ac:spMkLst>
            <pc:docMk/>
            <pc:sldMk cId="4190777746" sldId="320"/>
            <ac:spMk id="12" creationId="{2E9E2DF3-77FF-4929-AD25-40B6C4BF03B8}"/>
          </ac:spMkLst>
        </pc:spChg>
        <pc:spChg chg="mod">
          <ac:chgData name="송 하권" userId="546ba1eaca679e52" providerId="LiveId" clId="{C2875BBA-5555-48B3-8580-25E12AE0ABD2}" dt="2021-05-26T23:41:41.080" v="225" actId="14100"/>
          <ac:spMkLst>
            <pc:docMk/>
            <pc:sldMk cId="4190777746" sldId="320"/>
            <ac:spMk id="13" creationId="{D8CFABA4-C45A-4ED1-90ED-712A65DA6F20}"/>
          </ac:spMkLst>
        </pc:spChg>
        <pc:spChg chg="mod">
          <ac:chgData name="송 하권" userId="546ba1eaca679e52" providerId="LiveId" clId="{C2875BBA-5555-48B3-8580-25E12AE0ABD2}" dt="2021-05-26T23:41:42.939" v="226" actId="1076"/>
          <ac:spMkLst>
            <pc:docMk/>
            <pc:sldMk cId="4190777746" sldId="320"/>
            <ac:spMk id="16" creationId="{C7F01759-AFD0-489F-A13E-CDEDF63C9F47}"/>
          </ac:spMkLst>
        </pc:spChg>
        <pc:spChg chg="mod">
          <ac:chgData name="송 하권" userId="546ba1eaca679e52" providerId="LiveId" clId="{C2875BBA-5555-48B3-8580-25E12AE0ABD2}" dt="2021-05-26T23:41:44.589" v="227" actId="1076"/>
          <ac:spMkLst>
            <pc:docMk/>
            <pc:sldMk cId="4190777746" sldId="320"/>
            <ac:spMk id="18" creationId="{43A0F551-CC10-46CB-BD07-5746FA2FD698}"/>
          </ac:spMkLst>
        </pc:spChg>
        <pc:spChg chg="mod">
          <ac:chgData name="송 하권" userId="546ba1eaca679e52" providerId="LiveId" clId="{C2875BBA-5555-48B3-8580-25E12AE0ABD2}" dt="2021-05-26T23:41:31.248" v="219" actId="1076"/>
          <ac:spMkLst>
            <pc:docMk/>
            <pc:sldMk cId="4190777746" sldId="320"/>
            <ac:spMk id="20" creationId="{CF55402E-2259-4213-BFF7-8AA7AE271767}"/>
          </ac:spMkLst>
        </pc:spChg>
        <pc:picChg chg="mod">
          <ac:chgData name="송 하권" userId="546ba1eaca679e52" providerId="LiveId" clId="{C2875BBA-5555-48B3-8580-25E12AE0ABD2}" dt="2021-05-26T23:41:32.902" v="221" actId="1076"/>
          <ac:picMkLst>
            <pc:docMk/>
            <pc:sldMk cId="4190777746" sldId="320"/>
            <ac:picMk id="4" creationId="{8DB23E81-B230-4F86-B23A-BD845CAB8779}"/>
          </ac:picMkLst>
        </pc:picChg>
        <pc:picChg chg="mod">
          <ac:chgData name="송 하권" userId="546ba1eaca679e52" providerId="LiveId" clId="{C2875BBA-5555-48B3-8580-25E12AE0ABD2}" dt="2021-05-26T23:41:27.263" v="217" actId="14100"/>
          <ac:picMkLst>
            <pc:docMk/>
            <pc:sldMk cId="4190777746" sldId="320"/>
            <ac:picMk id="7" creationId="{2D7C695D-25A7-46C2-99D3-7484EA5C923D}"/>
          </ac:picMkLst>
        </pc:picChg>
      </pc:sldChg>
      <pc:sldChg chg="modSp mod">
        <pc:chgData name="송 하권" userId="546ba1eaca679e52" providerId="LiveId" clId="{C2875BBA-5555-48B3-8580-25E12AE0ABD2}" dt="2021-05-26T23:52:36.662" v="501" actId="20577"/>
        <pc:sldMkLst>
          <pc:docMk/>
          <pc:sldMk cId="3846818488" sldId="321"/>
        </pc:sldMkLst>
        <pc:spChg chg="mod">
          <ac:chgData name="송 하권" userId="546ba1eaca679e52" providerId="LiveId" clId="{C2875BBA-5555-48B3-8580-25E12AE0ABD2}" dt="2021-05-26T23:52:36.662" v="501" actId="20577"/>
          <ac:spMkLst>
            <pc:docMk/>
            <pc:sldMk cId="3846818488" sldId="321"/>
            <ac:spMk id="12" creationId="{2E9E2DF3-77FF-4929-AD25-40B6C4BF03B8}"/>
          </ac:spMkLst>
        </pc:spChg>
      </pc:sldChg>
      <pc:sldChg chg="modSp mod">
        <pc:chgData name="송 하권" userId="546ba1eaca679e52" providerId="LiveId" clId="{C2875BBA-5555-48B3-8580-25E12AE0ABD2}" dt="2021-05-27T00:53:13.689" v="3052" actId="122"/>
        <pc:sldMkLst>
          <pc:docMk/>
          <pc:sldMk cId="1009479595" sldId="322"/>
        </pc:sldMkLst>
        <pc:spChg chg="mod">
          <ac:chgData name="송 하권" userId="546ba1eaca679e52" providerId="LiveId" clId="{C2875BBA-5555-48B3-8580-25E12AE0ABD2}" dt="2021-05-27T00:53:05.025" v="3048" actId="21"/>
          <ac:spMkLst>
            <pc:docMk/>
            <pc:sldMk cId="1009479595" sldId="322"/>
            <ac:spMk id="13" creationId="{2D46F1C4-B1F4-4FA3-AA81-8EC1F407CFF6}"/>
          </ac:spMkLst>
        </pc:spChg>
        <pc:graphicFrameChg chg="mod modGraphic">
          <ac:chgData name="송 하권" userId="546ba1eaca679e52" providerId="LiveId" clId="{C2875BBA-5555-48B3-8580-25E12AE0ABD2}" dt="2021-05-27T00:53:13.689" v="3052" actId="122"/>
          <ac:graphicFrameMkLst>
            <pc:docMk/>
            <pc:sldMk cId="1009479595" sldId="322"/>
            <ac:graphicFrameMk id="17" creationId="{FDB02EB2-4653-4F26-B378-9879639D7FE0}"/>
          </ac:graphicFrameMkLst>
        </pc:graphicFrameChg>
      </pc:sldChg>
      <pc:sldChg chg="addSp delSp modSp mod">
        <pc:chgData name="송 하권" userId="546ba1eaca679e52" providerId="LiveId" clId="{C2875BBA-5555-48B3-8580-25E12AE0ABD2}" dt="2021-05-26T23:58:36.210" v="549" actId="208"/>
        <pc:sldMkLst>
          <pc:docMk/>
          <pc:sldMk cId="3862634265" sldId="323"/>
        </pc:sldMkLst>
        <pc:spChg chg="del">
          <ac:chgData name="송 하권" userId="546ba1eaca679e52" providerId="LiveId" clId="{C2875BBA-5555-48B3-8580-25E12AE0ABD2}" dt="2021-05-26T23:54:11.978" v="508" actId="478"/>
          <ac:spMkLst>
            <pc:docMk/>
            <pc:sldMk cId="3862634265" sldId="323"/>
            <ac:spMk id="16" creationId="{7802E0B2-6976-4426-8EEB-4088CA13EE4C}"/>
          </ac:spMkLst>
        </pc:spChg>
        <pc:spChg chg="mod">
          <ac:chgData name="송 하권" userId="546ba1eaca679e52" providerId="LiveId" clId="{C2875BBA-5555-48B3-8580-25E12AE0ABD2}" dt="2021-05-26T23:58:07.340" v="541" actId="14100"/>
          <ac:spMkLst>
            <pc:docMk/>
            <pc:sldMk cId="3862634265" sldId="323"/>
            <ac:spMk id="18" creationId="{2F18ED30-EDAB-4A2E-AA24-6747F60B3274}"/>
          </ac:spMkLst>
        </pc:spChg>
        <pc:spChg chg="mod">
          <ac:chgData name="송 하권" userId="546ba1eaca679e52" providerId="LiveId" clId="{C2875BBA-5555-48B3-8580-25E12AE0ABD2}" dt="2021-05-26T23:58:31.023" v="547" actId="1076"/>
          <ac:spMkLst>
            <pc:docMk/>
            <pc:sldMk cId="3862634265" sldId="323"/>
            <ac:spMk id="19" creationId="{F5D8AB3D-5CD9-4D74-ABDB-0F5B0A75D3FC}"/>
          </ac:spMkLst>
        </pc:spChg>
        <pc:spChg chg="del">
          <ac:chgData name="송 하권" userId="546ba1eaca679e52" providerId="LiveId" clId="{C2875BBA-5555-48B3-8580-25E12AE0ABD2}" dt="2021-05-26T23:54:17.266" v="510" actId="478"/>
          <ac:spMkLst>
            <pc:docMk/>
            <pc:sldMk cId="3862634265" sldId="323"/>
            <ac:spMk id="20" creationId="{0B264F5B-42F7-4170-92F0-2E5A19BAF0B8}"/>
          </ac:spMkLst>
        </pc:spChg>
        <pc:picChg chg="add del mod ord">
          <ac:chgData name="송 하권" userId="546ba1eaca679e52" providerId="LiveId" clId="{C2875BBA-5555-48B3-8580-25E12AE0ABD2}" dt="2021-05-26T23:57:56.275" v="534" actId="478"/>
          <ac:picMkLst>
            <pc:docMk/>
            <pc:sldMk cId="3862634265" sldId="323"/>
            <ac:picMk id="5" creationId="{02185BEE-71FB-49E6-8E39-371B2F4FA6EE}"/>
          </ac:picMkLst>
        </pc:picChg>
        <pc:picChg chg="del">
          <ac:chgData name="송 하권" userId="546ba1eaca679e52" providerId="LiveId" clId="{C2875BBA-5555-48B3-8580-25E12AE0ABD2}" dt="2021-05-26T23:54:05.160" v="502" actId="478"/>
          <ac:picMkLst>
            <pc:docMk/>
            <pc:sldMk cId="3862634265" sldId="323"/>
            <ac:picMk id="6" creationId="{3AEAC2CE-97F9-4528-936D-3A38E9460709}"/>
          </ac:picMkLst>
        </pc:picChg>
        <pc:picChg chg="add del">
          <ac:chgData name="송 하권" userId="546ba1eaca679e52" providerId="LiveId" clId="{C2875BBA-5555-48B3-8580-25E12AE0ABD2}" dt="2021-05-26T23:55:18.476" v="513" actId="478"/>
          <ac:picMkLst>
            <pc:docMk/>
            <pc:sldMk cId="3862634265" sldId="323"/>
            <ac:picMk id="8" creationId="{4E246551-1A79-4441-A2F4-FD219B8C3CC5}"/>
          </ac:picMkLst>
        </pc:picChg>
        <pc:picChg chg="del">
          <ac:chgData name="송 하권" userId="546ba1eaca679e52" providerId="LiveId" clId="{C2875BBA-5555-48B3-8580-25E12AE0ABD2}" dt="2021-05-26T23:55:11.318" v="511" actId="478"/>
          <ac:picMkLst>
            <pc:docMk/>
            <pc:sldMk cId="3862634265" sldId="323"/>
            <ac:picMk id="10" creationId="{FE66622A-2E94-48E7-9609-578CDEB5F238}"/>
          </ac:picMkLst>
        </pc:picChg>
        <pc:picChg chg="add del mod ord">
          <ac:chgData name="송 하권" userId="546ba1eaca679e52" providerId="LiveId" clId="{C2875BBA-5555-48B3-8580-25E12AE0ABD2}" dt="2021-05-26T23:58:23.726" v="542" actId="478"/>
          <ac:picMkLst>
            <pc:docMk/>
            <pc:sldMk cId="3862634265" sldId="323"/>
            <ac:picMk id="11" creationId="{84182E99-4F14-4731-AE4F-DEF6BBE3A6E8}"/>
          </ac:picMkLst>
        </pc:picChg>
        <pc:picChg chg="add mod ord">
          <ac:chgData name="송 하권" userId="546ba1eaca679e52" providerId="LiveId" clId="{C2875BBA-5555-48B3-8580-25E12AE0ABD2}" dt="2021-05-26T23:58:33.252" v="548" actId="167"/>
          <ac:picMkLst>
            <pc:docMk/>
            <pc:sldMk cId="3862634265" sldId="323"/>
            <ac:picMk id="15" creationId="{519CED79-73F6-4B1A-B8C2-FE75F55E3A62}"/>
          </ac:picMkLst>
        </pc:picChg>
        <pc:picChg chg="add mod ord">
          <ac:chgData name="송 하권" userId="546ba1eaca679e52" providerId="LiveId" clId="{C2875BBA-5555-48B3-8580-25E12AE0ABD2}" dt="2021-05-26T23:58:36.210" v="549" actId="208"/>
          <ac:picMkLst>
            <pc:docMk/>
            <pc:sldMk cId="3862634265" sldId="323"/>
            <ac:picMk id="23" creationId="{E83CFCB0-5836-4B48-891D-3676900A082E}"/>
          </ac:picMkLst>
        </pc:picChg>
      </pc:sldChg>
      <pc:sldChg chg="addSp delSp modSp mod">
        <pc:chgData name="송 하권" userId="546ba1eaca679e52" providerId="LiveId" clId="{C2875BBA-5555-48B3-8580-25E12AE0ABD2}" dt="2021-05-27T00:00:07.682" v="606" actId="1076"/>
        <pc:sldMkLst>
          <pc:docMk/>
          <pc:sldMk cId="3002981239" sldId="324"/>
        </pc:sldMkLst>
        <pc:spChg chg="mod">
          <ac:chgData name="송 하권" userId="546ba1eaca679e52" providerId="LiveId" clId="{C2875BBA-5555-48B3-8580-25E12AE0ABD2}" dt="2021-05-26T23:59:40.812" v="581"/>
          <ac:spMkLst>
            <pc:docMk/>
            <pc:sldMk cId="3002981239" sldId="324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0:00:07.682" v="606" actId="1076"/>
          <ac:spMkLst>
            <pc:docMk/>
            <pc:sldMk cId="3002981239" sldId="324"/>
            <ac:spMk id="16" creationId="{56B0A7B8-FDC5-4AB1-B877-B0B4651D14DD}"/>
          </ac:spMkLst>
        </pc:spChg>
        <pc:spChg chg="mod">
          <ac:chgData name="송 하권" userId="546ba1eaca679e52" providerId="LiveId" clId="{C2875BBA-5555-48B3-8580-25E12AE0ABD2}" dt="2021-05-26T23:59:22.591" v="560" actId="1076"/>
          <ac:spMkLst>
            <pc:docMk/>
            <pc:sldMk cId="3002981239" sldId="324"/>
            <ac:spMk id="17" creationId="{B3282D6B-4A24-46DB-AFD4-7462FA7A8D4C}"/>
          </ac:spMkLst>
        </pc:spChg>
        <pc:spChg chg="mod">
          <ac:chgData name="송 하권" userId="546ba1eaca679e52" providerId="LiveId" clId="{C2875BBA-5555-48B3-8580-25E12AE0ABD2}" dt="2021-05-27T00:00:00.339" v="602" actId="1037"/>
          <ac:spMkLst>
            <pc:docMk/>
            <pc:sldMk cId="3002981239" sldId="324"/>
            <ac:spMk id="23" creationId="{F2C814AC-576C-4EE8-999C-2FF7C5A51E26}"/>
          </ac:spMkLst>
        </pc:spChg>
        <pc:spChg chg="mod">
          <ac:chgData name="송 하권" userId="546ba1eaca679e52" providerId="LiveId" clId="{C2875BBA-5555-48B3-8580-25E12AE0ABD2}" dt="2021-05-26T23:59:49.204" v="584" actId="1076"/>
          <ac:spMkLst>
            <pc:docMk/>
            <pc:sldMk cId="3002981239" sldId="324"/>
            <ac:spMk id="24" creationId="{8D72703F-3FA3-478E-8B03-11A59F9F729E}"/>
          </ac:spMkLst>
        </pc:spChg>
        <pc:picChg chg="add del mod ord">
          <ac:chgData name="송 하권" userId="546ba1eaca679e52" providerId="LiveId" clId="{C2875BBA-5555-48B3-8580-25E12AE0ABD2}" dt="2021-05-26T23:58:53.379" v="550" actId="478"/>
          <ac:picMkLst>
            <pc:docMk/>
            <pc:sldMk cId="3002981239" sldId="324"/>
            <ac:picMk id="4" creationId="{7BFAA0FC-AF02-40A5-88E7-BB83C7A19E26}"/>
          </ac:picMkLst>
        </pc:picChg>
        <pc:picChg chg="del">
          <ac:chgData name="송 하권" userId="546ba1eaca679e52" providerId="LiveId" clId="{C2875BBA-5555-48B3-8580-25E12AE0ABD2}" dt="2021-05-26T23:56:10.684" v="519" actId="478"/>
          <ac:picMkLst>
            <pc:docMk/>
            <pc:sldMk cId="3002981239" sldId="324"/>
            <ac:picMk id="5" creationId="{39B3370A-9EB4-4978-9D61-273614F07AB1}"/>
          </ac:picMkLst>
        </pc:picChg>
        <pc:picChg chg="add mod ord">
          <ac:chgData name="송 하권" userId="546ba1eaca679e52" providerId="LiveId" clId="{C2875BBA-5555-48B3-8580-25E12AE0ABD2}" dt="2021-05-26T23:59:45.476" v="582" actId="1076"/>
          <ac:picMkLst>
            <pc:docMk/>
            <pc:sldMk cId="3002981239" sldId="324"/>
            <ac:picMk id="7" creationId="{21029460-F7F5-4FE4-B18D-B4720E1F6451}"/>
          </ac:picMkLst>
        </pc:picChg>
        <pc:picChg chg="mod">
          <ac:chgData name="송 하권" userId="546ba1eaca679e52" providerId="LiveId" clId="{C2875BBA-5555-48B3-8580-25E12AE0ABD2}" dt="2021-05-26T23:59:51.779" v="586" actId="1076"/>
          <ac:picMkLst>
            <pc:docMk/>
            <pc:sldMk cId="3002981239" sldId="324"/>
            <ac:picMk id="8" creationId="{5B6B8830-A82D-4229-B192-803CACA43550}"/>
          </ac:picMkLst>
        </pc:picChg>
        <pc:picChg chg="add mod">
          <ac:chgData name="송 하권" userId="546ba1eaca679e52" providerId="LiveId" clId="{C2875BBA-5555-48B3-8580-25E12AE0ABD2}" dt="2021-05-26T23:59:28.780" v="563" actId="208"/>
          <ac:picMkLst>
            <pc:docMk/>
            <pc:sldMk cId="3002981239" sldId="324"/>
            <ac:picMk id="10" creationId="{BBD5B7CD-845F-4D8B-9243-9B9FFD6704E2}"/>
          </ac:picMkLst>
        </pc:picChg>
        <pc:picChg chg="del mod">
          <ac:chgData name="송 하권" userId="546ba1eaca679e52" providerId="LiveId" clId="{C2875BBA-5555-48B3-8580-25E12AE0ABD2}" dt="2021-05-26T23:56:31.627" v="529" actId="478"/>
          <ac:picMkLst>
            <pc:docMk/>
            <pc:sldMk cId="3002981239" sldId="324"/>
            <ac:picMk id="11" creationId="{26E32201-12E3-4921-B159-9E6484FBFBA7}"/>
          </ac:picMkLst>
        </pc:picChg>
      </pc:sldChg>
      <pc:sldChg chg="del">
        <pc:chgData name="송 하권" userId="546ba1eaca679e52" providerId="LiveId" clId="{C2875BBA-5555-48B3-8580-25E12AE0ABD2}" dt="2021-05-27T00:00:15.711" v="607" actId="47"/>
        <pc:sldMkLst>
          <pc:docMk/>
          <pc:sldMk cId="2307575739" sldId="325"/>
        </pc:sldMkLst>
      </pc:sldChg>
      <pc:sldChg chg="addSp delSp modSp mod">
        <pc:chgData name="송 하권" userId="546ba1eaca679e52" providerId="LiveId" clId="{C2875BBA-5555-48B3-8580-25E12AE0ABD2}" dt="2021-05-27T00:03:47.236" v="807" actId="1076"/>
        <pc:sldMkLst>
          <pc:docMk/>
          <pc:sldMk cId="3023439223" sldId="326"/>
        </pc:sldMkLst>
        <pc:spChg chg="add mod">
          <ac:chgData name="송 하권" userId="546ba1eaca679e52" providerId="LiveId" clId="{C2875BBA-5555-48B3-8580-25E12AE0ABD2}" dt="2021-05-27T00:03:47.236" v="807" actId="1076"/>
          <ac:spMkLst>
            <pc:docMk/>
            <pc:sldMk cId="3023439223" sldId="326"/>
            <ac:spMk id="9" creationId="{9B4CFA21-310C-4892-91C6-16849A4CCE0E}"/>
          </ac:spMkLst>
        </pc:spChg>
        <pc:spChg chg="add mod">
          <ac:chgData name="송 하권" userId="546ba1eaca679e52" providerId="LiveId" clId="{C2875BBA-5555-48B3-8580-25E12AE0ABD2}" dt="2021-05-27T00:03:04.120" v="651" actId="14100"/>
          <ac:spMkLst>
            <pc:docMk/>
            <pc:sldMk cId="3023439223" sldId="326"/>
            <ac:spMk id="10" creationId="{050A2DF7-409D-47CA-A038-9A7630EAABBC}"/>
          </ac:spMkLst>
        </pc:spChg>
        <pc:spChg chg="mod">
          <ac:chgData name="송 하권" userId="546ba1eaca679e52" providerId="LiveId" clId="{C2875BBA-5555-48B3-8580-25E12AE0ABD2}" dt="2021-05-27T00:03:39.199" v="803" actId="20577"/>
          <ac:spMkLst>
            <pc:docMk/>
            <pc:sldMk cId="3023439223" sldId="326"/>
            <ac:spMk id="12" creationId="{2E9E2DF3-77FF-4929-AD25-40B6C4BF03B8}"/>
          </ac:spMkLst>
        </pc:spChg>
        <pc:picChg chg="add mod ord">
          <ac:chgData name="송 하권" userId="546ba1eaca679e52" providerId="LiveId" clId="{C2875BBA-5555-48B3-8580-25E12AE0ABD2}" dt="2021-05-27T00:02:34.547" v="641" actId="208"/>
          <ac:picMkLst>
            <pc:docMk/>
            <pc:sldMk cId="3023439223" sldId="326"/>
            <ac:picMk id="4" creationId="{FEBFAB17-53A9-4310-A9C5-B752CDA50884}"/>
          </ac:picMkLst>
        </pc:picChg>
        <pc:picChg chg="del mod">
          <ac:chgData name="송 하권" userId="546ba1eaca679e52" providerId="LiveId" clId="{C2875BBA-5555-48B3-8580-25E12AE0ABD2}" dt="2021-05-27T00:02:19.133" v="633" actId="478"/>
          <ac:picMkLst>
            <pc:docMk/>
            <pc:sldMk cId="3023439223" sldId="326"/>
            <ac:picMk id="5" creationId="{5423190C-2E11-41D3-8CD1-B51B7FA65F1E}"/>
          </ac:picMkLst>
        </pc:picChg>
        <pc:picChg chg="add mod">
          <ac:chgData name="송 하권" userId="546ba1eaca679e52" providerId="LiveId" clId="{C2875BBA-5555-48B3-8580-25E12AE0ABD2}" dt="2021-05-27T00:03:44.797" v="806" actId="1076"/>
          <ac:picMkLst>
            <pc:docMk/>
            <pc:sldMk cId="3023439223" sldId="326"/>
            <ac:picMk id="7" creationId="{7ADDA587-F4EE-4A43-B5DE-5ED0FEAAB0B2}"/>
          </ac:picMkLst>
        </pc:picChg>
      </pc:sldChg>
      <pc:sldChg chg="addSp delSp modSp mod">
        <pc:chgData name="송 하권" userId="546ba1eaca679e52" providerId="LiveId" clId="{C2875BBA-5555-48B3-8580-25E12AE0ABD2}" dt="2021-05-27T00:16:07.127" v="1102" actId="1076"/>
        <pc:sldMkLst>
          <pc:docMk/>
          <pc:sldMk cId="3521473461" sldId="327"/>
        </pc:sldMkLst>
        <pc:picChg chg="del">
          <ac:chgData name="송 하권" userId="546ba1eaca679e52" providerId="LiveId" clId="{C2875BBA-5555-48B3-8580-25E12AE0ABD2}" dt="2021-05-27T00:16:02.614" v="1097" actId="478"/>
          <ac:picMkLst>
            <pc:docMk/>
            <pc:sldMk cId="3521473461" sldId="327"/>
            <ac:picMk id="4" creationId="{A28CDCE8-6EC2-40EB-96B0-9C3003B02D57}"/>
          </ac:picMkLst>
        </pc:picChg>
        <pc:picChg chg="add mod">
          <ac:chgData name="송 하권" userId="546ba1eaca679e52" providerId="LiveId" clId="{C2875BBA-5555-48B3-8580-25E12AE0ABD2}" dt="2021-05-27T00:16:07.127" v="1102" actId="1076"/>
          <ac:picMkLst>
            <pc:docMk/>
            <pc:sldMk cId="3521473461" sldId="327"/>
            <ac:picMk id="5" creationId="{7AC4C60D-D918-4603-B6E3-1D35F4FA6DBA}"/>
          </ac:picMkLst>
        </pc:picChg>
      </pc:sldChg>
      <pc:sldChg chg="addSp delSp modSp add mod">
        <pc:chgData name="송 하권" userId="546ba1eaca679e52" providerId="LiveId" clId="{C2875BBA-5555-48B3-8580-25E12AE0ABD2}" dt="2021-05-26T23:45:15.526" v="342" actId="1076"/>
        <pc:sldMkLst>
          <pc:docMk/>
          <pc:sldMk cId="3225246747" sldId="328"/>
        </pc:sldMkLst>
        <pc:spChg chg="mod">
          <ac:chgData name="송 하권" userId="546ba1eaca679e52" providerId="LiveId" clId="{C2875BBA-5555-48B3-8580-25E12AE0ABD2}" dt="2021-05-26T23:45:10.476" v="340" actId="1076"/>
          <ac:spMkLst>
            <pc:docMk/>
            <pc:sldMk cId="3225246747" sldId="328"/>
            <ac:spMk id="11" creationId="{977C2321-2972-441E-B9BC-CCCFC6A86415}"/>
          </ac:spMkLst>
        </pc:spChg>
        <pc:spChg chg="del">
          <ac:chgData name="송 하권" userId="546ba1eaca679e52" providerId="LiveId" clId="{C2875BBA-5555-48B3-8580-25E12AE0ABD2}" dt="2021-05-26T23:42:22.909" v="267" actId="478"/>
          <ac:spMkLst>
            <pc:docMk/>
            <pc:sldMk cId="3225246747" sldId="328"/>
            <ac:spMk id="12" creationId="{2E9E2DF3-77FF-4929-AD25-40B6C4BF03B8}"/>
          </ac:spMkLst>
        </pc:spChg>
        <pc:spChg chg="mod">
          <ac:chgData name="송 하권" userId="546ba1eaca679e52" providerId="LiveId" clId="{C2875BBA-5555-48B3-8580-25E12AE0ABD2}" dt="2021-05-26T23:45:14.244" v="341" actId="1076"/>
          <ac:spMkLst>
            <pc:docMk/>
            <pc:sldMk cId="3225246747" sldId="328"/>
            <ac:spMk id="13" creationId="{D8CFABA4-C45A-4ED1-90ED-712A65DA6F20}"/>
          </ac:spMkLst>
        </pc:spChg>
        <pc:spChg chg="add mod">
          <ac:chgData name="송 하권" userId="546ba1eaca679e52" providerId="LiveId" clId="{C2875BBA-5555-48B3-8580-25E12AE0ABD2}" dt="2021-05-26T23:44:04.500" v="316"/>
          <ac:spMkLst>
            <pc:docMk/>
            <pc:sldMk cId="3225246747" sldId="328"/>
            <ac:spMk id="14" creationId="{1772EA5C-E40B-4391-9829-046035AF7BBF}"/>
          </ac:spMkLst>
        </pc:spChg>
        <pc:spChg chg="mod">
          <ac:chgData name="송 하권" userId="546ba1eaca679e52" providerId="LiveId" clId="{C2875BBA-5555-48B3-8580-25E12AE0ABD2}" dt="2021-05-26T23:45:03.746" v="334" actId="1076"/>
          <ac:spMkLst>
            <pc:docMk/>
            <pc:sldMk cId="3225246747" sldId="328"/>
            <ac:spMk id="16" creationId="{C7F01759-AFD0-489F-A13E-CDEDF63C9F47}"/>
          </ac:spMkLst>
        </pc:spChg>
        <pc:spChg chg="mod">
          <ac:chgData name="송 하권" userId="546ba1eaca679e52" providerId="LiveId" clId="{C2875BBA-5555-48B3-8580-25E12AE0ABD2}" dt="2021-05-26T23:44:59.644" v="331" actId="1076"/>
          <ac:spMkLst>
            <pc:docMk/>
            <pc:sldMk cId="3225246747" sldId="328"/>
            <ac:spMk id="17" creationId="{8E343735-2FD8-49DE-B295-2F8FBB71979B}"/>
          </ac:spMkLst>
        </pc:spChg>
        <pc:spChg chg="mod">
          <ac:chgData name="송 하권" userId="546ba1eaca679e52" providerId="LiveId" clId="{C2875BBA-5555-48B3-8580-25E12AE0ABD2}" dt="2021-05-26T23:45:04.964" v="335" actId="1076"/>
          <ac:spMkLst>
            <pc:docMk/>
            <pc:sldMk cId="3225246747" sldId="328"/>
            <ac:spMk id="18" creationId="{43A0F551-CC10-46CB-BD07-5746FA2FD698}"/>
          </ac:spMkLst>
        </pc:spChg>
        <pc:spChg chg="mod">
          <ac:chgData name="송 하권" userId="546ba1eaca679e52" providerId="LiveId" clId="{C2875BBA-5555-48B3-8580-25E12AE0ABD2}" dt="2021-05-26T23:45:15.526" v="342" actId="1076"/>
          <ac:spMkLst>
            <pc:docMk/>
            <pc:sldMk cId="3225246747" sldId="328"/>
            <ac:spMk id="20" creationId="{CF55402E-2259-4213-BFF7-8AA7AE271767}"/>
          </ac:spMkLst>
        </pc:spChg>
        <pc:picChg chg="del">
          <ac:chgData name="송 하권" userId="546ba1eaca679e52" providerId="LiveId" clId="{C2875BBA-5555-48B3-8580-25E12AE0ABD2}" dt="2021-05-26T23:40:10.909" v="4" actId="478"/>
          <ac:picMkLst>
            <pc:docMk/>
            <pc:sldMk cId="3225246747" sldId="328"/>
            <ac:picMk id="4" creationId="{8DB23E81-B230-4F86-B23A-BD845CAB8779}"/>
          </ac:picMkLst>
        </pc:picChg>
        <pc:picChg chg="add del mod ord">
          <ac:chgData name="송 하권" userId="546ba1eaca679e52" providerId="LiveId" clId="{C2875BBA-5555-48B3-8580-25E12AE0ABD2}" dt="2021-05-26T23:44:21.421" v="317" actId="478"/>
          <ac:picMkLst>
            <pc:docMk/>
            <pc:sldMk cId="3225246747" sldId="328"/>
            <ac:picMk id="5" creationId="{6844B35A-361C-423E-95EA-C4D1C33145DB}"/>
          </ac:picMkLst>
        </pc:picChg>
        <pc:picChg chg="del">
          <ac:chgData name="송 하권" userId="546ba1eaca679e52" providerId="LiveId" clId="{C2875BBA-5555-48B3-8580-25E12AE0ABD2}" dt="2021-05-26T23:43:04.068" v="286" actId="478"/>
          <ac:picMkLst>
            <pc:docMk/>
            <pc:sldMk cId="3225246747" sldId="328"/>
            <ac:picMk id="7" creationId="{2D7C695D-25A7-46C2-99D3-7484EA5C923D}"/>
          </ac:picMkLst>
        </pc:picChg>
        <pc:picChg chg="add del mod ord">
          <ac:chgData name="송 하권" userId="546ba1eaca679e52" providerId="LiveId" clId="{C2875BBA-5555-48B3-8580-25E12AE0ABD2}" dt="2021-05-26T23:44:41.210" v="321" actId="478"/>
          <ac:picMkLst>
            <pc:docMk/>
            <pc:sldMk cId="3225246747" sldId="328"/>
            <ac:picMk id="8" creationId="{060E1469-808B-4D28-9FC6-6D0658420E26}"/>
          </ac:picMkLst>
        </pc:picChg>
        <pc:picChg chg="add del">
          <ac:chgData name="송 하권" userId="546ba1eaca679e52" providerId="LiveId" clId="{C2875BBA-5555-48B3-8580-25E12AE0ABD2}" dt="2021-05-26T23:43:45.586" v="300" actId="478"/>
          <ac:picMkLst>
            <pc:docMk/>
            <pc:sldMk cId="3225246747" sldId="328"/>
            <ac:picMk id="10" creationId="{E9608308-E1B2-41B6-B770-DCB275DA112A}"/>
          </ac:picMkLst>
        </pc:picChg>
        <pc:picChg chg="add mod ord">
          <ac:chgData name="송 하권" userId="546ba1eaca679e52" providerId="LiveId" clId="{C2875BBA-5555-48B3-8580-25E12AE0ABD2}" dt="2021-05-26T23:44:52.278" v="328" actId="167"/>
          <ac:picMkLst>
            <pc:docMk/>
            <pc:sldMk cId="3225246747" sldId="328"/>
            <ac:picMk id="19" creationId="{2764939B-4A74-4D26-8B4B-A22D424F12D8}"/>
          </ac:picMkLst>
        </pc:picChg>
        <pc:picChg chg="add mod ord">
          <ac:chgData name="송 하권" userId="546ba1eaca679e52" providerId="LiveId" clId="{C2875BBA-5555-48B3-8580-25E12AE0ABD2}" dt="2021-05-26T23:45:07.741" v="339" actId="1076"/>
          <ac:picMkLst>
            <pc:docMk/>
            <pc:sldMk cId="3225246747" sldId="328"/>
            <ac:picMk id="22" creationId="{167CB5FC-8C0E-4304-92ED-823F6CC038CF}"/>
          </ac:picMkLst>
        </pc:picChg>
      </pc:sldChg>
      <pc:sldChg chg="modSp add mod ord">
        <pc:chgData name="송 하권" userId="546ba1eaca679e52" providerId="LiveId" clId="{C2875BBA-5555-48B3-8580-25E12AE0ABD2}" dt="2021-05-26T23:43:59.061" v="307"/>
        <pc:sldMkLst>
          <pc:docMk/>
          <pc:sldMk cId="96454460" sldId="329"/>
        </pc:sldMkLst>
        <pc:spChg chg="mod">
          <ac:chgData name="송 하권" userId="546ba1eaca679e52" providerId="LiveId" clId="{C2875BBA-5555-48B3-8580-25E12AE0ABD2}" dt="2021-05-26T23:43:56.030" v="305"/>
          <ac:spMkLst>
            <pc:docMk/>
            <pc:sldMk cId="96454460" sldId="329"/>
            <ac:spMk id="14" creationId="{1772EA5C-E40B-4391-9829-046035AF7BBF}"/>
          </ac:spMkLst>
        </pc:spChg>
      </pc:sldChg>
      <pc:sldChg chg="addSp delSp modSp add mod">
        <pc:chgData name="송 하권" userId="546ba1eaca679e52" providerId="LiveId" clId="{C2875BBA-5555-48B3-8580-25E12AE0ABD2}" dt="2021-05-26T23:47:13.586" v="420" actId="14100"/>
        <pc:sldMkLst>
          <pc:docMk/>
          <pc:sldMk cId="2020205756" sldId="330"/>
        </pc:sldMkLst>
        <pc:spChg chg="mod">
          <ac:chgData name="송 하권" userId="546ba1eaca679e52" providerId="LiveId" clId="{C2875BBA-5555-48B3-8580-25E12AE0ABD2}" dt="2021-05-26T23:47:01.540" v="413" actId="1076"/>
          <ac:spMkLst>
            <pc:docMk/>
            <pc:sldMk cId="2020205756" sldId="330"/>
            <ac:spMk id="11" creationId="{977C2321-2972-441E-B9BC-CCCFC6A86415}"/>
          </ac:spMkLst>
        </pc:spChg>
        <pc:spChg chg="mod">
          <ac:chgData name="송 하권" userId="546ba1eaca679e52" providerId="LiveId" clId="{C2875BBA-5555-48B3-8580-25E12AE0ABD2}" dt="2021-05-26T23:46:58.812" v="411" actId="1076"/>
          <ac:spMkLst>
            <pc:docMk/>
            <pc:sldMk cId="2020205756" sldId="330"/>
            <ac:spMk id="13" creationId="{D8CFABA4-C45A-4ED1-90ED-712A65DA6F20}"/>
          </ac:spMkLst>
        </pc:spChg>
        <pc:spChg chg="mod">
          <ac:chgData name="송 하권" userId="546ba1eaca679e52" providerId="LiveId" clId="{C2875BBA-5555-48B3-8580-25E12AE0ABD2}" dt="2021-05-26T23:45:42.152" v="374" actId="20577"/>
          <ac:spMkLst>
            <pc:docMk/>
            <pc:sldMk cId="2020205756" sldId="330"/>
            <ac:spMk id="14" creationId="{1772EA5C-E40B-4391-9829-046035AF7BBF}"/>
          </ac:spMkLst>
        </pc:spChg>
        <pc:spChg chg="mod">
          <ac:chgData name="송 하권" userId="546ba1eaca679e52" providerId="LiveId" clId="{C2875BBA-5555-48B3-8580-25E12AE0ABD2}" dt="2021-05-26T23:47:07.364" v="417" actId="1036"/>
          <ac:spMkLst>
            <pc:docMk/>
            <pc:sldMk cId="2020205756" sldId="330"/>
            <ac:spMk id="16" creationId="{C7F01759-AFD0-489F-A13E-CDEDF63C9F47}"/>
          </ac:spMkLst>
        </pc:spChg>
        <pc:spChg chg="mod">
          <ac:chgData name="송 하권" userId="546ba1eaca679e52" providerId="LiveId" clId="{C2875BBA-5555-48B3-8580-25E12AE0ABD2}" dt="2021-05-26T23:47:13.586" v="420" actId="14100"/>
          <ac:spMkLst>
            <pc:docMk/>
            <pc:sldMk cId="2020205756" sldId="330"/>
            <ac:spMk id="17" creationId="{8E343735-2FD8-49DE-B295-2F8FBB71979B}"/>
          </ac:spMkLst>
        </pc:spChg>
        <pc:spChg chg="mod">
          <ac:chgData name="송 하권" userId="546ba1eaca679e52" providerId="LiveId" clId="{C2875BBA-5555-48B3-8580-25E12AE0ABD2}" dt="2021-05-26T23:47:11.112" v="419" actId="1076"/>
          <ac:spMkLst>
            <pc:docMk/>
            <pc:sldMk cId="2020205756" sldId="330"/>
            <ac:spMk id="18" creationId="{43A0F551-CC10-46CB-BD07-5746FA2FD698}"/>
          </ac:spMkLst>
        </pc:spChg>
        <pc:spChg chg="mod">
          <ac:chgData name="송 하권" userId="546ba1eaca679e52" providerId="LiveId" clId="{C2875BBA-5555-48B3-8580-25E12AE0ABD2}" dt="2021-05-26T23:46:59.781" v="412" actId="1076"/>
          <ac:spMkLst>
            <pc:docMk/>
            <pc:sldMk cId="2020205756" sldId="330"/>
            <ac:spMk id="20" creationId="{CF55402E-2259-4213-BFF7-8AA7AE271767}"/>
          </ac:spMkLst>
        </pc:spChg>
        <pc:picChg chg="add mod ord">
          <ac:chgData name="송 하권" userId="546ba1eaca679e52" providerId="LiveId" clId="{C2875BBA-5555-48B3-8580-25E12AE0ABD2}" dt="2021-05-26T23:46:54.819" v="408" actId="14100"/>
          <ac:picMkLst>
            <pc:docMk/>
            <pc:sldMk cId="2020205756" sldId="330"/>
            <ac:picMk id="4" creationId="{422BDC8E-5946-4381-B986-DA2782973AEC}"/>
          </ac:picMkLst>
        </pc:picChg>
        <pc:picChg chg="add mod ord">
          <ac:chgData name="송 하권" userId="546ba1eaca679e52" providerId="LiveId" clId="{C2875BBA-5555-48B3-8580-25E12AE0ABD2}" dt="2021-05-26T23:47:02.959" v="415" actId="1076"/>
          <ac:picMkLst>
            <pc:docMk/>
            <pc:sldMk cId="2020205756" sldId="330"/>
            <ac:picMk id="6" creationId="{85BB9846-59E3-47BA-81E2-520795B791A2}"/>
          </ac:picMkLst>
        </pc:picChg>
        <pc:picChg chg="del">
          <ac:chgData name="송 하권" userId="546ba1eaca679e52" providerId="LiveId" clId="{C2875BBA-5555-48B3-8580-25E12AE0ABD2}" dt="2021-05-26T23:45:56.539" v="375" actId="478"/>
          <ac:picMkLst>
            <pc:docMk/>
            <pc:sldMk cId="2020205756" sldId="330"/>
            <ac:picMk id="19" creationId="{2764939B-4A74-4D26-8B4B-A22D424F12D8}"/>
          </ac:picMkLst>
        </pc:picChg>
        <pc:picChg chg="add mod">
          <ac:chgData name="송 하권" userId="546ba1eaca679e52" providerId="LiveId" clId="{C2875BBA-5555-48B3-8580-25E12AE0ABD2}" dt="2021-05-26T23:46:56.508" v="410" actId="571"/>
          <ac:picMkLst>
            <pc:docMk/>
            <pc:sldMk cId="2020205756" sldId="330"/>
            <ac:picMk id="21" creationId="{71D3903C-8808-4AFE-B890-A86F29F978D9}"/>
          </ac:picMkLst>
        </pc:picChg>
        <pc:picChg chg="del">
          <ac:chgData name="송 하권" userId="546ba1eaca679e52" providerId="LiveId" clId="{C2875BBA-5555-48B3-8580-25E12AE0ABD2}" dt="2021-05-26T23:46:15.350" v="380" actId="478"/>
          <ac:picMkLst>
            <pc:docMk/>
            <pc:sldMk cId="2020205756" sldId="330"/>
            <ac:picMk id="22" creationId="{167CB5FC-8C0E-4304-92ED-823F6CC038CF}"/>
          </ac:picMkLst>
        </pc:picChg>
      </pc:sldChg>
      <pc:sldChg chg="addSp delSp modSp add mod">
        <pc:chgData name="송 하권" userId="546ba1eaca679e52" providerId="LiveId" clId="{C2875BBA-5555-48B3-8580-25E12AE0ABD2}" dt="2021-05-27T00:01:40.357" v="626" actId="14100"/>
        <pc:sldMkLst>
          <pc:docMk/>
          <pc:sldMk cId="1579644299" sldId="331"/>
        </pc:sldMkLst>
        <pc:spChg chg="add del mod">
          <ac:chgData name="송 하권" userId="546ba1eaca679e52" providerId="LiveId" clId="{C2875BBA-5555-48B3-8580-25E12AE0ABD2}" dt="2021-05-27T00:01:17.329" v="615" actId="478"/>
          <ac:spMkLst>
            <pc:docMk/>
            <pc:sldMk cId="1579644299" sldId="331"/>
            <ac:spMk id="18" creationId="{2F18ED30-EDAB-4A2E-AA24-6747F60B3274}"/>
          </ac:spMkLst>
        </pc:spChg>
        <pc:spChg chg="mod">
          <ac:chgData name="송 하권" userId="546ba1eaca679e52" providerId="LiveId" clId="{C2875BBA-5555-48B3-8580-25E12AE0ABD2}" dt="2021-05-27T00:01:40.357" v="626" actId="14100"/>
          <ac:spMkLst>
            <pc:docMk/>
            <pc:sldMk cId="1579644299" sldId="331"/>
            <ac:spMk id="19" creationId="{F5D8AB3D-5CD9-4D74-ABDB-0F5B0A75D3FC}"/>
          </ac:spMkLst>
        </pc:spChg>
        <pc:spChg chg="mod">
          <ac:chgData name="송 하권" userId="546ba1eaca679e52" providerId="LiveId" clId="{C2875BBA-5555-48B3-8580-25E12AE0ABD2}" dt="2021-05-27T00:01:35.895" v="624" actId="1076"/>
          <ac:spMkLst>
            <pc:docMk/>
            <pc:sldMk cId="1579644299" sldId="331"/>
            <ac:spMk id="22" creationId="{FE61D280-37AD-47E0-ABEE-F307543B0B48}"/>
          </ac:spMkLst>
        </pc:spChg>
        <pc:picChg chg="add mod ord">
          <ac:chgData name="송 하권" userId="546ba1eaca679e52" providerId="LiveId" clId="{C2875BBA-5555-48B3-8580-25E12AE0ABD2}" dt="2021-05-27T00:01:25.540" v="620" actId="208"/>
          <ac:picMkLst>
            <pc:docMk/>
            <pc:sldMk cId="1579644299" sldId="331"/>
            <ac:picMk id="5" creationId="{962348A8-D210-4233-BC7A-487B810FF1B7}"/>
          </ac:picMkLst>
        </pc:picChg>
        <pc:picChg chg="add mod ord">
          <ac:chgData name="송 하권" userId="546ba1eaca679e52" providerId="LiveId" clId="{C2875BBA-5555-48B3-8580-25E12AE0ABD2}" dt="2021-05-27T00:01:34.596" v="623" actId="1076"/>
          <ac:picMkLst>
            <pc:docMk/>
            <pc:sldMk cId="1579644299" sldId="331"/>
            <ac:picMk id="7" creationId="{E7A0A1A2-EDFD-4525-8FF1-855CFB8766A7}"/>
          </ac:picMkLst>
        </pc:picChg>
        <pc:picChg chg="del">
          <ac:chgData name="송 하권" userId="546ba1eaca679e52" providerId="LiveId" clId="{C2875BBA-5555-48B3-8580-25E12AE0ABD2}" dt="2021-05-27T00:00:54.491" v="609" actId="478"/>
          <ac:picMkLst>
            <pc:docMk/>
            <pc:sldMk cId="1579644299" sldId="331"/>
            <ac:picMk id="15" creationId="{519CED79-73F6-4B1A-B8C2-FE75F55E3A62}"/>
          </ac:picMkLst>
        </pc:picChg>
        <pc:picChg chg="del">
          <ac:chgData name="송 하권" userId="546ba1eaca679e52" providerId="LiveId" clId="{C2875BBA-5555-48B3-8580-25E12AE0ABD2}" dt="2021-05-27T00:01:18.713" v="616" actId="478"/>
          <ac:picMkLst>
            <pc:docMk/>
            <pc:sldMk cId="1579644299" sldId="331"/>
            <ac:picMk id="23" creationId="{E83CFCB0-5836-4B48-891D-3676900A082E}"/>
          </ac:picMkLst>
        </pc:picChg>
      </pc:sldChg>
      <pc:sldChg chg="addSp delSp modSp add mod">
        <pc:chgData name="송 하권" userId="546ba1eaca679e52" providerId="LiveId" clId="{C2875BBA-5555-48B3-8580-25E12AE0ABD2}" dt="2021-05-27T00:04:33.126" v="820" actId="1076"/>
        <pc:sldMkLst>
          <pc:docMk/>
          <pc:sldMk cId="855868287" sldId="332"/>
        </pc:sldMkLst>
        <pc:spChg chg="add mod">
          <ac:chgData name="송 하권" userId="546ba1eaca679e52" providerId="LiveId" clId="{C2875BBA-5555-48B3-8580-25E12AE0ABD2}" dt="2021-05-27T00:04:32.194" v="819" actId="1076"/>
          <ac:spMkLst>
            <pc:docMk/>
            <pc:sldMk cId="855868287" sldId="332"/>
            <ac:spMk id="9" creationId="{82495968-3DD7-48CD-9EB2-407F6AB8126D}"/>
          </ac:spMkLst>
        </pc:spChg>
        <pc:spChg chg="mod">
          <ac:chgData name="송 하권" userId="546ba1eaca679e52" providerId="LiveId" clId="{C2875BBA-5555-48B3-8580-25E12AE0ABD2}" dt="2021-05-27T00:04:29.824" v="818" actId="6549"/>
          <ac:spMkLst>
            <pc:docMk/>
            <pc:sldMk cId="855868287" sldId="332"/>
            <ac:spMk id="12" creationId="{2E9E2DF3-77FF-4929-AD25-40B6C4BF03B8}"/>
          </ac:spMkLst>
        </pc:spChg>
        <pc:picChg chg="del">
          <ac:chgData name="송 하권" userId="546ba1eaca679e52" providerId="LiveId" clId="{C2875BBA-5555-48B3-8580-25E12AE0ABD2}" dt="2021-05-27T00:03:57.515" v="809" actId="478"/>
          <ac:picMkLst>
            <pc:docMk/>
            <pc:sldMk cId="855868287" sldId="332"/>
            <ac:picMk id="4" creationId="{FEBFAB17-53A9-4310-A9C5-B752CDA50884}"/>
          </ac:picMkLst>
        </pc:picChg>
        <pc:picChg chg="mod">
          <ac:chgData name="송 하권" userId="546ba1eaca679e52" providerId="LiveId" clId="{C2875BBA-5555-48B3-8580-25E12AE0ABD2}" dt="2021-05-27T00:04:33.126" v="820" actId="1076"/>
          <ac:picMkLst>
            <pc:docMk/>
            <pc:sldMk cId="855868287" sldId="332"/>
            <ac:picMk id="5" creationId="{5423190C-2E11-41D3-8CD1-B51B7FA65F1E}"/>
          </ac:picMkLst>
        </pc:picChg>
        <pc:picChg chg="del">
          <ac:chgData name="송 하권" userId="546ba1eaca679e52" providerId="LiveId" clId="{C2875BBA-5555-48B3-8580-25E12AE0ABD2}" dt="2021-05-27T00:03:57.275" v="808" actId="478"/>
          <ac:picMkLst>
            <pc:docMk/>
            <pc:sldMk cId="855868287" sldId="332"/>
            <ac:picMk id="7" creationId="{7ADDA587-F4EE-4A43-B5DE-5ED0FEAAB0B2}"/>
          </ac:picMkLst>
        </pc:picChg>
        <pc:picChg chg="add mod">
          <ac:chgData name="송 하권" userId="546ba1eaca679e52" providerId="LiveId" clId="{C2875BBA-5555-48B3-8580-25E12AE0ABD2}" dt="2021-05-27T00:04:14.285" v="811" actId="1076"/>
          <ac:picMkLst>
            <pc:docMk/>
            <pc:sldMk cId="855868287" sldId="332"/>
            <ac:picMk id="8" creationId="{F102307A-C57C-4CF2-A453-E8CB975E38F5}"/>
          </ac:picMkLst>
        </pc:picChg>
      </pc:sldChg>
      <pc:sldChg chg="addSp delSp modSp add mod">
        <pc:chgData name="송 하권" userId="546ba1eaca679e52" providerId="LiveId" clId="{C2875BBA-5555-48B3-8580-25E12AE0ABD2}" dt="2021-05-27T00:21:54.606" v="1130" actId="1076"/>
        <pc:sldMkLst>
          <pc:docMk/>
          <pc:sldMk cId="1206924365" sldId="333"/>
        </pc:sldMkLst>
        <pc:spChg chg="mod">
          <ac:chgData name="송 하권" userId="546ba1eaca679e52" providerId="LiveId" clId="{C2875BBA-5555-48B3-8580-25E12AE0ABD2}" dt="2021-05-27T00:21:52.932" v="1129" actId="1076"/>
          <ac:spMkLst>
            <pc:docMk/>
            <pc:sldMk cId="1206924365" sldId="333"/>
            <ac:spMk id="14" creationId="{50F49BE6-3CDD-49E8-BAF6-265D625F715D}"/>
          </ac:spMkLst>
        </pc:spChg>
        <pc:spChg chg="mod">
          <ac:chgData name="송 하권" userId="546ba1eaca679e52" providerId="LiveId" clId="{C2875BBA-5555-48B3-8580-25E12AE0ABD2}" dt="2021-05-27T00:06:40.317" v="827" actId="1076"/>
          <ac:spMkLst>
            <pc:docMk/>
            <pc:sldMk cId="1206924365" sldId="333"/>
            <ac:spMk id="18" creationId="{2F18ED30-EDAB-4A2E-AA24-6747F60B3274}"/>
          </ac:spMkLst>
        </pc:spChg>
        <pc:spChg chg="mod">
          <ac:chgData name="송 하권" userId="546ba1eaca679e52" providerId="LiveId" clId="{C2875BBA-5555-48B3-8580-25E12AE0ABD2}" dt="2021-05-27T00:07:09.665" v="834" actId="1076"/>
          <ac:spMkLst>
            <pc:docMk/>
            <pc:sldMk cId="1206924365" sldId="333"/>
            <ac:spMk id="19" creationId="{F5D8AB3D-5CD9-4D74-ABDB-0F5B0A75D3FC}"/>
          </ac:spMkLst>
        </pc:spChg>
        <pc:spChg chg="mod">
          <ac:chgData name="송 하권" userId="546ba1eaca679e52" providerId="LiveId" clId="{C2875BBA-5555-48B3-8580-25E12AE0ABD2}" dt="2021-05-27T00:07:12.564" v="836" actId="688"/>
          <ac:spMkLst>
            <pc:docMk/>
            <pc:sldMk cId="1206924365" sldId="333"/>
            <ac:spMk id="22" creationId="{FE61D280-37AD-47E0-ABEE-F307543B0B48}"/>
          </ac:spMkLst>
        </pc:spChg>
        <pc:picChg chg="del">
          <ac:chgData name="송 하권" userId="546ba1eaca679e52" providerId="LiveId" clId="{C2875BBA-5555-48B3-8580-25E12AE0ABD2}" dt="2021-05-27T00:21:41.317" v="1122" actId="478"/>
          <ac:picMkLst>
            <pc:docMk/>
            <pc:sldMk cId="1206924365" sldId="333"/>
            <ac:picMk id="4" creationId="{20A7284C-D747-4F5D-94BF-095B784CF625}"/>
          </ac:picMkLst>
        </pc:picChg>
        <pc:picChg chg="add mod ord">
          <ac:chgData name="송 하권" userId="546ba1eaca679e52" providerId="LiveId" clId="{C2875BBA-5555-48B3-8580-25E12AE0ABD2}" dt="2021-05-27T00:21:54.606" v="1130" actId="1076"/>
          <ac:picMkLst>
            <pc:docMk/>
            <pc:sldMk cId="1206924365" sldId="333"/>
            <ac:picMk id="5" creationId="{E067CCE4-0A98-4C42-A85E-FF16E885A38C}"/>
          </ac:picMkLst>
        </pc:picChg>
        <pc:picChg chg="add mod ord">
          <ac:chgData name="송 하권" userId="546ba1eaca679e52" providerId="LiveId" clId="{C2875BBA-5555-48B3-8580-25E12AE0ABD2}" dt="2021-05-27T00:07:07.777" v="833" actId="167"/>
          <ac:picMkLst>
            <pc:docMk/>
            <pc:sldMk cId="1206924365" sldId="333"/>
            <ac:picMk id="7" creationId="{C3312961-5FDD-40E0-B3D4-A04F7FEF2D71}"/>
          </ac:picMkLst>
        </pc:picChg>
        <pc:picChg chg="add mod ord">
          <ac:chgData name="송 하권" userId="546ba1eaca679e52" providerId="LiveId" clId="{C2875BBA-5555-48B3-8580-25E12AE0ABD2}" dt="2021-05-27T00:21:52.932" v="1129" actId="1076"/>
          <ac:picMkLst>
            <pc:docMk/>
            <pc:sldMk cId="1206924365" sldId="333"/>
            <ac:picMk id="9" creationId="{F17CAC78-D59F-4BE7-A6AD-E7D9A29FF334}"/>
          </ac:picMkLst>
        </pc:picChg>
        <pc:picChg chg="del">
          <ac:chgData name="송 하권" userId="546ba1eaca679e52" providerId="LiveId" clId="{C2875BBA-5555-48B3-8580-25E12AE0ABD2}" dt="2021-05-27T00:06:31.925" v="822" actId="478"/>
          <ac:picMkLst>
            <pc:docMk/>
            <pc:sldMk cId="1206924365" sldId="333"/>
            <ac:picMk id="15" creationId="{519CED79-73F6-4B1A-B8C2-FE75F55E3A62}"/>
          </ac:picMkLst>
        </pc:picChg>
        <pc:picChg chg="del">
          <ac:chgData name="송 하권" userId="546ba1eaca679e52" providerId="LiveId" clId="{C2875BBA-5555-48B3-8580-25E12AE0ABD2}" dt="2021-05-27T00:07:02.455" v="829" actId="478"/>
          <ac:picMkLst>
            <pc:docMk/>
            <pc:sldMk cId="1206924365" sldId="333"/>
            <ac:picMk id="23" creationId="{E83CFCB0-5836-4B48-891D-3676900A082E}"/>
          </ac:picMkLst>
        </pc:picChg>
      </pc:sldChg>
      <pc:sldChg chg="addSp delSp modSp add mod">
        <pc:chgData name="송 하권" userId="546ba1eaca679e52" providerId="LiveId" clId="{C2875BBA-5555-48B3-8580-25E12AE0ABD2}" dt="2021-05-27T00:15:10.988" v="1096" actId="1076"/>
        <pc:sldMkLst>
          <pc:docMk/>
          <pc:sldMk cId="2322800743" sldId="334"/>
        </pc:sldMkLst>
        <pc:spChg chg="mod">
          <ac:chgData name="송 하권" userId="546ba1eaca679e52" providerId="LiveId" clId="{C2875BBA-5555-48B3-8580-25E12AE0ABD2}" dt="2021-05-27T00:14:20.044" v="1087" actId="1076"/>
          <ac:spMkLst>
            <pc:docMk/>
            <pc:sldMk cId="2322800743" sldId="334"/>
            <ac:spMk id="17" creationId="{B3282D6B-4A24-46DB-AFD4-7462FA7A8D4C}"/>
          </ac:spMkLst>
        </pc:spChg>
        <pc:spChg chg="mod">
          <ac:chgData name="송 하권" userId="546ba1eaca679e52" providerId="LiveId" clId="{C2875BBA-5555-48B3-8580-25E12AE0ABD2}" dt="2021-05-27T00:14:27.304" v="1091" actId="1076"/>
          <ac:spMkLst>
            <pc:docMk/>
            <pc:sldMk cId="2322800743" sldId="334"/>
            <ac:spMk id="23" creationId="{F2C814AC-576C-4EE8-999C-2FF7C5A51E26}"/>
          </ac:spMkLst>
        </pc:spChg>
        <pc:spChg chg="mod">
          <ac:chgData name="송 하권" userId="546ba1eaca679e52" providerId="LiveId" clId="{C2875BBA-5555-48B3-8580-25E12AE0ABD2}" dt="2021-05-27T00:14:28.943" v="1092" actId="1076"/>
          <ac:spMkLst>
            <pc:docMk/>
            <pc:sldMk cId="2322800743" sldId="334"/>
            <ac:spMk id="24" creationId="{8D72703F-3FA3-478E-8B03-11A59F9F729E}"/>
          </ac:spMkLst>
        </pc:spChg>
        <pc:picChg chg="add del mod ord">
          <ac:chgData name="송 하권" userId="546ba1eaca679e52" providerId="LiveId" clId="{C2875BBA-5555-48B3-8580-25E12AE0ABD2}" dt="2021-05-27T00:14:13.084" v="1081" actId="478"/>
          <ac:picMkLst>
            <pc:docMk/>
            <pc:sldMk cId="2322800743" sldId="334"/>
            <ac:picMk id="4" creationId="{B033CEF7-F27E-408B-9098-EAF3B9CA3961}"/>
          </ac:picMkLst>
        </pc:picChg>
        <pc:picChg chg="add mod ord">
          <ac:chgData name="송 하권" userId="546ba1eaca679e52" providerId="LiveId" clId="{C2875BBA-5555-48B3-8580-25E12AE0ABD2}" dt="2021-05-27T00:14:17.925" v="1086" actId="1076"/>
          <ac:picMkLst>
            <pc:docMk/>
            <pc:sldMk cId="2322800743" sldId="334"/>
            <ac:picMk id="6" creationId="{8DFAF9DD-264F-4C2C-B001-BC92639D0950}"/>
          </ac:picMkLst>
        </pc:picChg>
        <pc:picChg chg="del">
          <ac:chgData name="송 하권" userId="546ba1eaca679e52" providerId="LiveId" clId="{C2875BBA-5555-48B3-8580-25E12AE0ABD2}" dt="2021-05-27T00:07:31.573" v="837" actId="478"/>
          <ac:picMkLst>
            <pc:docMk/>
            <pc:sldMk cId="2322800743" sldId="334"/>
            <ac:picMk id="7" creationId="{21029460-F7F5-4FE4-B18D-B4720E1F6451}"/>
          </ac:picMkLst>
        </pc:picChg>
        <pc:picChg chg="mod">
          <ac:chgData name="송 하권" userId="546ba1eaca679e52" providerId="LiveId" clId="{C2875BBA-5555-48B3-8580-25E12AE0ABD2}" dt="2021-05-27T00:14:23.948" v="1089" actId="14100"/>
          <ac:picMkLst>
            <pc:docMk/>
            <pc:sldMk cId="2322800743" sldId="334"/>
            <ac:picMk id="8" creationId="{5B6B8830-A82D-4229-B192-803CACA43550}"/>
          </ac:picMkLst>
        </pc:picChg>
        <pc:picChg chg="del mod">
          <ac:chgData name="송 하권" userId="546ba1eaca679e52" providerId="LiveId" clId="{C2875BBA-5555-48B3-8580-25E12AE0ABD2}" dt="2021-05-27T00:13:47.016" v="1080" actId="478"/>
          <ac:picMkLst>
            <pc:docMk/>
            <pc:sldMk cId="2322800743" sldId="334"/>
            <ac:picMk id="10" creationId="{BBD5B7CD-845F-4D8B-9243-9B9FFD6704E2}"/>
          </ac:picMkLst>
        </pc:picChg>
        <pc:picChg chg="add mod">
          <ac:chgData name="송 하권" userId="546ba1eaca679e52" providerId="LiveId" clId="{C2875BBA-5555-48B3-8580-25E12AE0ABD2}" dt="2021-05-27T00:15:10.988" v="1096" actId="1076"/>
          <ac:picMkLst>
            <pc:docMk/>
            <pc:sldMk cId="2322800743" sldId="334"/>
            <ac:picMk id="11" creationId="{D7D70BB3-26B8-430F-98B6-325962630D08}"/>
          </ac:picMkLst>
        </pc:picChg>
      </pc:sldChg>
      <pc:sldChg chg="addSp delSp modSp add mod">
        <pc:chgData name="송 하권" userId="546ba1eaca679e52" providerId="LiveId" clId="{C2875BBA-5555-48B3-8580-25E12AE0ABD2}" dt="2021-05-27T00:12:18.086" v="1052" actId="1076"/>
        <pc:sldMkLst>
          <pc:docMk/>
          <pc:sldMk cId="3513790771" sldId="335"/>
        </pc:sldMkLst>
        <pc:spChg chg="mod">
          <ac:chgData name="송 하권" userId="546ba1eaca679e52" providerId="LiveId" clId="{C2875BBA-5555-48B3-8580-25E12AE0ABD2}" dt="2021-05-27T00:11:09.773" v="1026" actId="20577"/>
          <ac:spMkLst>
            <pc:docMk/>
            <pc:sldMk cId="3513790771" sldId="335"/>
            <ac:spMk id="12" creationId="{2E9E2DF3-77FF-4929-AD25-40B6C4BF03B8}"/>
          </ac:spMkLst>
        </pc:spChg>
        <pc:spChg chg="mod">
          <ac:chgData name="송 하권" userId="546ba1eaca679e52" providerId="LiveId" clId="{C2875BBA-5555-48B3-8580-25E12AE0ABD2}" dt="2021-05-27T00:09:40.545" v="845" actId="1076"/>
          <ac:spMkLst>
            <pc:docMk/>
            <pc:sldMk cId="3513790771" sldId="335"/>
            <ac:spMk id="14" creationId="{50F49BE6-3CDD-49E8-BAF6-265D625F715D}"/>
          </ac:spMkLst>
        </pc:spChg>
        <pc:spChg chg="mod">
          <ac:chgData name="송 하권" userId="546ba1eaca679e52" providerId="LiveId" clId="{C2875BBA-5555-48B3-8580-25E12AE0ABD2}" dt="2021-05-27T00:10:41.007" v="909" actId="1076"/>
          <ac:spMkLst>
            <pc:docMk/>
            <pc:sldMk cId="3513790771" sldId="335"/>
            <ac:spMk id="18" creationId="{2F18ED30-EDAB-4A2E-AA24-6747F60B3274}"/>
          </ac:spMkLst>
        </pc:spChg>
        <pc:spChg chg="mod">
          <ac:chgData name="송 하권" userId="546ba1eaca679e52" providerId="LiveId" clId="{C2875BBA-5555-48B3-8580-25E12AE0ABD2}" dt="2021-05-27T00:11:20.473" v="1030" actId="1076"/>
          <ac:spMkLst>
            <pc:docMk/>
            <pc:sldMk cId="3513790771" sldId="335"/>
            <ac:spMk id="19" creationId="{F5D8AB3D-5CD9-4D74-ABDB-0F5B0A75D3FC}"/>
          </ac:spMkLst>
        </pc:spChg>
        <pc:spChg chg="mod">
          <ac:chgData name="송 하권" userId="546ba1eaca679e52" providerId="LiveId" clId="{C2875BBA-5555-48B3-8580-25E12AE0ABD2}" dt="2021-05-27T00:11:30.787" v="1037" actId="1076"/>
          <ac:spMkLst>
            <pc:docMk/>
            <pc:sldMk cId="3513790771" sldId="335"/>
            <ac:spMk id="22" creationId="{FE61D280-37AD-47E0-ABEE-F307543B0B48}"/>
          </ac:spMkLst>
        </pc:spChg>
        <pc:spChg chg="add mod">
          <ac:chgData name="송 하권" userId="546ba1eaca679e52" providerId="LiveId" clId="{C2875BBA-5555-48B3-8580-25E12AE0ABD2}" dt="2021-05-27T00:12:13.725" v="1050" actId="1076"/>
          <ac:spMkLst>
            <pc:docMk/>
            <pc:sldMk cId="3513790771" sldId="335"/>
            <ac:spMk id="24" creationId="{2A1116EB-89FA-4B78-A828-C02A82469B7E}"/>
          </ac:spMkLst>
        </pc:spChg>
        <pc:spChg chg="add mod">
          <ac:chgData name="송 하권" userId="546ba1eaca679e52" providerId="LiveId" clId="{C2875BBA-5555-48B3-8580-25E12AE0ABD2}" dt="2021-05-27T00:12:18.086" v="1052" actId="1076"/>
          <ac:spMkLst>
            <pc:docMk/>
            <pc:sldMk cId="3513790771" sldId="335"/>
            <ac:spMk id="25" creationId="{B01EB6B1-0AFB-4DD1-B21C-C5445712D963}"/>
          </ac:spMkLst>
        </pc:spChg>
        <pc:picChg chg="del">
          <ac:chgData name="송 하권" userId="546ba1eaca679e52" providerId="LiveId" clId="{C2875BBA-5555-48B3-8580-25E12AE0ABD2}" dt="2021-05-27T00:10:15.939" v="863" actId="478"/>
          <ac:picMkLst>
            <pc:docMk/>
            <pc:sldMk cId="3513790771" sldId="335"/>
            <ac:picMk id="5" creationId="{E067CCE4-0A98-4C42-A85E-FF16E885A38C}"/>
          </ac:picMkLst>
        </pc:picChg>
        <pc:picChg chg="add mod ord">
          <ac:chgData name="송 하권" userId="546ba1eaca679e52" providerId="LiveId" clId="{C2875BBA-5555-48B3-8580-25E12AE0ABD2}" dt="2021-05-27T00:10:23.100" v="867" actId="14100"/>
          <ac:picMkLst>
            <pc:docMk/>
            <pc:sldMk cId="3513790771" sldId="335"/>
            <ac:picMk id="6" creationId="{FAB5F820-187C-4C61-8AFA-88467A913F1B}"/>
          </ac:picMkLst>
        </pc:picChg>
        <pc:picChg chg="del mod">
          <ac:chgData name="송 하권" userId="546ba1eaca679e52" providerId="LiveId" clId="{C2875BBA-5555-48B3-8580-25E12AE0ABD2}" dt="2021-05-27T00:11:38.550" v="1039" actId="478"/>
          <ac:picMkLst>
            <pc:docMk/>
            <pc:sldMk cId="3513790771" sldId="335"/>
            <ac:picMk id="7" creationId="{C3312961-5FDD-40E0-B3D4-A04F7FEF2D71}"/>
          </ac:picMkLst>
        </pc:picChg>
        <pc:picChg chg="add mod ord">
          <ac:chgData name="송 하권" userId="546ba1eaca679e52" providerId="LiveId" clId="{C2875BBA-5555-48B3-8580-25E12AE0ABD2}" dt="2021-05-27T00:11:26.886" v="1034" actId="14100"/>
          <ac:picMkLst>
            <pc:docMk/>
            <pc:sldMk cId="3513790771" sldId="335"/>
            <ac:picMk id="9" creationId="{C03D871D-86DE-4A5E-A6C5-D6AD2408D44B}"/>
          </ac:picMkLst>
        </pc:picChg>
        <pc:picChg chg="add mod modCrop">
          <ac:chgData name="송 하권" userId="546ba1eaca679e52" providerId="LiveId" clId="{C2875BBA-5555-48B3-8580-25E12AE0ABD2}" dt="2021-05-27T00:12:08.927" v="1046" actId="1076"/>
          <ac:picMkLst>
            <pc:docMk/>
            <pc:sldMk cId="3513790771" sldId="335"/>
            <ac:picMk id="11" creationId="{782C3DDE-1B26-4BF4-A88C-E23810A2A793}"/>
          </ac:picMkLst>
        </pc:picChg>
        <pc:picChg chg="add mod">
          <ac:chgData name="송 하권" userId="546ba1eaca679e52" providerId="LiveId" clId="{C2875BBA-5555-48B3-8580-25E12AE0ABD2}" dt="2021-05-27T00:11:52.213" v="1045" actId="571"/>
          <ac:picMkLst>
            <pc:docMk/>
            <pc:sldMk cId="3513790771" sldId="335"/>
            <ac:picMk id="20" creationId="{B657E0D5-5117-40DE-90BB-F1A4E0AC933B}"/>
          </ac:picMkLst>
        </pc:picChg>
        <pc:picChg chg="add mod">
          <ac:chgData name="송 하권" userId="546ba1eaca679e52" providerId="LiveId" clId="{C2875BBA-5555-48B3-8580-25E12AE0ABD2}" dt="2021-05-27T00:11:52.213" v="1045" actId="571"/>
          <ac:picMkLst>
            <pc:docMk/>
            <pc:sldMk cId="3513790771" sldId="335"/>
            <ac:picMk id="23" creationId="{2BC908F8-286D-4900-9AFA-2B01FBF22994}"/>
          </ac:picMkLst>
        </pc:picChg>
      </pc:sldChg>
      <pc:sldChg chg="addSp delSp modSp add mod">
        <pc:chgData name="송 하권" userId="546ba1eaca679e52" providerId="LiveId" clId="{C2875BBA-5555-48B3-8580-25E12AE0ABD2}" dt="2021-05-27T00:13:39.238" v="1079" actId="208"/>
        <pc:sldMkLst>
          <pc:docMk/>
          <pc:sldMk cId="4241268911" sldId="336"/>
        </pc:sldMkLst>
        <pc:spChg chg="mod">
          <ac:chgData name="송 하권" userId="546ba1eaca679e52" providerId="LiveId" clId="{C2875BBA-5555-48B3-8580-25E12AE0ABD2}" dt="2021-05-27T00:13:03.112" v="1071"/>
          <ac:spMkLst>
            <pc:docMk/>
            <pc:sldMk cId="4241268911" sldId="336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0:12:38.710" v="1065" actId="478"/>
          <ac:spMkLst>
            <pc:docMk/>
            <pc:sldMk cId="4241268911" sldId="336"/>
            <ac:spMk id="14" creationId="{50F49BE6-3CDD-49E8-BAF6-265D625F715D}"/>
          </ac:spMkLst>
        </pc:spChg>
        <pc:spChg chg="add mod">
          <ac:chgData name="송 하권" userId="546ba1eaca679e52" providerId="LiveId" clId="{C2875BBA-5555-48B3-8580-25E12AE0ABD2}" dt="2021-05-27T00:13:20.062" v="1074" actId="1076"/>
          <ac:spMkLst>
            <pc:docMk/>
            <pc:sldMk cId="4241268911" sldId="336"/>
            <ac:spMk id="17" creationId="{E810DAF1-22E2-4539-8491-93FCD84D1CD5}"/>
          </ac:spMkLst>
        </pc:spChg>
        <pc:spChg chg="del mod">
          <ac:chgData name="송 하권" userId="546ba1eaca679e52" providerId="LiveId" clId="{C2875BBA-5555-48B3-8580-25E12AE0ABD2}" dt="2021-05-27T00:12:36.427" v="1061" actId="478"/>
          <ac:spMkLst>
            <pc:docMk/>
            <pc:sldMk cId="4241268911" sldId="336"/>
            <ac:spMk id="18" creationId="{2F18ED30-EDAB-4A2E-AA24-6747F60B3274}"/>
          </ac:spMkLst>
        </pc:spChg>
        <pc:spChg chg="del">
          <ac:chgData name="송 하권" userId="546ba1eaca679e52" providerId="LiveId" clId="{C2875BBA-5555-48B3-8580-25E12AE0ABD2}" dt="2021-05-27T00:12:37.111" v="1062" actId="478"/>
          <ac:spMkLst>
            <pc:docMk/>
            <pc:sldMk cId="4241268911" sldId="336"/>
            <ac:spMk id="19" creationId="{F5D8AB3D-5CD9-4D74-ABDB-0F5B0A75D3FC}"/>
          </ac:spMkLst>
        </pc:spChg>
        <pc:spChg chg="del">
          <ac:chgData name="송 하권" userId="546ba1eaca679e52" providerId="LiveId" clId="{C2875BBA-5555-48B3-8580-25E12AE0ABD2}" dt="2021-05-27T00:12:38.150" v="1064" actId="478"/>
          <ac:spMkLst>
            <pc:docMk/>
            <pc:sldMk cId="4241268911" sldId="336"/>
            <ac:spMk id="21" creationId="{A43CA919-684A-42E8-9599-0A1BEA152DD4}"/>
          </ac:spMkLst>
        </pc:spChg>
        <pc:spChg chg="del">
          <ac:chgData name="송 하권" userId="546ba1eaca679e52" providerId="LiveId" clId="{C2875BBA-5555-48B3-8580-25E12AE0ABD2}" dt="2021-05-27T00:12:35.417" v="1059" actId="478"/>
          <ac:spMkLst>
            <pc:docMk/>
            <pc:sldMk cId="4241268911" sldId="336"/>
            <ac:spMk id="22" creationId="{FE61D280-37AD-47E0-ABEE-F307543B0B48}"/>
          </ac:spMkLst>
        </pc:spChg>
        <pc:spChg chg="add mod">
          <ac:chgData name="송 하권" userId="546ba1eaca679e52" providerId="LiveId" clId="{C2875BBA-5555-48B3-8580-25E12AE0ABD2}" dt="2021-05-27T00:13:14.017" v="1072"/>
          <ac:spMkLst>
            <pc:docMk/>
            <pc:sldMk cId="4241268911" sldId="336"/>
            <ac:spMk id="23" creationId="{4B40DAA3-CA29-492A-8570-15B85140B072}"/>
          </ac:spMkLst>
        </pc:spChg>
        <pc:spChg chg="del">
          <ac:chgData name="송 하권" userId="546ba1eaca679e52" providerId="LiveId" clId="{C2875BBA-5555-48B3-8580-25E12AE0ABD2}" dt="2021-05-27T00:12:34.797" v="1057" actId="478"/>
          <ac:spMkLst>
            <pc:docMk/>
            <pc:sldMk cId="4241268911" sldId="336"/>
            <ac:spMk id="24" creationId="{2A1116EB-89FA-4B78-A828-C02A82469B7E}"/>
          </ac:spMkLst>
        </pc:spChg>
        <pc:spChg chg="del">
          <ac:chgData name="송 하권" userId="546ba1eaca679e52" providerId="LiveId" clId="{C2875BBA-5555-48B3-8580-25E12AE0ABD2}" dt="2021-05-27T00:12:34.287" v="1056" actId="478"/>
          <ac:spMkLst>
            <pc:docMk/>
            <pc:sldMk cId="4241268911" sldId="336"/>
            <ac:spMk id="25" creationId="{B01EB6B1-0AFB-4DD1-B21C-C5445712D963}"/>
          </ac:spMkLst>
        </pc:spChg>
        <pc:spChg chg="add mod">
          <ac:chgData name="송 하권" userId="546ba1eaca679e52" providerId="LiveId" clId="{C2875BBA-5555-48B3-8580-25E12AE0ABD2}" dt="2021-05-27T00:13:14.017" v="1072"/>
          <ac:spMkLst>
            <pc:docMk/>
            <pc:sldMk cId="4241268911" sldId="336"/>
            <ac:spMk id="26" creationId="{5F7BF28F-AB2F-488E-9F16-0A37F51D9838}"/>
          </ac:spMkLst>
        </pc:spChg>
        <pc:spChg chg="add mod">
          <ac:chgData name="송 하권" userId="546ba1eaca679e52" providerId="LiveId" clId="{C2875BBA-5555-48B3-8580-25E12AE0ABD2}" dt="2021-05-27T00:13:14.017" v="1072"/>
          <ac:spMkLst>
            <pc:docMk/>
            <pc:sldMk cId="4241268911" sldId="336"/>
            <ac:spMk id="27" creationId="{C3B355A5-6EE6-45A5-A01E-34F0A55DF3E1}"/>
          </ac:spMkLst>
        </pc:spChg>
        <pc:picChg chg="del">
          <ac:chgData name="송 하권" userId="546ba1eaca679e52" providerId="LiveId" clId="{C2875BBA-5555-48B3-8580-25E12AE0ABD2}" dt="2021-05-27T00:12:37.760" v="1063" actId="478"/>
          <ac:picMkLst>
            <pc:docMk/>
            <pc:sldMk cId="4241268911" sldId="336"/>
            <ac:picMk id="4" creationId="{20A7284C-D747-4F5D-94BF-095B784CF625}"/>
          </ac:picMkLst>
        </pc:picChg>
        <pc:picChg chg="add mod">
          <ac:chgData name="송 하권" userId="546ba1eaca679e52" providerId="LiveId" clId="{C2875BBA-5555-48B3-8580-25E12AE0ABD2}" dt="2021-05-27T00:13:16.625" v="1073" actId="1076"/>
          <ac:picMkLst>
            <pc:docMk/>
            <pc:sldMk cId="4241268911" sldId="336"/>
            <ac:picMk id="5" creationId="{9EF5BD70-231A-421E-A798-C0B48671060A}"/>
          </ac:picMkLst>
        </pc:picChg>
        <pc:picChg chg="del">
          <ac:chgData name="송 하권" userId="546ba1eaca679e52" providerId="LiveId" clId="{C2875BBA-5555-48B3-8580-25E12AE0ABD2}" dt="2021-05-27T00:12:33.300" v="1055" actId="478"/>
          <ac:picMkLst>
            <pc:docMk/>
            <pc:sldMk cId="4241268911" sldId="336"/>
            <ac:picMk id="6" creationId="{FAB5F820-187C-4C61-8AFA-88467A913F1B}"/>
          </ac:picMkLst>
        </pc:picChg>
        <pc:picChg chg="add mod ord">
          <ac:chgData name="송 하권" userId="546ba1eaca679e52" providerId="LiveId" clId="{C2875BBA-5555-48B3-8580-25E12AE0ABD2}" dt="2021-05-27T00:13:39.238" v="1079" actId="208"/>
          <ac:picMkLst>
            <pc:docMk/>
            <pc:sldMk cId="4241268911" sldId="336"/>
            <ac:picMk id="8" creationId="{B8797EA8-12F6-4AA6-9E1D-CD9D022BA3A9}"/>
          </ac:picMkLst>
        </pc:picChg>
        <pc:picChg chg="del">
          <ac:chgData name="송 하권" userId="546ba1eaca679e52" providerId="LiveId" clId="{C2875BBA-5555-48B3-8580-25E12AE0ABD2}" dt="2021-05-27T00:12:35.057" v="1058" actId="478"/>
          <ac:picMkLst>
            <pc:docMk/>
            <pc:sldMk cId="4241268911" sldId="336"/>
            <ac:picMk id="9" creationId="{C03D871D-86DE-4A5E-A6C5-D6AD2408D44B}"/>
          </ac:picMkLst>
        </pc:picChg>
        <pc:picChg chg="del">
          <ac:chgData name="송 하권" userId="546ba1eaca679e52" providerId="LiveId" clId="{C2875BBA-5555-48B3-8580-25E12AE0ABD2}" dt="2021-05-27T00:12:32.817" v="1054" actId="478"/>
          <ac:picMkLst>
            <pc:docMk/>
            <pc:sldMk cId="4241268911" sldId="336"/>
            <ac:picMk id="11" creationId="{782C3DDE-1B26-4BF4-A88C-E23810A2A793}"/>
          </ac:picMkLst>
        </pc:picChg>
        <pc:picChg chg="add mod">
          <ac:chgData name="송 하권" userId="546ba1eaca679e52" providerId="LiveId" clId="{C2875BBA-5555-48B3-8580-25E12AE0ABD2}" dt="2021-05-27T00:13:14.017" v="1072"/>
          <ac:picMkLst>
            <pc:docMk/>
            <pc:sldMk cId="4241268911" sldId="336"/>
            <ac:picMk id="20" creationId="{1EF85350-C3A9-4B7E-B931-2B0A86E2A63B}"/>
          </ac:picMkLst>
        </pc:picChg>
      </pc:sldChg>
      <pc:sldChg chg="add del">
        <pc:chgData name="송 하권" userId="546ba1eaca679e52" providerId="LiveId" clId="{C2875BBA-5555-48B3-8580-25E12AE0ABD2}" dt="2021-05-27T00:27:06.762" v="1449" actId="47"/>
        <pc:sldMkLst>
          <pc:docMk/>
          <pc:sldMk cId="1593161249" sldId="337"/>
        </pc:sldMkLst>
      </pc:sldChg>
      <pc:sldChg chg="addSp delSp modSp add mod">
        <pc:chgData name="송 하권" userId="546ba1eaca679e52" providerId="LiveId" clId="{C2875BBA-5555-48B3-8580-25E12AE0ABD2}" dt="2021-05-27T00:38:23.295" v="1993" actId="1076"/>
        <pc:sldMkLst>
          <pc:docMk/>
          <pc:sldMk cId="575090809" sldId="338"/>
        </pc:sldMkLst>
        <pc:spChg chg="add mod">
          <ac:chgData name="송 하권" userId="546ba1eaca679e52" providerId="LiveId" clId="{C2875BBA-5555-48B3-8580-25E12AE0ABD2}" dt="2021-05-27T00:28:55.885" v="1485" actId="1076"/>
          <ac:spMkLst>
            <pc:docMk/>
            <pc:sldMk cId="575090809" sldId="338"/>
            <ac:spMk id="7" creationId="{12C99F51-EB84-4E6B-8E15-CD7D04C3260B}"/>
          </ac:spMkLst>
        </pc:spChg>
        <pc:spChg chg="add mod">
          <ac:chgData name="송 하권" userId="546ba1eaca679e52" providerId="LiveId" clId="{C2875BBA-5555-48B3-8580-25E12AE0ABD2}" dt="2021-05-27T00:38:23.295" v="1993" actId="1076"/>
          <ac:spMkLst>
            <pc:docMk/>
            <pc:sldMk cId="575090809" sldId="338"/>
            <ac:spMk id="8" creationId="{60F15049-39C9-43C2-AFAF-8A4890D0E364}"/>
          </ac:spMkLst>
        </pc:spChg>
        <pc:spChg chg="add mod">
          <ac:chgData name="송 하권" userId="546ba1eaca679e52" providerId="LiveId" clId="{C2875BBA-5555-48B3-8580-25E12AE0ABD2}" dt="2021-05-27T00:28:59" v="1487" actId="1076"/>
          <ac:spMkLst>
            <pc:docMk/>
            <pc:sldMk cId="575090809" sldId="338"/>
            <ac:spMk id="11" creationId="{E4C97D90-4B59-4DD5-966F-FA004B95245B}"/>
          </ac:spMkLst>
        </pc:spChg>
        <pc:spChg chg="mod">
          <ac:chgData name="송 하권" userId="546ba1eaca679e52" providerId="LiveId" clId="{C2875BBA-5555-48B3-8580-25E12AE0ABD2}" dt="2021-05-27T00:26:55.313" v="1445"/>
          <ac:spMkLst>
            <pc:docMk/>
            <pc:sldMk cId="575090809" sldId="338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0:29:03.292" v="1491" actId="1076"/>
          <ac:spMkLst>
            <pc:docMk/>
            <pc:sldMk cId="575090809" sldId="338"/>
            <ac:spMk id="16" creationId="{A7BC16A9-FEA9-4D86-9652-D276A5AF8AC0}"/>
          </ac:spMkLst>
        </pc:spChg>
        <pc:spChg chg="add mod">
          <ac:chgData name="송 하권" userId="546ba1eaca679e52" providerId="LiveId" clId="{C2875BBA-5555-48B3-8580-25E12AE0ABD2}" dt="2021-05-27T00:28:50.902" v="1484" actId="1076"/>
          <ac:spMkLst>
            <pc:docMk/>
            <pc:sldMk cId="575090809" sldId="338"/>
            <ac:spMk id="17" creationId="{94C4ABB8-AB2B-4A1C-8516-267ADBD7CD5C}"/>
          </ac:spMkLst>
        </pc:spChg>
        <pc:picChg chg="add mod">
          <ac:chgData name="송 하권" userId="546ba1eaca679e52" providerId="LiveId" clId="{C2875BBA-5555-48B3-8580-25E12AE0ABD2}" dt="2021-05-27T00:28:55.885" v="1485" actId="1076"/>
          <ac:picMkLst>
            <pc:docMk/>
            <pc:sldMk cId="575090809" sldId="338"/>
            <ac:picMk id="4" creationId="{D09DD157-FAFE-4812-B4FD-FB8FF349F3A2}"/>
          </ac:picMkLst>
        </pc:picChg>
        <pc:picChg chg="del mod">
          <ac:chgData name="송 하권" userId="546ba1eaca679e52" providerId="LiveId" clId="{C2875BBA-5555-48B3-8580-25E12AE0ABD2}" dt="2021-05-27T00:26:47.921" v="1435" actId="478"/>
          <ac:picMkLst>
            <pc:docMk/>
            <pc:sldMk cId="575090809" sldId="338"/>
            <ac:picMk id="5" creationId="{7AC4C60D-D918-4603-B6E3-1D35F4FA6DBA}"/>
          </ac:picMkLst>
        </pc:picChg>
        <pc:picChg chg="add mod">
          <ac:chgData name="송 하권" userId="546ba1eaca679e52" providerId="LiveId" clId="{C2875BBA-5555-48B3-8580-25E12AE0ABD2}" dt="2021-05-27T00:28:57.050" v="1486" actId="1076"/>
          <ac:picMkLst>
            <pc:docMk/>
            <pc:sldMk cId="575090809" sldId="338"/>
            <ac:picMk id="9" creationId="{92E187A0-143D-41A3-9DC2-381AC99D9765}"/>
          </ac:picMkLst>
        </pc:picChg>
        <pc:picChg chg="add mod ord">
          <ac:chgData name="송 하권" userId="546ba1eaca679e52" providerId="LiveId" clId="{C2875BBA-5555-48B3-8580-25E12AE0ABD2}" dt="2021-05-27T00:28:42.342" v="1477" actId="1076"/>
          <ac:picMkLst>
            <pc:docMk/>
            <pc:sldMk cId="575090809" sldId="338"/>
            <ac:picMk id="13" creationId="{65CFF6C6-B250-449A-B1F8-784562D02F1C}"/>
          </ac:picMkLst>
        </pc:picChg>
        <pc:picChg chg="add mod">
          <ac:chgData name="송 하권" userId="546ba1eaca679e52" providerId="LiveId" clId="{C2875BBA-5555-48B3-8580-25E12AE0ABD2}" dt="2021-05-27T00:28:39.036" v="1475" actId="208"/>
          <ac:picMkLst>
            <pc:docMk/>
            <pc:sldMk cId="575090809" sldId="338"/>
            <ac:picMk id="15" creationId="{4F4339EF-7B9F-4EF6-871B-EEA74B2EE53F}"/>
          </ac:picMkLst>
        </pc:picChg>
      </pc:sldChg>
      <pc:sldChg chg="addSp delSp modSp add mod">
        <pc:chgData name="송 하권" userId="546ba1eaca679e52" providerId="LiveId" clId="{C2875BBA-5555-48B3-8580-25E12AE0ABD2}" dt="2021-05-27T00:32:27.982" v="1705"/>
        <pc:sldMkLst>
          <pc:docMk/>
          <pc:sldMk cId="3485297207" sldId="339"/>
        </pc:sldMkLst>
        <pc:spChg chg="mod">
          <ac:chgData name="송 하권" userId="546ba1eaca679e52" providerId="LiveId" clId="{C2875BBA-5555-48B3-8580-25E12AE0ABD2}" dt="2021-05-27T00:32:27.982" v="1705"/>
          <ac:spMkLst>
            <pc:docMk/>
            <pc:sldMk cId="3485297207" sldId="339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0:29:53.056" v="1568" actId="478"/>
          <ac:spMkLst>
            <pc:docMk/>
            <pc:sldMk cId="3485297207" sldId="339"/>
            <ac:spMk id="17" creationId="{E810DAF1-22E2-4539-8491-93FCD84D1CD5}"/>
          </ac:spMkLst>
        </pc:spChg>
        <pc:spChg chg="mod">
          <ac:chgData name="송 하권" userId="546ba1eaca679e52" providerId="LiveId" clId="{C2875BBA-5555-48B3-8580-25E12AE0ABD2}" dt="2021-05-27T00:32:21.438" v="1704" actId="1076"/>
          <ac:spMkLst>
            <pc:docMk/>
            <pc:sldMk cId="3485297207" sldId="339"/>
            <ac:spMk id="27" creationId="{C3B355A5-6EE6-45A5-A01E-34F0A55DF3E1}"/>
          </ac:spMkLst>
        </pc:spChg>
        <pc:picChg chg="add del mod">
          <ac:chgData name="송 하권" userId="546ba1eaca679e52" providerId="LiveId" clId="{C2875BBA-5555-48B3-8580-25E12AE0ABD2}" dt="2021-05-27T00:31:26.421" v="1572" actId="478"/>
          <ac:picMkLst>
            <pc:docMk/>
            <pc:sldMk cId="3485297207" sldId="339"/>
            <ac:picMk id="4" creationId="{92A891E2-2407-42AD-BD9A-15EED4771924}"/>
          </ac:picMkLst>
        </pc:picChg>
        <pc:picChg chg="del">
          <ac:chgData name="송 하권" userId="546ba1eaca679e52" providerId="LiveId" clId="{C2875BBA-5555-48B3-8580-25E12AE0ABD2}" dt="2021-05-27T00:29:49.455" v="1564" actId="478"/>
          <ac:picMkLst>
            <pc:docMk/>
            <pc:sldMk cId="3485297207" sldId="339"/>
            <ac:picMk id="5" creationId="{9EF5BD70-231A-421E-A798-C0B48671060A}"/>
          </ac:picMkLst>
        </pc:picChg>
        <pc:picChg chg="add mod">
          <ac:chgData name="송 하권" userId="546ba1eaca679e52" providerId="LiveId" clId="{C2875BBA-5555-48B3-8580-25E12AE0ABD2}" dt="2021-05-27T00:32:17.371" v="1703" actId="208"/>
          <ac:picMkLst>
            <pc:docMk/>
            <pc:sldMk cId="3485297207" sldId="339"/>
            <ac:picMk id="7" creationId="{3AF7A31A-4BD7-4942-AE69-22BF81C2CDC7}"/>
          </ac:picMkLst>
        </pc:picChg>
        <pc:picChg chg="del">
          <ac:chgData name="송 하권" userId="546ba1eaca679e52" providerId="LiveId" clId="{C2875BBA-5555-48B3-8580-25E12AE0ABD2}" dt="2021-05-27T00:31:27.602" v="1573" actId="478"/>
          <ac:picMkLst>
            <pc:docMk/>
            <pc:sldMk cId="3485297207" sldId="339"/>
            <ac:picMk id="8" creationId="{B8797EA8-12F6-4AA6-9E1D-CD9D022BA3A9}"/>
          </ac:picMkLst>
        </pc:picChg>
      </pc:sldChg>
      <pc:sldChg chg="addSp delSp modSp add mod">
        <pc:chgData name="송 하권" userId="546ba1eaca679e52" providerId="LiveId" clId="{C2875BBA-5555-48B3-8580-25E12AE0ABD2}" dt="2021-05-27T00:46:24.590" v="2597" actId="478"/>
        <pc:sldMkLst>
          <pc:docMk/>
          <pc:sldMk cId="1245946639" sldId="340"/>
        </pc:sldMkLst>
        <pc:spChg chg="mod">
          <ac:chgData name="송 하권" userId="546ba1eaca679e52" providerId="LiveId" clId="{C2875BBA-5555-48B3-8580-25E12AE0ABD2}" dt="2021-05-27T00:43:11.503" v="2363" actId="20577"/>
          <ac:spMkLst>
            <pc:docMk/>
            <pc:sldMk cId="1245946639" sldId="340"/>
            <ac:spMk id="12" creationId="{2E9E2DF3-77FF-4929-AD25-40B6C4BF03B8}"/>
          </ac:spMkLst>
        </pc:spChg>
        <pc:spChg chg="add mod ord">
          <ac:chgData name="송 하권" userId="546ba1eaca679e52" providerId="LiveId" clId="{C2875BBA-5555-48B3-8580-25E12AE0ABD2}" dt="2021-05-27T00:43:28.095" v="2366" actId="1076"/>
          <ac:spMkLst>
            <pc:docMk/>
            <pc:sldMk cId="1245946639" sldId="340"/>
            <ac:spMk id="13" creationId="{02CDD30F-9B91-4E82-9CF5-FE558483B2EB}"/>
          </ac:spMkLst>
        </pc:spChg>
        <pc:spChg chg="add mod">
          <ac:chgData name="송 하권" userId="546ba1eaca679e52" providerId="LiveId" clId="{C2875BBA-5555-48B3-8580-25E12AE0ABD2}" dt="2021-05-27T00:43:28.095" v="2366" actId="1076"/>
          <ac:spMkLst>
            <pc:docMk/>
            <pc:sldMk cId="1245946639" sldId="340"/>
            <ac:spMk id="17" creationId="{1AAFA9AA-DE1D-4490-9295-B8086ABA98AF}"/>
          </ac:spMkLst>
        </pc:spChg>
        <pc:spChg chg="add mod">
          <ac:chgData name="송 하권" userId="546ba1eaca679e52" providerId="LiveId" clId="{C2875BBA-5555-48B3-8580-25E12AE0ABD2}" dt="2021-05-27T00:43:28.095" v="2366" actId="1076"/>
          <ac:spMkLst>
            <pc:docMk/>
            <pc:sldMk cId="1245946639" sldId="340"/>
            <ac:spMk id="21" creationId="{4F3C5539-B64A-4664-A3CE-42B34244B7BA}"/>
          </ac:spMkLst>
        </pc:spChg>
        <pc:spChg chg="del mod">
          <ac:chgData name="송 하권" userId="546ba1eaca679e52" providerId="LiveId" clId="{C2875BBA-5555-48B3-8580-25E12AE0ABD2}" dt="2021-05-27T00:46:24.590" v="2597" actId="478"/>
          <ac:spMkLst>
            <pc:docMk/>
            <pc:sldMk cId="1245946639" sldId="340"/>
            <ac:spMk id="23" creationId="{4B40DAA3-CA29-492A-8570-15B85140B072}"/>
          </ac:spMkLst>
        </pc:spChg>
        <pc:spChg chg="add mod">
          <ac:chgData name="송 하권" userId="546ba1eaca679e52" providerId="LiveId" clId="{C2875BBA-5555-48B3-8580-25E12AE0ABD2}" dt="2021-05-27T00:43:28.095" v="2366" actId="1076"/>
          <ac:spMkLst>
            <pc:docMk/>
            <pc:sldMk cId="1245946639" sldId="340"/>
            <ac:spMk id="24" creationId="{8D3A72AD-63E7-4C43-9692-9DC98C2E302A}"/>
          </ac:spMkLst>
        </pc:spChg>
        <pc:spChg chg="del">
          <ac:chgData name="송 하권" userId="546ba1eaca679e52" providerId="LiveId" clId="{C2875BBA-5555-48B3-8580-25E12AE0ABD2}" dt="2021-05-27T00:36:52.712" v="1922" actId="478"/>
          <ac:spMkLst>
            <pc:docMk/>
            <pc:sldMk cId="1245946639" sldId="340"/>
            <ac:spMk id="26" creationId="{5F7BF28F-AB2F-488E-9F16-0A37F51D9838}"/>
          </ac:spMkLst>
        </pc:spChg>
        <pc:spChg chg="del">
          <ac:chgData name="송 하권" userId="546ba1eaca679e52" providerId="LiveId" clId="{C2875BBA-5555-48B3-8580-25E12AE0ABD2}" dt="2021-05-27T00:36:52.319" v="1921" actId="478"/>
          <ac:spMkLst>
            <pc:docMk/>
            <pc:sldMk cId="1245946639" sldId="340"/>
            <ac:spMk id="27" creationId="{C3B355A5-6EE6-45A5-A01E-34F0A55DF3E1}"/>
          </ac:spMkLst>
        </pc:spChg>
        <pc:picChg chg="del">
          <ac:chgData name="송 하권" userId="546ba1eaca679e52" providerId="LiveId" clId="{C2875BBA-5555-48B3-8580-25E12AE0ABD2}" dt="2021-05-27T00:36:51.166" v="1919" actId="478"/>
          <ac:picMkLst>
            <pc:docMk/>
            <pc:sldMk cId="1245946639" sldId="340"/>
            <ac:picMk id="4" creationId="{92A891E2-2407-42AD-BD9A-15EED4771924}"/>
          </ac:picMkLst>
        </pc:picChg>
        <pc:picChg chg="add del mod ord">
          <ac:chgData name="송 하권" userId="546ba1eaca679e52" providerId="LiveId" clId="{C2875BBA-5555-48B3-8580-25E12AE0ABD2}" dt="2021-05-27T00:46:24.590" v="2597" actId="478"/>
          <ac:picMkLst>
            <pc:docMk/>
            <pc:sldMk cId="1245946639" sldId="340"/>
            <ac:picMk id="5" creationId="{818F2A50-2BA5-4316-A750-BF022BBD7D78}"/>
          </ac:picMkLst>
        </pc:picChg>
        <pc:picChg chg="del mod">
          <ac:chgData name="송 하권" userId="546ba1eaca679e52" providerId="LiveId" clId="{C2875BBA-5555-48B3-8580-25E12AE0ABD2}" dt="2021-05-27T00:37:15.520" v="1932" actId="478"/>
          <ac:picMkLst>
            <pc:docMk/>
            <pc:sldMk cId="1245946639" sldId="340"/>
            <ac:picMk id="7" creationId="{3AF7A31A-4BD7-4942-AE69-22BF81C2CDC7}"/>
          </ac:picMkLst>
        </pc:picChg>
        <pc:picChg chg="add mod">
          <ac:chgData name="송 하권" userId="546ba1eaca679e52" providerId="LiveId" clId="{C2875BBA-5555-48B3-8580-25E12AE0ABD2}" dt="2021-05-27T00:43:28.095" v="2366" actId="1076"/>
          <ac:picMkLst>
            <pc:docMk/>
            <pc:sldMk cId="1245946639" sldId="340"/>
            <ac:picMk id="8" creationId="{80665A3F-286E-4F1C-8299-F3C22D5B427F}"/>
          </ac:picMkLst>
        </pc:picChg>
        <pc:picChg chg="add del">
          <ac:chgData name="송 하권" userId="546ba1eaca679e52" providerId="LiveId" clId="{C2875BBA-5555-48B3-8580-25E12AE0ABD2}" dt="2021-05-27T00:38:18.927" v="1992" actId="478"/>
          <ac:picMkLst>
            <pc:docMk/>
            <pc:sldMk cId="1245946639" sldId="340"/>
            <ac:picMk id="10" creationId="{86929979-F3B0-4485-94AA-AC930126FC97}"/>
          </ac:picMkLst>
        </pc:picChg>
        <pc:picChg chg="add mod modCrop">
          <ac:chgData name="송 하권" userId="546ba1eaca679e52" providerId="LiveId" clId="{C2875BBA-5555-48B3-8580-25E12AE0ABD2}" dt="2021-05-27T00:43:28.095" v="2366" actId="1076"/>
          <ac:picMkLst>
            <pc:docMk/>
            <pc:sldMk cId="1245946639" sldId="340"/>
            <ac:picMk id="14" creationId="{83F334CA-D83F-4B8F-9354-EF33499118D4}"/>
          </ac:picMkLst>
        </pc:picChg>
        <pc:picChg chg="add mod">
          <ac:chgData name="송 하권" userId="546ba1eaca679e52" providerId="LiveId" clId="{C2875BBA-5555-48B3-8580-25E12AE0ABD2}" dt="2021-05-27T00:43:28.095" v="2366" actId="1076"/>
          <ac:picMkLst>
            <pc:docMk/>
            <pc:sldMk cId="1245946639" sldId="340"/>
            <ac:picMk id="16" creationId="{0886B5F1-7BD2-4988-B061-F52C7E152F22}"/>
          </ac:picMkLst>
        </pc:picChg>
        <pc:picChg chg="del">
          <ac:chgData name="송 하권" userId="546ba1eaca679e52" providerId="LiveId" clId="{C2875BBA-5555-48B3-8580-25E12AE0ABD2}" dt="2021-05-27T00:36:51.846" v="1920" actId="478"/>
          <ac:picMkLst>
            <pc:docMk/>
            <pc:sldMk cId="1245946639" sldId="340"/>
            <ac:picMk id="20" creationId="{1EF85350-C3A9-4B7E-B931-2B0A86E2A63B}"/>
          </ac:picMkLst>
        </pc:picChg>
      </pc:sldChg>
      <pc:sldChg chg="addSp delSp modSp add mod">
        <pc:chgData name="송 하권" userId="546ba1eaca679e52" providerId="LiveId" clId="{C2875BBA-5555-48B3-8580-25E12AE0ABD2}" dt="2021-05-27T00:42:59.213" v="2360"/>
        <pc:sldMkLst>
          <pc:docMk/>
          <pc:sldMk cId="3449007425" sldId="341"/>
        </pc:sldMkLst>
        <pc:spChg chg="mod">
          <ac:chgData name="송 하권" userId="546ba1eaca679e52" providerId="LiveId" clId="{C2875BBA-5555-48B3-8580-25E12AE0ABD2}" dt="2021-05-27T00:42:59.213" v="2360"/>
          <ac:spMkLst>
            <pc:docMk/>
            <pc:sldMk cId="3449007425" sldId="341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0:40:35.384" v="2126" actId="478"/>
          <ac:spMkLst>
            <pc:docMk/>
            <pc:sldMk cId="3449007425" sldId="341"/>
            <ac:spMk id="13" creationId="{02CDD30F-9B91-4E82-9CF5-FE558483B2EB}"/>
          </ac:spMkLst>
        </pc:spChg>
        <pc:spChg chg="del">
          <ac:chgData name="송 하권" userId="546ba1eaca679e52" providerId="LiveId" clId="{C2875BBA-5555-48B3-8580-25E12AE0ABD2}" dt="2021-05-27T00:40:34.832" v="2125" actId="478"/>
          <ac:spMkLst>
            <pc:docMk/>
            <pc:sldMk cId="3449007425" sldId="341"/>
            <ac:spMk id="17" creationId="{1AAFA9AA-DE1D-4490-9295-B8086ABA98AF}"/>
          </ac:spMkLst>
        </pc:spChg>
        <pc:spChg chg="add mod">
          <ac:chgData name="송 하권" userId="546ba1eaca679e52" providerId="LiveId" clId="{C2875BBA-5555-48B3-8580-25E12AE0ABD2}" dt="2021-05-27T00:42:12.494" v="2345" actId="1076"/>
          <ac:spMkLst>
            <pc:docMk/>
            <pc:sldMk cId="3449007425" sldId="341"/>
            <ac:spMk id="18" creationId="{C142EB7F-BFF4-4336-B097-461581921D1B}"/>
          </ac:spMkLst>
        </pc:spChg>
        <pc:spChg chg="add mod">
          <ac:chgData name="송 하권" userId="546ba1eaca679e52" providerId="LiveId" clId="{C2875BBA-5555-48B3-8580-25E12AE0ABD2}" dt="2021-05-27T00:42:44.271" v="2358" actId="1076"/>
          <ac:spMkLst>
            <pc:docMk/>
            <pc:sldMk cId="3449007425" sldId="341"/>
            <ac:spMk id="20" creationId="{A37BC8C7-193A-48E4-8FD3-4F9F7D577409}"/>
          </ac:spMkLst>
        </pc:spChg>
        <pc:spChg chg="del">
          <ac:chgData name="송 하권" userId="546ba1eaca679e52" providerId="LiveId" clId="{C2875BBA-5555-48B3-8580-25E12AE0ABD2}" dt="2021-05-27T00:40:37.583" v="2131" actId="478"/>
          <ac:spMkLst>
            <pc:docMk/>
            <pc:sldMk cId="3449007425" sldId="341"/>
            <ac:spMk id="21" creationId="{4F3C5539-B64A-4664-A3CE-42B34244B7BA}"/>
          </ac:spMkLst>
        </pc:spChg>
        <pc:spChg chg="del mod">
          <ac:chgData name="송 하권" userId="546ba1eaca679e52" providerId="LiveId" clId="{C2875BBA-5555-48B3-8580-25E12AE0ABD2}" dt="2021-05-27T00:42:16.719" v="2346" actId="478"/>
          <ac:spMkLst>
            <pc:docMk/>
            <pc:sldMk cId="3449007425" sldId="341"/>
            <ac:spMk id="23" creationId="{4B40DAA3-CA29-492A-8570-15B85140B072}"/>
          </ac:spMkLst>
        </pc:spChg>
        <pc:spChg chg="del">
          <ac:chgData name="송 하권" userId="546ba1eaca679e52" providerId="LiveId" clId="{C2875BBA-5555-48B3-8580-25E12AE0ABD2}" dt="2021-05-27T00:40:36.544" v="2130" actId="478"/>
          <ac:spMkLst>
            <pc:docMk/>
            <pc:sldMk cId="3449007425" sldId="341"/>
            <ac:spMk id="24" creationId="{8D3A72AD-63E7-4C43-9692-9DC98C2E302A}"/>
          </ac:spMkLst>
        </pc:spChg>
        <pc:picChg chg="add mod">
          <ac:chgData name="송 하권" userId="546ba1eaca679e52" providerId="LiveId" clId="{C2875BBA-5555-48B3-8580-25E12AE0ABD2}" dt="2021-05-27T00:42:12.494" v="2345" actId="1076"/>
          <ac:picMkLst>
            <pc:docMk/>
            <pc:sldMk cId="3449007425" sldId="341"/>
            <ac:picMk id="4" creationId="{0D4C82F6-423E-47E3-9EF4-701645EA98EE}"/>
          </ac:picMkLst>
        </pc:picChg>
        <pc:picChg chg="del mod">
          <ac:chgData name="송 하권" userId="546ba1eaca679e52" providerId="LiveId" clId="{C2875BBA-5555-48B3-8580-25E12AE0ABD2}" dt="2021-05-27T00:42:16.719" v="2346" actId="478"/>
          <ac:picMkLst>
            <pc:docMk/>
            <pc:sldMk cId="3449007425" sldId="341"/>
            <ac:picMk id="5" creationId="{818F2A50-2BA5-4316-A750-BF022BBD7D78}"/>
          </ac:picMkLst>
        </pc:picChg>
        <pc:picChg chg="add mod">
          <ac:chgData name="송 하권" userId="546ba1eaca679e52" providerId="LiveId" clId="{C2875BBA-5555-48B3-8580-25E12AE0ABD2}" dt="2021-05-27T00:42:20.839" v="2347" actId="1076"/>
          <ac:picMkLst>
            <pc:docMk/>
            <pc:sldMk cId="3449007425" sldId="341"/>
            <ac:picMk id="7" creationId="{355A10A1-8D24-4FC5-8FC0-E1A946F6434D}"/>
          </ac:picMkLst>
        </pc:picChg>
        <pc:picChg chg="del">
          <ac:chgData name="송 하권" userId="546ba1eaca679e52" providerId="LiveId" clId="{C2875BBA-5555-48B3-8580-25E12AE0ABD2}" dt="2021-05-27T00:40:34.487" v="2124" actId="478"/>
          <ac:picMkLst>
            <pc:docMk/>
            <pc:sldMk cId="3449007425" sldId="341"/>
            <ac:picMk id="8" creationId="{80665A3F-286E-4F1C-8299-F3C22D5B427F}"/>
          </ac:picMkLst>
        </pc:picChg>
        <pc:picChg chg="add mod">
          <ac:chgData name="송 하권" userId="546ba1eaca679e52" providerId="LiveId" clId="{C2875BBA-5555-48B3-8580-25E12AE0ABD2}" dt="2021-05-27T00:42:36.615" v="2352" actId="208"/>
          <ac:picMkLst>
            <pc:docMk/>
            <pc:sldMk cId="3449007425" sldId="341"/>
            <ac:picMk id="10" creationId="{7C77DCD1-68C7-4121-B3D7-7436D0DAA551}"/>
          </ac:picMkLst>
        </pc:picChg>
        <pc:picChg chg="del">
          <ac:chgData name="송 하권" userId="546ba1eaca679e52" providerId="LiveId" clId="{C2875BBA-5555-48B3-8580-25E12AE0ABD2}" dt="2021-05-27T00:40:35.654" v="2127" actId="478"/>
          <ac:picMkLst>
            <pc:docMk/>
            <pc:sldMk cId="3449007425" sldId="341"/>
            <ac:picMk id="14" creationId="{83F334CA-D83F-4B8F-9354-EF33499118D4}"/>
          </ac:picMkLst>
        </pc:picChg>
        <pc:picChg chg="del mod">
          <ac:chgData name="송 하권" userId="546ba1eaca679e52" providerId="LiveId" clId="{C2875BBA-5555-48B3-8580-25E12AE0ABD2}" dt="2021-05-27T00:40:36.055" v="2129" actId="478"/>
          <ac:picMkLst>
            <pc:docMk/>
            <pc:sldMk cId="3449007425" sldId="341"/>
            <ac:picMk id="16" creationId="{0886B5F1-7BD2-4988-B061-F52C7E152F22}"/>
          </ac:picMkLst>
        </pc:picChg>
      </pc:sldChg>
      <pc:sldChg chg="addSp delSp modSp add mod">
        <pc:chgData name="송 하권" userId="546ba1eaca679e52" providerId="LiveId" clId="{C2875BBA-5555-48B3-8580-25E12AE0ABD2}" dt="2021-05-27T00:44:25.855" v="2385" actId="1076"/>
        <pc:sldMkLst>
          <pc:docMk/>
          <pc:sldMk cId="2068850773" sldId="342"/>
        </pc:sldMkLst>
        <pc:spChg chg="mod">
          <ac:chgData name="송 하권" userId="546ba1eaca679e52" providerId="LiveId" clId="{C2875BBA-5555-48B3-8580-25E12AE0ABD2}" dt="2021-05-27T00:43:48.248" v="2372" actId="20577"/>
          <ac:spMkLst>
            <pc:docMk/>
            <pc:sldMk cId="2068850773" sldId="342"/>
            <ac:spMk id="12" creationId="{2E9E2DF3-77FF-4929-AD25-40B6C4BF03B8}"/>
          </ac:spMkLst>
        </pc:spChg>
        <pc:spChg chg="mod">
          <ac:chgData name="송 하권" userId="546ba1eaca679e52" providerId="LiveId" clId="{C2875BBA-5555-48B3-8580-25E12AE0ABD2}" dt="2021-05-27T00:43:53.071" v="2375" actId="1076"/>
          <ac:spMkLst>
            <pc:docMk/>
            <pc:sldMk cId="2068850773" sldId="342"/>
            <ac:spMk id="23" creationId="{4B40DAA3-CA29-492A-8570-15B85140B072}"/>
          </ac:spMkLst>
        </pc:spChg>
        <pc:spChg chg="mod">
          <ac:chgData name="송 하권" userId="546ba1eaca679e52" providerId="LiveId" clId="{C2875BBA-5555-48B3-8580-25E12AE0ABD2}" dt="2021-05-27T00:44:25.855" v="2385" actId="1076"/>
          <ac:spMkLst>
            <pc:docMk/>
            <pc:sldMk cId="2068850773" sldId="342"/>
            <ac:spMk id="26" creationId="{5F7BF28F-AB2F-488E-9F16-0A37F51D9838}"/>
          </ac:spMkLst>
        </pc:spChg>
        <pc:spChg chg="mod">
          <ac:chgData name="송 하권" userId="546ba1eaca679e52" providerId="LiveId" clId="{C2875BBA-5555-48B3-8580-25E12AE0ABD2}" dt="2021-05-27T00:43:51.303" v="2374" actId="1076"/>
          <ac:spMkLst>
            <pc:docMk/>
            <pc:sldMk cId="2068850773" sldId="342"/>
            <ac:spMk id="27" creationId="{C3B355A5-6EE6-45A5-A01E-34F0A55DF3E1}"/>
          </ac:spMkLst>
        </pc:spChg>
        <pc:picChg chg="del">
          <ac:chgData name="송 하권" userId="546ba1eaca679e52" providerId="LiveId" clId="{C2875BBA-5555-48B3-8580-25E12AE0ABD2}" dt="2021-05-27T00:43:40.375" v="2368" actId="478"/>
          <ac:picMkLst>
            <pc:docMk/>
            <pc:sldMk cId="2068850773" sldId="342"/>
            <ac:picMk id="4" creationId="{92A891E2-2407-42AD-BD9A-15EED4771924}"/>
          </ac:picMkLst>
        </pc:picChg>
        <pc:picChg chg="add mod">
          <ac:chgData name="송 하권" userId="546ba1eaca679e52" providerId="LiveId" clId="{C2875BBA-5555-48B3-8580-25E12AE0ABD2}" dt="2021-05-27T00:44:23.991" v="2384" actId="208"/>
          <ac:picMkLst>
            <pc:docMk/>
            <pc:sldMk cId="2068850773" sldId="342"/>
            <ac:picMk id="5" creationId="{AF2DDA74-58DF-4EC7-85E0-51E30C9C4339}"/>
          </ac:picMkLst>
        </pc:picChg>
        <pc:picChg chg="del">
          <ac:chgData name="송 하권" userId="546ba1eaca679e52" providerId="LiveId" clId="{C2875BBA-5555-48B3-8580-25E12AE0ABD2}" dt="2021-05-27T00:43:40.679" v="2369" actId="478"/>
          <ac:picMkLst>
            <pc:docMk/>
            <pc:sldMk cId="2068850773" sldId="342"/>
            <ac:picMk id="7" creationId="{3AF7A31A-4BD7-4942-AE69-22BF81C2CDC7}"/>
          </ac:picMkLst>
        </pc:picChg>
        <pc:picChg chg="add mod">
          <ac:chgData name="송 하권" userId="546ba1eaca679e52" providerId="LiveId" clId="{C2875BBA-5555-48B3-8580-25E12AE0ABD2}" dt="2021-05-27T00:43:50.166" v="2373" actId="1076"/>
          <ac:picMkLst>
            <pc:docMk/>
            <pc:sldMk cId="2068850773" sldId="342"/>
            <ac:picMk id="10" creationId="{26E15C28-BCF6-4D7B-A72A-12A04592A478}"/>
          </ac:picMkLst>
        </pc:picChg>
        <pc:picChg chg="mod">
          <ac:chgData name="송 하권" userId="546ba1eaca679e52" providerId="LiveId" clId="{C2875BBA-5555-48B3-8580-25E12AE0ABD2}" dt="2021-05-27T00:43:53.071" v="2375" actId="1076"/>
          <ac:picMkLst>
            <pc:docMk/>
            <pc:sldMk cId="2068850773" sldId="342"/>
            <ac:picMk id="20" creationId="{1EF85350-C3A9-4B7E-B931-2B0A86E2A63B}"/>
          </ac:picMkLst>
        </pc:picChg>
      </pc:sldChg>
      <pc:sldChg chg="addSp delSp modSp add mod">
        <pc:chgData name="송 하권" userId="546ba1eaca679e52" providerId="LiveId" clId="{C2875BBA-5555-48B3-8580-25E12AE0ABD2}" dt="2021-05-27T00:55:28.583" v="3130" actId="22"/>
        <pc:sldMkLst>
          <pc:docMk/>
          <pc:sldMk cId="1862430106" sldId="343"/>
        </pc:sldMkLst>
        <pc:spChg chg="add mod">
          <ac:chgData name="송 하권" userId="546ba1eaca679e52" providerId="LiveId" clId="{C2875BBA-5555-48B3-8580-25E12AE0ABD2}" dt="2021-05-27T00:49:45.903" v="2752" actId="1076"/>
          <ac:spMkLst>
            <pc:docMk/>
            <pc:sldMk cId="1862430106" sldId="343"/>
            <ac:spMk id="11" creationId="{66A4182D-B6E0-47FF-80BF-884D869C506C}"/>
          </ac:spMkLst>
        </pc:spChg>
        <pc:spChg chg="mod">
          <ac:chgData name="송 하권" userId="546ba1eaca679e52" providerId="LiveId" clId="{C2875BBA-5555-48B3-8580-25E12AE0ABD2}" dt="2021-05-27T00:49:55.168" v="2803" actId="20577"/>
          <ac:spMkLst>
            <pc:docMk/>
            <pc:sldMk cId="1862430106" sldId="343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0:49:45.903" v="2752" actId="1076"/>
          <ac:spMkLst>
            <pc:docMk/>
            <pc:sldMk cId="1862430106" sldId="343"/>
            <ac:spMk id="15" creationId="{3620855C-2948-4783-A712-2DE322462788}"/>
          </ac:spMkLst>
        </pc:spChg>
        <pc:spChg chg="add mod">
          <ac:chgData name="송 하권" userId="546ba1eaca679e52" providerId="LiveId" clId="{C2875BBA-5555-48B3-8580-25E12AE0ABD2}" dt="2021-05-27T00:49:45.903" v="2752" actId="1076"/>
          <ac:spMkLst>
            <pc:docMk/>
            <pc:sldMk cId="1862430106" sldId="343"/>
            <ac:spMk id="16" creationId="{C3084AA3-D072-45AF-803B-C2AE0871A7AE}"/>
          </ac:spMkLst>
        </pc:spChg>
        <pc:spChg chg="add mod">
          <ac:chgData name="송 하권" userId="546ba1eaca679e52" providerId="LiveId" clId="{C2875BBA-5555-48B3-8580-25E12AE0ABD2}" dt="2021-05-27T00:49:45.903" v="2752" actId="1076"/>
          <ac:spMkLst>
            <pc:docMk/>
            <pc:sldMk cId="1862430106" sldId="343"/>
            <ac:spMk id="17" creationId="{D2405925-D569-4CF4-89E3-3764EFF0869C}"/>
          </ac:spMkLst>
        </pc:spChg>
        <pc:spChg chg="del">
          <ac:chgData name="송 하권" userId="546ba1eaca679e52" providerId="LiveId" clId="{C2875BBA-5555-48B3-8580-25E12AE0ABD2}" dt="2021-05-27T00:45:38.175" v="2510" actId="478"/>
          <ac:spMkLst>
            <pc:docMk/>
            <pc:sldMk cId="1862430106" sldId="343"/>
            <ac:spMk id="18" creationId="{C142EB7F-BFF4-4336-B097-461581921D1B}"/>
          </ac:spMkLst>
        </pc:spChg>
        <pc:spChg chg="add mod">
          <ac:chgData name="송 하권" userId="546ba1eaca679e52" providerId="LiveId" clId="{C2875BBA-5555-48B3-8580-25E12AE0ABD2}" dt="2021-05-27T00:49:45.903" v="2752" actId="1076"/>
          <ac:spMkLst>
            <pc:docMk/>
            <pc:sldMk cId="1862430106" sldId="343"/>
            <ac:spMk id="19" creationId="{3A78DA62-6954-4C74-9A0A-0BD62FD72525}"/>
          </ac:spMkLst>
        </pc:spChg>
        <pc:spChg chg="del">
          <ac:chgData name="송 하권" userId="546ba1eaca679e52" providerId="LiveId" clId="{C2875BBA-5555-48B3-8580-25E12AE0ABD2}" dt="2021-05-27T00:45:38.175" v="2510" actId="478"/>
          <ac:spMkLst>
            <pc:docMk/>
            <pc:sldMk cId="1862430106" sldId="343"/>
            <ac:spMk id="20" creationId="{A37BC8C7-193A-48E4-8FD3-4F9F7D577409}"/>
          </ac:spMkLst>
        </pc:spChg>
        <pc:picChg chg="del">
          <ac:chgData name="송 하권" userId="546ba1eaca679e52" providerId="LiveId" clId="{C2875BBA-5555-48B3-8580-25E12AE0ABD2}" dt="2021-05-27T00:45:35.878" v="2509" actId="478"/>
          <ac:picMkLst>
            <pc:docMk/>
            <pc:sldMk cId="1862430106" sldId="343"/>
            <ac:picMk id="4" creationId="{0D4C82F6-423E-47E3-9EF4-701645EA98EE}"/>
          </ac:picMkLst>
        </pc:picChg>
        <pc:picChg chg="add mod">
          <ac:chgData name="송 하권" userId="546ba1eaca679e52" providerId="LiveId" clId="{C2875BBA-5555-48B3-8580-25E12AE0ABD2}" dt="2021-05-27T00:49:45.903" v="2752" actId="1076"/>
          <ac:picMkLst>
            <pc:docMk/>
            <pc:sldMk cId="1862430106" sldId="343"/>
            <ac:picMk id="5" creationId="{C1852207-DBA8-4E30-821F-71E9C532DC34}"/>
          </ac:picMkLst>
        </pc:picChg>
        <pc:picChg chg="del">
          <ac:chgData name="송 하권" userId="546ba1eaca679e52" providerId="LiveId" clId="{C2875BBA-5555-48B3-8580-25E12AE0ABD2}" dt="2021-05-27T00:45:38.175" v="2510" actId="478"/>
          <ac:picMkLst>
            <pc:docMk/>
            <pc:sldMk cId="1862430106" sldId="343"/>
            <ac:picMk id="7" creationId="{355A10A1-8D24-4FC5-8FC0-E1A946F6434D}"/>
          </ac:picMkLst>
        </pc:picChg>
        <pc:picChg chg="add mod">
          <ac:chgData name="송 하권" userId="546ba1eaca679e52" providerId="LiveId" clId="{C2875BBA-5555-48B3-8580-25E12AE0ABD2}" dt="2021-05-27T00:49:45.903" v="2752" actId="1076"/>
          <ac:picMkLst>
            <pc:docMk/>
            <pc:sldMk cId="1862430106" sldId="343"/>
            <ac:picMk id="8" creationId="{61B4A2C7-317D-4487-9E2A-FF103A147107}"/>
          </ac:picMkLst>
        </pc:picChg>
        <pc:picChg chg="add mod">
          <ac:chgData name="송 하권" userId="546ba1eaca679e52" providerId="LiveId" clId="{C2875BBA-5555-48B3-8580-25E12AE0ABD2}" dt="2021-05-27T00:49:45.903" v="2752" actId="1076"/>
          <ac:picMkLst>
            <pc:docMk/>
            <pc:sldMk cId="1862430106" sldId="343"/>
            <ac:picMk id="9" creationId="{49824F4A-0E7A-4C92-ABFB-7C11EC06088E}"/>
          </ac:picMkLst>
        </pc:picChg>
        <pc:picChg chg="del">
          <ac:chgData name="송 하권" userId="546ba1eaca679e52" providerId="LiveId" clId="{C2875BBA-5555-48B3-8580-25E12AE0ABD2}" dt="2021-05-27T00:45:38.175" v="2510" actId="478"/>
          <ac:picMkLst>
            <pc:docMk/>
            <pc:sldMk cId="1862430106" sldId="343"/>
            <ac:picMk id="10" creationId="{7C77DCD1-68C7-4121-B3D7-7436D0DAA551}"/>
          </ac:picMkLst>
        </pc:picChg>
        <pc:picChg chg="add">
          <ac:chgData name="송 하권" userId="546ba1eaca679e52" providerId="LiveId" clId="{C2875BBA-5555-48B3-8580-25E12AE0ABD2}" dt="2021-05-27T00:55:28.583" v="3130" actId="22"/>
          <ac:picMkLst>
            <pc:docMk/>
            <pc:sldMk cId="1862430106" sldId="343"/>
            <ac:picMk id="14" creationId="{8DCFC51A-3D7A-4940-9D09-513421593D40}"/>
          </ac:picMkLst>
        </pc:picChg>
      </pc:sldChg>
      <pc:sldChg chg="addSp delSp modSp add mod">
        <pc:chgData name="송 하권" userId="546ba1eaca679e52" providerId="LiveId" clId="{C2875BBA-5555-48B3-8580-25E12AE0ABD2}" dt="2021-05-27T00:55:37.439" v="3133" actId="14100"/>
        <pc:sldMkLst>
          <pc:docMk/>
          <pc:sldMk cId="1687444857" sldId="344"/>
        </pc:sldMkLst>
        <pc:spChg chg="mod">
          <ac:chgData name="송 하권" userId="546ba1eaca679e52" providerId="LiveId" clId="{C2875BBA-5555-48B3-8580-25E12AE0ABD2}" dt="2021-05-27T00:53:53.728" v="3121" actId="20577"/>
          <ac:spMkLst>
            <pc:docMk/>
            <pc:sldMk cId="1687444857" sldId="344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0:53:57.951" v="3122" actId="1076"/>
          <ac:spMkLst>
            <pc:docMk/>
            <pc:sldMk cId="1687444857" sldId="344"/>
            <ac:spMk id="14" creationId="{7FE40ABA-EF37-486A-AD9A-529E8494D35A}"/>
          </ac:spMkLst>
        </pc:spChg>
        <pc:spChg chg="add mod">
          <ac:chgData name="송 하권" userId="546ba1eaca679e52" providerId="LiveId" clId="{C2875BBA-5555-48B3-8580-25E12AE0ABD2}" dt="2021-05-27T00:53:57.951" v="3122" actId="1076"/>
          <ac:spMkLst>
            <pc:docMk/>
            <pc:sldMk cId="1687444857" sldId="344"/>
            <ac:spMk id="15" creationId="{D4F8EECC-868F-4177-909C-576BDF8831E7}"/>
          </ac:spMkLst>
        </pc:spChg>
        <pc:spChg chg="add mod">
          <ac:chgData name="송 하권" userId="546ba1eaca679e52" providerId="LiveId" clId="{C2875BBA-5555-48B3-8580-25E12AE0ABD2}" dt="2021-05-27T00:54:01.967" v="3123" actId="1076"/>
          <ac:spMkLst>
            <pc:docMk/>
            <pc:sldMk cId="1687444857" sldId="344"/>
            <ac:spMk id="16" creationId="{D88A1017-A4F7-46F1-8F6F-774F6D46BDA3}"/>
          </ac:spMkLst>
        </pc:spChg>
        <pc:spChg chg="add mod">
          <ac:chgData name="송 하권" userId="546ba1eaca679e52" providerId="LiveId" clId="{C2875BBA-5555-48B3-8580-25E12AE0ABD2}" dt="2021-05-27T00:53:57.951" v="3122" actId="1076"/>
          <ac:spMkLst>
            <pc:docMk/>
            <pc:sldMk cId="1687444857" sldId="344"/>
            <ac:spMk id="17" creationId="{C1124074-D657-475D-B29C-545A686C7F85}"/>
          </ac:spMkLst>
        </pc:spChg>
        <pc:spChg chg="add mod">
          <ac:chgData name="송 하권" userId="546ba1eaca679e52" providerId="LiveId" clId="{C2875BBA-5555-48B3-8580-25E12AE0ABD2}" dt="2021-05-27T00:55:37.439" v="3133" actId="14100"/>
          <ac:spMkLst>
            <pc:docMk/>
            <pc:sldMk cId="1687444857" sldId="344"/>
            <ac:spMk id="21" creationId="{4C687E11-80F1-45D1-89E5-9A4D2A74FE6D}"/>
          </ac:spMkLst>
        </pc:spChg>
        <pc:spChg chg="del">
          <ac:chgData name="송 하권" userId="546ba1eaca679e52" providerId="LiveId" clId="{C2875BBA-5555-48B3-8580-25E12AE0ABD2}" dt="2021-05-27T00:50:50.728" v="2922" actId="478"/>
          <ac:spMkLst>
            <pc:docMk/>
            <pc:sldMk cId="1687444857" sldId="344"/>
            <ac:spMk id="23" creationId="{4B40DAA3-CA29-492A-8570-15B85140B072}"/>
          </ac:spMkLst>
        </pc:spChg>
        <pc:spChg chg="del">
          <ac:chgData name="송 하권" userId="546ba1eaca679e52" providerId="LiveId" clId="{C2875BBA-5555-48B3-8580-25E12AE0ABD2}" dt="2021-05-27T00:50:49.480" v="2920" actId="478"/>
          <ac:spMkLst>
            <pc:docMk/>
            <pc:sldMk cId="1687444857" sldId="344"/>
            <ac:spMk id="26" creationId="{5F7BF28F-AB2F-488E-9F16-0A37F51D9838}"/>
          </ac:spMkLst>
        </pc:spChg>
        <pc:spChg chg="del">
          <ac:chgData name="송 하권" userId="546ba1eaca679e52" providerId="LiveId" clId="{C2875BBA-5555-48B3-8580-25E12AE0ABD2}" dt="2021-05-27T00:50:49.097" v="2919" actId="478"/>
          <ac:spMkLst>
            <pc:docMk/>
            <pc:sldMk cId="1687444857" sldId="344"/>
            <ac:spMk id="27" creationId="{C3B355A5-6EE6-45A5-A01E-34F0A55DF3E1}"/>
          </ac:spMkLst>
        </pc:spChg>
        <pc:picChg chg="add mod">
          <ac:chgData name="송 하권" userId="546ba1eaca679e52" providerId="LiveId" clId="{C2875BBA-5555-48B3-8580-25E12AE0ABD2}" dt="2021-05-27T00:53:57.951" v="3122" actId="1076"/>
          <ac:picMkLst>
            <pc:docMk/>
            <pc:sldMk cId="1687444857" sldId="344"/>
            <ac:picMk id="4" creationId="{9450D499-8A37-4B87-8D23-5B8072DCDFF9}"/>
          </ac:picMkLst>
        </pc:picChg>
        <pc:picChg chg="del">
          <ac:chgData name="송 하권" userId="546ba1eaca679e52" providerId="LiveId" clId="{C2875BBA-5555-48B3-8580-25E12AE0ABD2}" dt="2021-05-27T00:50:48.488" v="2918" actId="478"/>
          <ac:picMkLst>
            <pc:docMk/>
            <pc:sldMk cId="1687444857" sldId="344"/>
            <ac:picMk id="5" creationId="{AF2DDA74-58DF-4EC7-85E0-51E30C9C4339}"/>
          </ac:picMkLst>
        </pc:picChg>
        <pc:picChg chg="add del mod">
          <ac:chgData name="송 하권" userId="546ba1eaca679e52" providerId="LiveId" clId="{C2875BBA-5555-48B3-8580-25E12AE0ABD2}" dt="2021-05-27T00:55:16.127" v="3124" actId="478"/>
          <ac:picMkLst>
            <pc:docMk/>
            <pc:sldMk cId="1687444857" sldId="344"/>
            <ac:picMk id="7" creationId="{C30CB2F3-4EF9-45A7-B4F9-E1BB49D4EAC8}"/>
          </ac:picMkLst>
        </pc:picChg>
        <pc:picChg chg="add mod">
          <ac:chgData name="송 하권" userId="546ba1eaca679e52" providerId="LiveId" clId="{C2875BBA-5555-48B3-8580-25E12AE0ABD2}" dt="2021-05-27T00:55:26.632" v="3129" actId="208"/>
          <ac:picMkLst>
            <pc:docMk/>
            <pc:sldMk cId="1687444857" sldId="344"/>
            <ac:picMk id="9" creationId="{163605F1-94D6-45A1-9872-A26006E2324F}"/>
          </ac:picMkLst>
        </pc:picChg>
        <pc:picChg chg="del">
          <ac:chgData name="송 하권" userId="546ba1eaca679e52" providerId="LiveId" clId="{C2875BBA-5555-48B3-8580-25E12AE0ABD2}" dt="2021-05-27T00:50:48.223" v="2917" actId="478"/>
          <ac:picMkLst>
            <pc:docMk/>
            <pc:sldMk cId="1687444857" sldId="344"/>
            <ac:picMk id="10" creationId="{26E15C28-BCF6-4D7B-A72A-12A04592A478}"/>
          </ac:picMkLst>
        </pc:picChg>
        <pc:picChg chg="del">
          <ac:chgData name="송 하권" userId="546ba1eaca679e52" providerId="LiveId" clId="{C2875BBA-5555-48B3-8580-25E12AE0ABD2}" dt="2021-05-27T00:50:50.087" v="2921" actId="478"/>
          <ac:picMkLst>
            <pc:docMk/>
            <pc:sldMk cId="1687444857" sldId="344"/>
            <ac:picMk id="20" creationId="{1EF85350-C3A9-4B7E-B931-2B0A86E2A63B}"/>
          </ac:picMkLst>
        </pc:picChg>
      </pc:sldChg>
      <pc:sldChg chg="addSp delSp modSp add mod">
        <pc:chgData name="송 하권" userId="546ba1eaca679e52" providerId="LiveId" clId="{C2875BBA-5555-48B3-8580-25E12AE0ABD2}" dt="2021-05-27T01:02:41.424" v="3438" actId="14100"/>
        <pc:sldMkLst>
          <pc:docMk/>
          <pc:sldMk cId="423034247" sldId="345"/>
        </pc:sldMkLst>
        <pc:spChg chg="mod">
          <ac:chgData name="송 하권" userId="546ba1eaca679e52" providerId="LiveId" clId="{C2875BBA-5555-48B3-8580-25E12AE0ABD2}" dt="2021-05-27T01:01:48.488" v="3424" actId="20577"/>
          <ac:spMkLst>
            <pc:docMk/>
            <pc:sldMk cId="423034247" sldId="345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1:00:58.568" v="3370" actId="1076"/>
          <ac:spMkLst>
            <pc:docMk/>
            <pc:sldMk cId="423034247" sldId="345"/>
            <ac:spMk id="13" creationId="{4B97EF4A-A9D9-4172-B0A5-F60D9BCFBF0E}"/>
          </ac:spMkLst>
        </pc:spChg>
        <pc:spChg chg="del">
          <ac:chgData name="송 하권" userId="546ba1eaca679e52" providerId="LiveId" clId="{C2875BBA-5555-48B3-8580-25E12AE0ABD2}" dt="2021-05-27T00:58:48.792" v="3237" actId="478"/>
          <ac:spMkLst>
            <pc:docMk/>
            <pc:sldMk cId="423034247" sldId="345"/>
            <ac:spMk id="14" creationId="{7FE40ABA-EF37-486A-AD9A-529E8494D35A}"/>
          </ac:spMkLst>
        </pc:spChg>
        <pc:spChg chg="del">
          <ac:chgData name="송 하권" userId="546ba1eaca679e52" providerId="LiveId" clId="{C2875BBA-5555-48B3-8580-25E12AE0ABD2}" dt="2021-05-27T00:58:51.248" v="3239" actId="478"/>
          <ac:spMkLst>
            <pc:docMk/>
            <pc:sldMk cId="423034247" sldId="345"/>
            <ac:spMk id="15" creationId="{D4F8EECC-868F-4177-909C-576BDF8831E7}"/>
          </ac:spMkLst>
        </pc:spChg>
        <pc:spChg chg="del">
          <ac:chgData name="송 하권" userId="546ba1eaca679e52" providerId="LiveId" clId="{C2875BBA-5555-48B3-8580-25E12AE0ABD2}" dt="2021-05-27T00:58:52.336" v="3240" actId="478"/>
          <ac:spMkLst>
            <pc:docMk/>
            <pc:sldMk cId="423034247" sldId="345"/>
            <ac:spMk id="16" creationId="{D88A1017-A4F7-46F1-8F6F-774F6D46BDA3}"/>
          </ac:spMkLst>
        </pc:spChg>
        <pc:spChg chg="del">
          <ac:chgData name="송 하권" userId="546ba1eaca679e52" providerId="LiveId" clId="{C2875BBA-5555-48B3-8580-25E12AE0ABD2}" dt="2021-05-27T00:58:50.761" v="3238" actId="478"/>
          <ac:spMkLst>
            <pc:docMk/>
            <pc:sldMk cId="423034247" sldId="345"/>
            <ac:spMk id="17" creationId="{C1124074-D657-475D-B29C-545A686C7F85}"/>
          </ac:spMkLst>
        </pc:spChg>
        <pc:spChg chg="add mod">
          <ac:chgData name="송 하권" userId="546ba1eaca679e52" providerId="LiveId" clId="{C2875BBA-5555-48B3-8580-25E12AE0ABD2}" dt="2021-05-27T01:01:25.912" v="3376" actId="14100"/>
          <ac:spMkLst>
            <pc:docMk/>
            <pc:sldMk cId="423034247" sldId="345"/>
            <ac:spMk id="18" creationId="{C0D48DD8-E6A5-4097-A7C7-1C75C80A73D5}"/>
          </ac:spMkLst>
        </pc:spChg>
        <pc:spChg chg="add mod">
          <ac:chgData name="송 하권" userId="546ba1eaca679e52" providerId="LiveId" clId="{C2875BBA-5555-48B3-8580-25E12AE0ABD2}" dt="2021-05-27T01:01:32.416" v="3378" actId="1076"/>
          <ac:spMkLst>
            <pc:docMk/>
            <pc:sldMk cId="423034247" sldId="345"/>
            <ac:spMk id="19" creationId="{E69C7721-E566-42E1-819C-41706F4384C1}"/>
          </ac:spMkLst>
        </pc:spChg>
        <pc:spChg chg="add mod">
          <ac:chgData name="송 하권" userId="546ba1eaca679e52" providerId="LiveId" clId="{C2875BBA-5555-48B3-8580-25E12AE0ABD2}" dt="2021-05-27T01:02:12.960" v="3433" actId="1076"/>
          <ac:spMkLst>
            <pc:docMk/>
            <pc:sldMk cId="423034247" sldId="345"/>
            <ac:spMk id="20" creationId="{3F186AEA-42E9-4530-8F0E-C2F00FF7F68B}"/>
          </ac:spMkLst>
        </pc:spChg>
        <pc:spChg chg="del">
          <ac:chgData name="송 하권" userId="546ba1eaca679e52" providerId="LiveId" clId="{C2875BBA-5555-48B3-8580-25E12AE0ABD2}" dt="2021-05-27T00:58:47.840" v="3235" actId="478"/>
          <ac:spMkLst>
            <pc:docMk/>
            <pc:sldMk cId="423034247" sldId="345"/>
            <ac:spMk id="21" creationId="{4C687E11-80F1-45D1-89E5-9A4D2A74FE6D}"/>
          </ac:spMkLst>
        </pc:spChg>
        <pc:spChg chg="add mod">
          <ac:chgData name="송 하권" userId="546ba1eaca679e52" providerId="LiveId" clId="{C2875BBA-5555-48B3-8580-25E12AE0ABD2}" dt="2021-05-27T01:02:41.424" v="3438" actId="14100"/>
          <ac:spMkLst>
            <pc:docMk/>
            <pc:sldMk cId="423034247" sldId="345"/>
            <ac:spMk id="22" creationId="{09F08D70-660E-4DF7-9A84-5C04A18E4D01}"/>
          </ac:spMkLst>
        </pc:spChg>
        <pc:picChg chg="del">
          <ac:chgData name="송 하권" userId="546ba1eaca679e52" providerId="LiveId" clId="{C2875BBA-5555-48B3-8580-25E12AE0ABD2}" dt="2021-05-27T00:58:48.343" v="3236" actId="478"/>
          <ac:picMkLst>
            <pc:docMk/>
            <pc:sldMk cId="423034247" sldId="345"/>
            <ac:picMk id="4" creationId="{9450D499-8A37-4B87-8D23-5B8072DCDFF9}"/>
          </ac:picMkLst>
        </pc:picChg>
        <pc:picChg chg="add mod">
          <ac:chgData name="송 하권" userId="546ba1eaca679e52" providerId="LiveId" clId="{C2875BBA-5555-48B3-8580-25E12AE0ABD2}" dt="2021-05-27T01:00:58.568" v="3370" actId="1076"/>
          <ac:picMkLst>
            <pc:docMk/>
            <pc:sldMk cId="423034247" sldId="345"/>
            <ac:picMk id="5" creationId="{68585D10-673B-416E-B509-92A760AF7E7A}"/>
          </ac:picMkLst>
        </pc:picChg>
        <pc:picChg chg="add mod">
          <ac:chgData name="송 하권" userId="546ba1eaca679e52" providerId="LiveId" clId="{C2875BBA-5555-48B3-8580-25E12AE0ABD2}" dt="2021-05-27T01:01:14.856" v="3373" actId="208"/>
          <ac:picMkLst>
            <pc:docMk/>
            <pc:sldMk cId="423034247" sldId="345"/>
            <ac:picMk id="7" creationId="{B07A4BB0-D49E-421B-866B-A9585B74BF86}"/>
          </ac:picMkLst>
        </pc:picChg>
        <pc:picChg chg="del">
          <ac:chgData name="송 하권" userId="546ba1eaca679e52" providerId="LiveId" clId="{C2875BBA-5555-48B3-8580-25E12AE0ABD2}" dt="2021-05-27T00:58:47.095" v="3234" actId="478"/>
          <ac:picMkLst>
            <pc:docMk/>
            <pc:sldMk cId="423034247" sldId="345"/>
            <ac:picMk id="9" creationId="{163605F1-94D6-45A1-9872-A26006E2324F}"/>
          </ac:picMkLst>
        </pc:picChg>
        <pc:picChg chg="add mod">
          <ac:chgData name="송 하권" userId="546ba1eaca679e52" providerId="LiveId" clId="{C2875BBA-5555-48B3-8580-25E12AE0ABD2}" dt="2021-05-27T01:02:08.024" v="3429" actId="208"/>
          <ac:picMkLst>
            <pc:docMk/>
            <pc:sldMk cId="423034247" sldId="345"/>
            <ac:picMk id="10" creationId="{B3A23B6C-7EAA-487C-90F8-09B7077E1DD8}"/>
          </ac:picMkLst>
        </pc:picChg>
      </pc:sldChg>
      <pc:sldChg chg="addSp delSp modSp add mod">
        <pc:chgData name="송 하권" userId="546ba1eaca679e52" providerId="LiveId" clId="{C2875BBA-5555-48B3-8580-25E12AE0ABD2}" dt="2021-05-27T01:05:20.650" v="3572"/>
        <pc:sldMkLst>
          <pc:docMk/>
          <pc:sldMk cId="1722140792" sldId="346"/>
        </pc:sldMkLst>
        <pc:spChg chg="mod">
          <ac:chgData name="송 하권" userId="546ba1eaca679e52" providerId="LiveId" clId="{C2875BBA-5555-48B3-8580-25E12AE0ABD2}" dt="2021-05-27T01:04:24.888" v="3550" actId="20577"/>
          <ac:spMkLst>
            <pc:docMk/>
            <pc:sldMk cId="1722140792" sldId="346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1:02:50.769" v="3440" actId="478"/>
          <ac:spMkLst>
            <pc:docMk/>
            <pc:sldMk cId="1722140792" sldId="346"/>
            <ac:spMk id="13" creationId="{4B97EF4A-A9D9-4172-B0A5-F60D9BCFBF0E}"/>
          </ac:spMkLst>
        </pc:spChg>
        <pc:spChg chg="add mod ord">
          <ac:chgData name="송 하권" userId="546ba1eaca679e52" providerId="LiveId" clId="{C2875BBA-5555-48B3-8580-25E12AE0ABD2}" dt="2021-05-27T01:04:32.031" v="3555" actId="1076"/>
          <ac:spMkLst>
            <pc:docMk/>
            <pc:sldMk cId="1722140792" sldId="346"/>
            <ac:spMk id="14" creationId="{A338D900-F42C-4221-BADA-585617F26301}"/>
          </ac:spMkLst>
        </pc:spChg>
        <pc:spChg chg="add mod">
          <ac:chgData name="송 하권" userId="546ba1eaca679e52" providerId="LiveId" clId="{C2875BBA-5555-48B3-8580-25E12AE0ABD2}" dt="2021-05-27T01:04:39.968" v="3558" actId="1076"/>
          <ac:spMkLst>
            <pc:docMk/>
            <pc:sldMk cId="1722140792" sldId="346"/>
            <ac:spMk id="15" creationId="{8AB5753A-EDB4-437B-A11C-C34C56F8750A}"/>
          </ac:spMkLst>
        </pc:spChg>
        <pc:spChg chg="del">
          <ac:chgData name="송 하권" userId="546ba1eaca679e52" providerId="LiveId" clId="{C2875BBA-5555-48B3-8580-25E12AE0ABD2}" dt="2021-05-27T01:02:50.769" v="3440" actId="478"/>
          <ac:spMkLst>
            <pc:docMk/>
            <pc:sldMk cId="1722140792" sldId="346"/>
            <ac:spMk id="18" creationId="{C0D48DD8-E6A5-4097-A7C7-1C75C80A73D5}"/>
          </ac:spMkLst>
        </pc:spChg>
        <pc:spChg chg="del">
          <ac:chgData name="송 하권" userId="546ba1eaca679e52" providerId="LiveId" clId="{C2875BBA-5555-48B3-8580-25E12AE0ABD2}" dt="2021-05-27T01:02:50.769" v="3440" actId="478"/>
          <ac:spMkLst>
            <pc:docMk/>
            <pc:sldMk cId="1722140792" sldId="346"/>
            <ac:spMk id="19" creationId="{E69C7721-E566-42E1-819C-41706F4384C1}"/>
          </ac:spMkLst>
        </pc:spChg>
        <pc:spChg chg="del">
          <ac:chgData name="송 하권" userId="546ba1eaca679e52" providerId="LiveId" clId="{C2875BBA-5555-48B3-8580-25E12AE0ABD2}" dt="2021-05-27T01:02:50.769" v="3440" actId="478"/>
          <ac:spMkLst>
            <pc:docMk/>
            <pc:sldMk cId="1722140792" sldId="346"/>
            <ac:spMk id="20" creationId="{3F186AEA-42E9-4530-8F0E-C2F00FF7F68B}"/>
          </ac:spMkLst>
        </pc:spChg>
        <pc:spChg chg="add mod">
          <ac:chgData name="송 하권" userId="546ba1eaca679e52" providerId="LiveId" clId="{C2875BBA-5555-48B3-8580-25E12AE0ABD2}" dt="2021-05-27T01:04:46.096" v="3561" actId="14100"/>
          <ac:spMkLst>
            <pc:docMk/>
            <pc:sldMk cId="1722140792" sldId="346"/>
            <ac:spMk id="21" creationId="{8BE31ACF-55CF-423C-9E58-B8AF23F9AD95}"/>
          </ac:spMkLst>
        </pc:spChg>
        <pc:spChg chg="del">
          <ac:chgData name="송 하권" userId="546ba1eaca679e52" providerId="LiveId" clId="{C2875BBA-5555-48B3-8580-25E12AE0ABD2}" dt="2021-05-27T01:02:50.769" v="3440" actId="478"/>
          <ac:spMkLst>
            <pc:docMk/>
            <pc:sldMk cId="1722140792" sldId="346"/>
            <ac:spMk id="22" creationId="{09F08D70-660E-4DF7-9A84-5C04A18E4D01}"/>
          </ac:spMkLst>
        </pc:spChg>
        <pc:spChg chg="add mod">
          <ac:chgData name="송 하권" userId="546ba1eaca679e52" providerId="LiveId" clId="{C2875BBA-5555-48B3-8580-25E12AE0ABD2}" dt="2021-05-27T01:04:54.888" v="3566" actId="688"/>
          <ac:spMkLst>
            <pc:docMk/>
            <pc:sldMk cId="1722140792" sldId="346"/>
            <ac:spMk id="23" creationId="{B6385C04-FFF6-4359-8F3E-43878EF3A1A4}"/>
          </ac:spMkLst>
        </pc:spChg>
        <pc:spChg chg="add mod">
          <ac:chgData name="송 하권" userId="546ba1eaca679e52" providerId="LiveId" clId="{C2875BBA-5555-48B3-8580-25E12AE0ABD2}" dt="2021-05-27T01:05:01.864" v="3570" actId="14100"/>
          <ac:spMkLst>
            <pc:docMk/>
            <pc:sldMk cId="1722140792" sldId="346"/>
            <ac:spMk id="24" creationId="{186037F2-C145-4A1B-A997-1A9BFA99E825}"/>
          </ac:spMkLst>
        </pc:spChg>
        <pc:spChg chg="add del mod">
          <ac:chgData name="송 하권" userId="546ba1eaca679e52" providerId="LiveId" clId="{C2875BBA-5555-48B3-8580-25E12AE0ABD2}" dt="2021-05-27T01:05:20.650" v="3572"/>
          <ac:spMkLst>
            <pc:docMk/>
            <pc:sldMk cId="1722140792" sldId="346"/>
            <ac:spMk id="25" creationId="{012D4661-8A4C-4E13-9A91-670FF67F0B35}"/>
          </ac:spMkLst>
        </pc:spChg>
        <pc:picChg chg="add mod">
          <ac:chgData name="송 하권" userId="546ba1eaca679e52" providerId="LiveId" clId="{C2875BBA-5555-48B3-8580-25E12AE0ABD2}" dt="2021-05-27T01:04:27.048" v="3551" actId="1076"/>
          <ac:picMkLst>
            <pc:docMk/>
            <pc:sldMk cId="1722140792" sldId="346"/>
            <ac:picMk id="4" creationId="{110CC73D-F770-43DD-BE93-29B5821DFA25}"/>
          </ac:picMkLst>
        </pc:picChg>
        <pc:picChg chg="del">
          <ac:chgData name="송 하권" userId="546ba1eaca679e52" providerId="LiveId" clId="{C2875BBA-5555-48B3-8580-25E12AE0ABD2}" dt="2021-05-27T01:02:50.769" v="3440" actId="478"/>
          <ac:picMkLst>
            <pc:docMk/>
            <pc:sldMk cId="1722140792" sldId="346"/>
            <ac:picMk id="5" creationId="{68585D10-673B-416E-B509-92A760AF7E7A}"/>
          </ac:picMkLst>
        </pc:picChg>
        <pc:picChg chg="del">
          <ac:chgData name="송 하권" userId="546ba1eaca679e52" providerId="LiveId" clId="{C2875BBA-5555-48B3-8580-25E12AE0ABD2}" dt="2021-05-27T01:02:50.769" v="3440" actId="478"/>
          <ac:picMkLst>
            <pc:docMk/>
            <pc:sldMk cId="1722140792" sldId="346"/>
            <ac:picMk id="7" creationId="{B07A4BB0-D49E-421B-866B-A9585B74BF86}"/>
          </ac:picMkLst>
        </pc:picChg>
        <pc:picChg chg="add mod ord">
          <ac:chgData name="송 하권" userId="546ba1eaca679e52" providerId="LiveId" clId="{C2875BBA-5555-48B3-8580-25E12AE0ABD2}" dt="2021-05-27T01:04:50.432" v="3563" actId="208"/>
          <ac:picMkLst>
            <pc:docMk/>
            <pc:sldMk cId="1722140792" sldId="346"/>
            <ac:picMk id="8" creationId="{72DFC286-B8BA-45D6-A589-D2D063D69F40}"/>
          </ac:picMkLst>
        </pc:picChg>
        <pc:picChg chg="del">
          <ac:chgData name="송 하권" userId="546ba1eaca679e52" providerId="LiveId" clId="{C2875BBA-5555-48B3-8580-25E12AE0ABD2}" dt="2021-05-27T01:02:50.769" v="3440" actId="478"/>
          <ac:picMkLst>
            <pc:docMk/>
            <pc:sldMk cId="1722140792" sldId="346"/>
            <ac:picMk id="10" creationId="{B3A23B6C-7EAA-487C-90F8-09B7077E1DD8}"/>
          </ac:picMkLst>
        </pc:picChg>
        <pc:picChg chg="add mod">
          <ac:chgData name="송 하권" userId="546ba1eaca679e52" providerId="LiveId" clId="{C2875BBA-5555-48B3-8580-25E12AE0ABD2}" dt="2021-05-27T01:04:30.393" v="3554" actId="688"/>
          <ac:picMkLst>
            <pc:docMk/>
            <pc:sldMk cId="1722140792" sldId="346"/>
            <ac:picMk id="11" creationId="{CC07FFF0-6B18-4E6A-9D75-919A915A2B3B}"/>
          </ac:picMkLst>
        </pc:picChg>
      </pc:sldChg>
      <pc:sldChg chg="addSp delSp modSp add mod">
        <pc:chgData name="송 하권" userId="546ba1eaca679e52" providerId="LiveId" clId="{C2875BBA-5555-48B3-8580-25E12AE0ABD2}" dt="2021-05-27T01:08:23.848" v="3644" actId="208"/>
        <pc:sldMkLst>
          <pc:docMk/>
          <pc:sldMk cId="4058152273" sldId="347"/>
        </pc:sldMkLst>
        <pc:spChg chg="mod">
          <ac:chgData name="송 하권" userId="546ba1eaca679e52" providerId="LiveId" clId="{C2875BBA-5555-48B3-8580-25E12AE0ABD2}" dt="2021-05-27T01:05:37.736" v="3638" actId="20577"/>
          <ac:spMkLst>
            <pc:docMk/>
            <pc:sldMk cId="4058152273" sldId="347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1:05:27.472" v="3579" actId="478"/>
          <ac:spMkLst>
            <pc:docMk/>
            <pc:sldMk cId="4058152273" sldId="347"/>
            <ac:spMk id="14" creationId="{A338D900-F42C-4221-BADA-585617F26301}"/>
          </ac:spMkLst>
        </pc:spChg>
        <pc:spChg chg="del">
          <ac:chgData name="송 하권" userId="546ba1eaca679e52" providerId="LiveId" clId="{C2875BBA-5555-48B3-8580-25E12AE0ABD2}" dt="2021-05-27T01:05:28.625" v="3581" actId="478"/>
          <ac:spMkLst>
            <pc:docMk/>
            <pc:sldMk cId="4058152273" sldId="347"/>
            <ac:spMk id="15" creationId="{8AB5753A-EDB4-437B-A11C-C34C56F8750A}"/>
          </ac:spMkLst>
        </pc:spChg>
        <pc:spChg chg="del">
          <ac:chgData name="송 하권" userId="546ba1eaca679e52" providerId="LiveId" clId="{C2875BBA-5555-48B3-8580-25E12AE0ABD2}" dt="2021-05-27T01:05:26.665" v="3578" actId="478"/>
          <ac:spMkLst>
            <pc:docMk/>
            <pc:sldMk cId="4058152273" sldId="347"/>
            <ac:spMk id="21" creationId="{8BE31ACF-55CF-423C-9E58-B8AF23F9AD95}"/>
          </ac:spMkLst>
        </pc:spChg>
        <pc:spChg chg="del">
          <ac:chgData name="송 하권" userId="546ba1eaca679e52" providerId="LiveId" clId="{C2875BBA-5555-48B3-8580-25E12AE0ABD2}" dt="2021-05-27T01:05:26.009" v="3577" actId="478"/>
          <ac:spMkLst>
            <pc:docMk/>
            <pc:sldMk cId="4058152273" sldId="347"/>
            <ac:spMk id="23" creationId="{B6385C04-FFF6-4359-8F3E-43878EF3A1A4}"/>
          </ac:spMkLst>
        </pc:spChg>
        <pc:spChg chg="del">
          <ac:chgData name="송 하권" userId="546ba1eaca679e52" providerId="LiveId" clId="{C2875BBA-5555-48B3-8580-25E12AE0ABD2}" dt="2021-05-27T01:05:24.673" v="3575" actId="478"/>
          <ac:spMkLst>
            <pc:docMk/>
            <pc:sldMk cId="4058152273" sldId="347"/>
            <ac:spMk id="24" creationId="{186037F2-C145-4A1B-A997-1A9BFA99E825}"/>
          </ac:spMkLst>
        </pc:spChg>
        <pc:picChg chg="del">
          <ac:chgData name="송 하권" userId="546ba1eaca679e52" providerId="LiveId" clId="{C2875BBA-5555-48B3-8580-25E12AE0ABD2}" dt="2021-05-27T01:05:27.928" v="3580" actId="478"/>
          <ac:picMkLst>
            <pc:docMk/>
            <pc:sldMk cId="4058152273" sldId="347"/>
            <ac:picMk id="4" creationId="{110CC73D-F770-43DD-BE93-29B5821DFA25}"/>
          </ac:picMkLst>
        </pc:picChg>
        <pc:picChg chg="add mod">
          <ac:chgData name="송 하권" userId="546ba1eaca679e52" providerId="LiveId" clId="{C2875BBA-5555-48B3-8580-25E12AE0ABD2}" dt="2021-05-27T01:08:23.848" v="3644" actId="208"/>
          <ac:picMkLst>
            <pc:docMk/>
            <pc:sldMk cId="4058152273" sldId="347"/>
            <ac:picMk id="5" creationId="{238BF1D6-0E1A-473A-A307-DCEB219D5CAA}"/>
          </ac:picMkLst>
        </pc:picChg>
        <pc:picChg chg="del">
          <ac:chgData name="송 하권" userId="546ba1eaca679e52" providerId="LiveId" clId="{C2875BBA-5555-48B3-8580-25E12AE0ABD2}" dt="2021-05-27T01:05:24.145" v="3574" actId="478"/>
          <ac:picMkLst>
            <pc:docMk/>
            <pc:sldMk cId="4058152273" sldId="347"/>
            <ac:picMk id="8" creationId="{72DFC286-B8BA-45D6-A589-D2D063D69F40}"/>
          </ac:picMkLst>
        </pc:picChg>
        <pc:picChg chg="del">
          <ac:chgData name="송 하권" userId="546ba1eaca679e52" providerId="LiveId" clId="{C2875BBA-5555-48B3-8580-25E12AE0ABD2}" dt="2021-05-27T01:05:25.424" v="3576" actId="478"/>
          <ac:picMkLst>
            <pc:docMk/>
            <pc:sldMk cId="4058152273" sldId="347"/>
            <ac:picMk id="11" creationId="{CC07FFF0-6B18-4E6A-9D75-919A915A2B3B}"/>
          </ac:picMkLst>
        </pc:picChg>
      </pc:sldChg>
      <pc:sldChg chg="add del">
        <pc:chgData name="송 하권" userId="546ba1eaca679e52" providerId="LiveId" clId="{C2875BBA-5555-48B3-8580-25E12AE0ABD2}" dt="2021-05-27T01:09:15.975" v="3646" actId="47"/>
        <pc:sldMkLst>
          <pc:docMk/>
          <pc:sldMk cId="431377875" sldId="348"/>
        </pc:sldMkLst>
      </pc:sldChg>
      <pc:sldChg chg="modSp add mod">
        <pc:chgData name="송 하권" userId="546ba1eaca679e52" providerId="LiveId" clId="{C2875BBA-5555-48B3-8580-25E12AE0ABD2}" dt="2021-05-27T01:09:32.776" v="3659" actId="20577"/>
        <pc:sldMkLst>
          <pc:docMk/>
          <pc:sldMk cId="2672780849" sldId="348"/>
        </pc:sldMkLst>
        <pc:spChg chg="mod">
          <ac:chgData name="송 하권" userId="546ba1eaca679e52" providerId="LiveId" clId="{C2875BBA-5555-48B3-8580-25E12AE0ABD2}" dt="2021-05-27T01:09:32.776" v="3659" actId="20577"/>
          <ac:spMkLst>
            <pc:docMk/>
            <pc:sldMk cId="2672780849" sldId="348"/>
            <ac:spMk id="2" creationId="{FDD98238-20C7-4F7C-8A86-37DFF86F31E3}"/>
          </ac:spMkLst>
        </pc:spChg>
      </pc:sldChg>
      <pc:sldChg chg="addSp delSp modSp add mod">
        <pc:chgData name="송 하권" userId="546ba1eaca679e52" providerId="LiveId" clId="{C2875BBA-5555-48B3-8580-25E12AE0ABD2}" dt="2021-05-27T01:20:50.834" v="3747"/>
        <pc:sldMkLst>
          <pc:docMk/>
          <pc:sldMk cId="4221575895" sldId="349"/>
        </pc:sldMkLst>
        <pc:spChg chg="mod">
          <ac:chgData name="송 하권" userId="546ba1eaca679e52" providerId="LiveId" clId="{C2875BBA-5555-48B3-8580-25E12AE0ABD2}" dt="2021-05-27T01:09:42.896" v="3668" actId="20577"/>
          <ac:spMkLst>
            <pc:docMk/>
            <pc:sldMk cId="4221575895" sldId="349"/>
            <ac:spMk id="2" creationId="{FEA8BD43-30EB-4F25-A155-B8F46533B5F2}"/>
          </ac:spMkLst>
        </pc:spChg>
        <pc:spChg chg="add mod">
          <ac:chgData name="송 하권" userId="546ba1eaca679e52" providerId="LiveId" clId="{C2875BBA-5555-48B3-8580-25E12AE0ABD2}" dt="2021-05-27T01:11:17.800" v="3740" actId="14100"/>
          <ac:spMkLst>
            <pc:docMk/>
            <pc:sldMk cId="4221575895" sldId="349"/>
            <ac:spMk id="7" creationId="{CDC09F77-E35E-4931-BC82-64AC204F2907}"/>
          </ac:spMkLst>
        </pc:spChg>
        <pc:spChg chg="add mod">
          <ac:chgData name="송 하권" userId="546ba1eaca679e52" providerId="LiveId" clId="{C2875BBA-5555-48B3-8580-25E12AE0ABD2}" dt="2021-05-27T01:11:22.992" v="3743" actId="14100"/>
          <ac:spMkLst>
            <pc:docMk/>
            <pc:sldMk cId="4221575895" sldId="349"/>
            <ac:spMk id="8" creationId="{D45B1DD4-712D-4C14-8FEA-C9AA9E8738D6}"/>
          </ac:spMkLst>
        </pc:spChg>
        <pc:spChg chg="add del mod">
          <ac:chgData name="송 하권" userId="546ba1eaca679e52" providerId="LiveId" clId="{C2875BBA-5555-48B3-8580-25E12AE0ABD2}" dt="2021-05-27T01:20:50.834" v="3747"/>
          <ac:spMkLst>
            <pc:docMk/>
            <pc:sldMk cId="4221575895" sldId="349"/>
            <ac:spMk id="9" creationId="{8A27F51A-2093-4597-82AE-B8524A5520B0}"/>
          </ac:spMkLst>
        </pc:spChg>
        <pc:spChg chg="add del mod">
          <ac:chgData name="송 하권" userId="546ba1eaca679e52" providerId="LiveId" clId="{C2875BBA-5555-48B3-8580-25E12AE0ABD2}" dt="2021-05-27T01:20:50.650" v="3746"/>
          <ac:spMkLst>
            <pc:docMk/>
            <pc:sldMk cId="4221575895" sldId="349"/>
            <ac:spMk id="10" creationId="{D9FA4DA7-0C3D-43BD-8FFE-7820C43F70B9}"/>
          </ac:spMkLst>
        </pc:spChg>
        <pc:spChg chg="mod">
          <ac:chgData name="송 하권" userId="546ba1eaca679e52" providerId="LiveId" clId="{C2875BBA-5555-48B3-8580-25E12AE0ABD2}" dt="2021-05-27T01:10:47.736" v="3731" actId="20577"/>
          <ac:spMkLst>
            <pc:docMk/>
            <pc:sldMk cId="4221575895" sldId="349"/>
            <ac:spMk id="12" creationId="{2E9E2DF3-77FF-4929-AD25-40B6C4BF03B8}"/>
          </ac:spMkLst>
        </pc:spChg>
        <pc:picChg chg="add mod">
          <ac:chgData name="송 하권" userId="546ba1eaca679e52" providerId="LiveId" clId="{C2875BBA-5555-48B3-8580-25E12AE0ABD2}" dt="2021-05-27T01:11:06.552" v="3735" actId="208"/>
          <ac:picMkLst>
            <pc:docMk/>
            <pc:sldMk cId="4221575895" sldId="349"/>
            <ac:picMk id="4" creationId="{6C4E9B04-A468-4180-808F-FD857309AF96}"/>
          </ac:picMkLst>
        </pc:picChg>
        <pc:picChg chg="del">
          <ac:chgData name="송 하권" userId="546ba1eaca679e52" providerId="LiveId" clId="{C2875BBA-5555-48B3-8580-25E12AE0ABD2}" dt="2021-05-27T01:10:49.096" v="3732" actId="478"/>
          <ac:picMkLst>
            <pc:docMk/>
            <pc:sldMk cId="4221575895" sldId="349"/>
            <ac:picMk id="5" creationId="{238BF1D6-0E1A-473A-A307-DCEB219D5CAA}"/>
          </ac:picMkLst>
        </pc:picChg>
      </pc:sldChg>
      <pc:sldChg chg="addSp delSp modSp add mod">
        <pc:chgData name="송 하권" userId="546ba1eaca679e52" providerId="LiveId" clId="{C2875BBA-5555-48B3-8580-25E12AE0ABD2}" dt="2021-05-27T01:43:53.210" v="4630" actId="208"/>
        <pc:sldMkLst>
          <pc:docMk/>
          <pc:sldMk cId="971515078" sldId="350"/>
        </pc:sldMkLst>
        <pc:spChg chg="del">
          <ac:chgData name="송 하권" userId="546ba1eaca679e52" providerId="LiveId" clId="{C2875BBA-5555-48B3-8580-25E12AE0ABD2}" dt="2021-05-27T01:20:55.378" v="3751" actId="478"/>
          <ac:spMkLst>
            <pc:docMk/>
            <pc:sldMk cId="971515078" sldId="350"/>
            <ac:spMk id="7" creationId="{CDC09F77-E35E-4931-BC82-64AC204F2907}"/>
          </ac:spMkLst>
        </pc:spChg>
        <pc:spChg chg="del">
          <ac:chgData name="송 하권" userId="546ba1eaca679e52" providerId="LiveId" clId="{C2875BBA-5555-48B3-8580-25E12AE0ABD2}" dt="2021-05-27T01:20:54.730" v="3750" actId="478"/>
          <ac:spMkLst>
            <pc:docMk/>
            <pc:sldMk cId="971515078" sldId="350"/>
            <ac:spMk id="8" creationId="{D45B1DD4-712D-4C14-8FEA-C9AA9E8738D6}"/>
          </ac:spMkLst>
        </pc:spChg>
        <pc:spChg chg="add mod">
          <ac:chgData name="송 하권" userId="546ba1eaca679e52" providerId="LiveId" clId="{C2875BBA-5555-48B3-8580-25E12AE0ABD2}" dt="2021-05-27T01:22:40.505" v="3858" actId="1076"/>
          <ac:spMkLst>
            <pc:docMk/>
            <pc:sldMk cId="971515078" sldId="350"/>
            <ac:spMk id="11" creationId="{C2C8CC3B-33F8-4F66-87DB-E832ACBC1290}"/>
          </ac:spMkLst>
        </pc:spChg>
        <pc:spChg chg="mod">
          <ac:chgData name="송 하권" userId="546ba1eaca679e52" providerId="LiveId" clId="{C2875BBA-5555-48B3-8580-25E12AE0ABD2}" dt="2021-05-27T01:43:35.171" v="4624"/>
          <ac:spMkLst>
            <pc:docMk/>
            <pc:sldMk cId="971515078" sldId="350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1:22:57.336" v="3866" actId="1037"/>
          <ac:spMkLst>
            <pc:docMk/>
            <pc:sldMk cId="971515078" sldId="350"/>
            <ac:spMk id="13" creationId="{497CF19B-CA06-48C9-BEF7-AB1738BBB594}"/>
          </ac:spMkLst>
        </pc:spChg>
        <pc:spChg chg="add mod">
          <ac:chgData name="송 하권" userId="546ba1eaca679e52" providerId="LiveId" clId="{C2875BBA-5555-48B3-8580-25E12AE0ABD2}" dt="2021-05-27T01:24:51.328" v="3978" actId="1038"/>
          <ac:spMkLst>
            <pc:docMk/>
            <pc:sldMk cId="971515078" sldId="350"/>
            <ac:spMk id="14" creationId="{B801D6D9-E85C-4E58-8A19-40E3B443B355}"/>
          </ac:spMkLst>
        </pc:spChg>
        <pc:spChg chg="add mod">
          <ac:chgData name="송 하권" userId="546ba1eaca679e52" providerId="LiveId" clId="{C2875BBA-5555-48B3-8580-25E12AE0ABD2}" dt="2021-05-27T01:24:40.664" v="3963" actId="1037"/>
          <ac:spMkLst>
            <pc:docMk/>
            <pc:sldMk cId="971515078" sldId="350"/>
            <ac:spMk id="17" creationId="{5BA51B62-F041-4BBC-8B4D-B899565A4442}"/>
          </ac:spMkLst>
        </pc:spChg>
        <pc:spChg chg="add mod">
          <ac:chgData name="송 하권" userId="546ba1eaca679e52" providerId="LiveId" clId="{C2875BBA-5555-48B3-8580-25E12AE0ABD2}" dt="2021-05-27T01:25:05.264" v="3983" actId="14100"/>
          <ac:spMkLst>
            <pc:docMk/>
            <pc:sldMk cId="971515078" sldId="350"/>
            <ac:spMk id="18" creationId="{D09DE45F-D898-4A32-AAA6-4649C9C67902}"/>
          </ac:spMkLst>
        </pc:spChg>
        <pc:spChg chg="add mod">
          <ac:chgData name="송 하권" userId="546ba1eaca679e52" providerId="LiveId" clId="{C2875BBA-5555-48B3-8580-25E12AE0ABD2}" dt="2021-05-27T01:43:16.642" v="4576" actId="1076"/>
          <ac:spMkLst>
            <pc:docMk/>
            <pc:sldMk cId="971515078" sldId="350"/>
            <ac:spMk id="19" creationId="{178BC0EC-9EC5-4194-B277-453E989B8434}"/>
          </ac:spMkLst>
        </pc:spChg>
        <pc:picChg chg="del">
          <ac:chgData name="송 하권" userId="546ba1eaca679e52" providerId="LiveId" clId="{C2875BBA-5555-48B3-8580-25E12AE0ABD2}" dt="2021-05-27T01:20:53.898" v="3749" actId="478"/>
          <ac:picMkLst>
            <pc:docMk/>
            <pc:sldMk cId="971515078" sldId="350"/>
            <ac:picMk id="4" creationId="{6C4E9B04-A468-4180-808F-FD857309AF96}"/>
          </ac:picMkLst>
        </pc:picChg>
        <pc:picChg chg="add mod">
          <ac:chgData name="송 하권" userId="546ba1eaca679e52" providerId="LiveId" clId="{C2875BBA-5555-48B3-8580-25E12AE0ABD2}" dt="2021-05-27T01:22:34.689" v="3856" actId="208"/>
          <ac:picMkLst>
            <pc:docMk/>
            <pc:sldMk cId="971515078" sldId="350"/>
            <ac:picMk id="5" creationId="{FB9C0D1D-259D-481B-B1E4-C9FDF636AB15}"/>
          </ac:picMkLst>
        </pc:picChg>
        <pc:picChg chg="add del mod">
          <ac:chgData name="송 하권" userId="546ba1eaca679e52" providerId="LiveId" clId="{C2875BBA-5555-48B3-8580-25E12AE0ABD2}" dt="2021-05-27T01:43:40.417" v="4625" actId="478"/>
          <ac:picMkLst>
            <pc:docMk/>
            <pc:sldMk cId="971515078" sldId="350"/>
            <ac:picMk id="9" creationId="{5FD50B95-48EC-4184-AB1C-DC867BF62585}"/>
          </ac:picMkLst>
        </pc:picChg>
        <pc:picChg chg="add del mod">
          <ac:chgData name="송 하권" userId="546ba1eaca679e52" providerId="LiveId" clId="{C2875BBA-5555-48B3-8580-25E12AE0ABD2}" dt="2021-05-27T01:23:35.977" v="3874" actId="478"/>
          <ac:picMkLst>
            <pc:docMk/>
            <pc:sldMk cId="971515078" sldId="350"/>
            <ac:picMk id="15" creationId="{95F69E40-8D77-4700-A1A3-53BBF29E57BE}"/>
          </ac:picMkLst>
        </pc:picChg>
        <pc:picChg chg="add del mod">
          <ac:chgData name="송 하권" userId="546ba1eaca679e52" providerId="LiveId" clId="{C2875BBA-5555-48B3-8580-25E12AE0ABD2}" dt="2021-05-27T01:23:30.538" v="3872"/>
          <ac:picMkLst>
            <pc:docMk/>
            <pc:sldMk cId="971515078" sldId="350"/>
            <ac:picMk id="16" creationId="{49C172C6-C36F-4C96-BE89-2225D068DA87}"/>
          </ac:picMkLst>
        </pc:picChg>
        <pc:picChg chg="add mod ord">
          <ac:chgData name="송 하권" userId="546ba1eaca679e52" providerId="LiveId" clId="{C2875BBA-5555-48B3-8580-25E12AE0ABD2}" dt="2021-05-27T01:43:53.210" v="4630" actId="208"/>
          <ac:picMkLst>
            <pc:docMk/>
            <pc:sldMk cId="971515078" sldId="350"/>
            <ac:picMk id="21" creationId="{2C95BB37-9CA2-47E1-8708-294F66089121}"/>
          </ac:picMkLst>
        </pc:picChg>
      </pc:sldChg>
      <pc:sldChg chg="addSp delSp modSp add mod">
        <pc:chgData name="송 하권" userId="546ba1eaca679e52" providerId="LiveId" clId="{C2875BBA-5555-48B3-8580-25E12AE0ABD2}" dt="2021-05-27T01:48:30.691" v="4668" actId="478"/>
        <pc:sldMkLst>
          <pc:docMk/>
          <pc:sldMk cId="3079434368" sldId="351"/>
        </pc:sldMkLst>
        <pc:spChg chg="del">
          <ac:chgData name="송 하권" userId="546ba1eaca679e52" providerId="LiveId" clId="{C2875BBA-5555-48B3-8580-25E12AE0ABD2}" dt="2021-05-27T01:23:39.634" v="3878" actId="478"/>
          <ac:spMkLst>
            <pc:docMk/>
            <pc:sldMk cId="3079434368" sldId="351"/>
            <ac:spMk id="11" creationId="{C2C8CC3B-33F8-4F66-87DB-E832ACBC1290}"/>
          </ac:spMkLst>
        </pc:spChg>
        <pc:spChg chg="mod">
          <ac:chgData name="송 하권" userId="546ba1eaca679e52" providerId="LiveId" clId="{C2875BBA-5555-48B3-8580-25E12AE0ABD2}" dt="2021-05-27T01:26:47.377" v="4077" actId="20577"/>
          <ac:spMkLst>
            <pc:docMk/>
            <pc:sldMk cId="3079434368" sldId="351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1:23:40.122" v="3879" actId="478"/>
          <ac:spMkLst>
            <pc:docMk/>
            <pc:sldMk cId="3079434368" sldId="351"/>
            <ac:spMk id="13" creationId="{497CF19B-CA06-48C9-BEF7-AB1738BBB594}"/>
          </ac:spMkLst>
        </pc:spChg>
        <pc:spChg chg="del">
          <ac:chgData name="송 하권" userId="546ba1eaca679e52" providerId="LiveId" clId="{C2875BBA-5555-48B3-8580-25E12AE0ABD2}" dt="2021-05-27T01:23:39.170" v="3877" actId="478"/>
          <ac:spMkLst>
            <pc:docMk/>
            <pc:sldMk cId="3079434368" sldId="351"/>
            <ac:spMk id="14" creationId="{B801D6D9-E85C-4E58-8A19-40E3B443B355}"/>
          </ac:spMkLst>
        </pc:spChg>
        <pc:spChg chg="add mod">
          <ac:chgData name="송 하권" userId="546ba1eaca679e52" providerId="LiveId" clId="{C2875BBA-5555-48B3-8580-25E12AE0ABD2}" dt="2021-05-27T01:24:29.834" v="3956" actId="1076"/>
          <ac:spMkLst>
            <pc:docMk/>
            <pc:sldMk cId="3079434368" sldId="351"/>
            <ac:spMk id="16" creationId="{F5D20795-E2EA-4E9C-B0A9-F04D7610CB20}"/>
          </ac:spMkLst>
        </pc:spChg>
        <pc:spChg chg="add mod">
          <ac:chgData name="송 하권" userId="546ba1eaca679e52" providerId="LiveId" clId="{C2875BBA-5555-48B3-8580-25E12AE0ABD2}" dt="2021-05-27T01:44:23.874" v="4657" actId="1036"/>
          <ac:spMkLst>
            <pc:docMk/>
            <pc:sldMk cId="3079434368" sldId="351"/>
            <ac:spMk id="17" creationId="{CC62AC08-E862-41FE-A906-3D1EEE6A9163}"/>
          </ac:spMkLst>
        </pc:spChg>
        <pc:spChg chg="add mod">
          <ac:chgData name="송 하권" userId="546ba1eaca679e52" providerId="LiveId" clId="{C2875BBA-5555-48B3-8580-25E12AE0ABD2}" dt="2021-05-27T01:44:15.394" v="4643" actId="1038"/>
          <ac:spMkLst>
            <pc:docMk/>
            <pc:sldMk cId="3079434368" sldId="351"/>
            <ac:spMk id="18" creationId="{8FCA1E96-604E-453B-8CC1-DBA4B98AD592}"/>
          </ac:spMkLst>
        </pc:spChg>
        <pc:picChg chg="add del mod">
          <ac:chgData name="송 하권" userId="546ba1eaca679e52" providerId="LiveId" clId="{C2875BBA-5555-48B3-8580-25E12AE0ABD2}" dt="2021-05-27T01:26:15.224" v="4000" actId="478"/>
          <ac:picMkLst>
            <pc:docMk/>
            <pc:sldMk cId="3079434368" sldId="351"/>
            <ac:picMk id="4" creationId="{C94D85E6-A0BC-4D36-ADE8-D974BC820658}"/>
          </ac:picMkLst>
        </pc:picChg>
        <pc:picChg chg="del">
          <ac:chgData name="송 하권" userId="546ba1eaca679e52" providerId="LiveId" clId="{C2875BBA-5555-48B3-8580-25E12AE0ABD2}" dt="2021-05-27T01:23:38.216" v="3876" actId="478"/>
          <ac:picMkLst>
            <pc:docMk/>
            <pc:sldMk cId="3079434368" sldId="351"/>
            <ac:picMk id="5" creationId="{FB9C0D1D-259D-481B-B1E4-C9FDF636AB15}"/>
          </ac:picMkLst>
        </pc:picChg>
        <pc:picChg chg="add del mod">
          <ac:chgData name="송 하권" userId="546ba1eaca679e52" providerId="LiveId" clId="{C2875BBA-5555-48B3-8580-25E12AE0ABD2}" dt="2021-05-27T01:48:30.691" v="4668" actId="478"/>
          <ac:picMkLst>
            <pc:docMk/>
            <pc:sldMk cId="3079434368" sldId="351"/>
            <ac:picMk id="7" creationId="{74B93677-EF58-4FA6-A14E-D83DCEF772AD}"/>
          </ac:picMkLst>
        </pc:picChg>
        <pc:picChg chg="del">
          <ac:chgData name="송 하권" userId="546ba1eaca679e52" providerId="LiveId" clId="{C2875BBA-5555-48B3-8580-25E12AE0ABD2}" dt="2021-05-27T01:23:37.482" v="3875" actId="478"/>
          <ac:picMkLst>
            <pc:docMk/>
            <pc:sldMk cId="3079434368" sldId="351"/>
            <ac:picMk id="9" creationId="{5FD50B95-48EC-4184-AB1C-DC867BF62585}"/>
          </ac:picMkLst>
        </pc:picChg>
        <pc:picChg chg="add del">
          <ac:chgData name="송 하권" userId="546ba1eaca679e52" providerId="LiveId" clId="{C2875BBA-5555-48B3-8580-25E12AE0ABD2}" dt="2021-05-27T01:29:03.025" v="4079" actId="22"/>
          <ac:picMkLst>
            <pc:docMk/>
            <pc:sldMk cId="3079434368" sldId="351"/>
            <ac:picMk id="10" creationId="{B785D168-8BED-41F8-9A19-1BE853080C5B}"/>
          </ac:picMkLst>
        </pc:picChg>
        <pc:picChg chg="del mod">
          <ac:chgData name="송 하권" userId="546ba1eaca679e52" providerId="LiveId" clId="{C2875BBA-5555-48B3-8580-25E12AE0ABD2}" dt="2021-05-27T01:43:56.994" v="4631" actId="478"/>
          <ac:picMkLst>
            <pc:docMk/>
            <pc:sldMk cId="3079434368" sldId="351"/>
            <ac:picMk id="15" creationId="{95F69E40-8D77-4700-A1A3-53BBF29E57BE}"/>
          </ac:picMkLst>
        </pc:picChg>
        <pc:picChg chg="add mod ord">
          <ac:chgData name="송 하권" userId="546ba1eaca679e52" providerId="LiveId" clId="{C2875BBA-5555-48B3-8580-25E12AE0ABD2}" dt="2021-05-27T01:44:11.211" v="4637" actId="1076"/>
          <ac:picMkLst>
            <pc:docMk/>
            <pc:sldMk cId="3079434368" sldId="351"/>
            <ac:picMk id="20" creationId="{E46E290F-43B3-489C-AE54-9274CDE76BC2}"/>
          </ac:picMkLst>
        </pc:picChg>
        <pc:picChg chg="add del mod modCrop">
          <ac:chgData name="송 하권" userId="546ba1eaca679e52" providerId="LiveId" clId="{C2875BBA-5555-48B3-8580-25E12AE0ABD2}" dt="2021-05-27T01:45:59.971" v="4667" actId="22"/>
          <ac:picMkLst>
            <pc:docMk/>
            <pc:sldMk cId="3079434368" sldId="351"/>
            <ac:picMk id="22" creationId="{37580B29-10BA-44CE-A917-982623D4B151}"/>
          </ac:picMkLst>
        </pc:picChg>
      </pc:sldChg>
      <pc:sldChg chg="addSp delSp modSp add mod">
        <pc:chgData name="송 하권" userId="546ba1eaca679e52" providerId="LiveId" clId="{C2875BBA-5555-48B3-8580-25E12AE0ABD2}" dt="2021-05-27T01:33:23.777" v="4342" actId="14100"/>
        <pc:sldMkLst>
          <pc:docMk/>
          <pc:sldMk cId="4065052081" sldId="352"/>
        </pc:sldMkLst>
        <pc:spChg chg="mod">
          <ac:chgData name="송 하권" userId="546ba1eaca679e52" providerId="LiveId" clId="{C2875BBA-5555-48B3-8580-25E12AE0ABD2}" dt="2021-05-27T01:32:15.739" v="4266" actId="20577"/>
          <ac:spMkLst>
            <pc:docMk/>
            <pc:sldMk cId="4065052081" sldId="352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1:33:08.265" v="4337" actId="1076"/>
          <ac:spMkLst>
            <pc:docMk/>
            <pc:sldMk cId="4065052081" sldId="352"/>
            <ac:spMk id="13" creationId="{A2C90B47-F241-4375-9F81-86B8DBEF5853}"/>
          </ac:spMkLst>
        </pc:spChg>
        <pc:spChg chg="add mod">
          <ac:chgData name="송 하권" userId="546ba1eaca679e52" providerId="LiveId" clId="{C2875BBA-5555-48B3-8580-25E12AE0ABD2}" dt="2021-05-27T01:33:23.777" v="4342" actId="14100"/>
          <ac:spMkLst>
            <pc:docMk/>
            <pc:sldMk cId="4065052081" sldId="352"/>
            <ac:spMk id="14" creationId="{22FB1C5B-05CF-4C4D-8588-AD50258C5FFC}"/>
          </ac:spMkLst>
        </pc:spChg>
        <pc:spChg chg="del">
          <ac:chgData name="송 하권" userId="546ba1eaca679e52" providerId="LiveId" clId="{C2875BBA-5555-48B3-8580-25E12AE0ABD2}" dt="2021-05-27T01:29:14.849" v="4084" actId="478"/>
          <ac:spMkLst>
            <pc:docMk/>
            <pc:sldMk cId="4065052081" sldId="352"/>
            <ac:spMk id="16" creationId="{F5D20795-E2EA-4E9C-B0A9-F04D7610CB20}"/>
          </ac:spMkLst>
        </pc:spChg>
        <pc:spChg chg="del">
          <ac:chgData name="송 하권" userId="546ba1eaca679e52" providerId="LiveId" clId="{C2875BBA-5555-48B3-8580-25E12AE0ABD2}" dt="2021-05-27T01:29:14.451" v="4083" actId="478"/>
          <ac:spMkLst>
            <pc:docMk/>
            <pc:sldMk cId="4065052081" sldId="352"/>
            <ac:spMk id="17" creationId="{CC62AC08-E862-41FE-A906-3D1EEE6A9163}"/>
          </ac:spMkLst>
        </pc:spChg>
        <pc:spChg chg="del">
          <ac:chgData name="송 하권" userId="546ba1eaca679e52" providerId="LiveId" clId="{C2875BBA-5555-48B3-8580-25E12AE0ABD2}" dt="2021-05-27T01:29:15.242" v="4085" actId="478"/>
          <ac:spMkLst>
            <pc:docMk/>
            <pc:sldMk cId="4065052081" sldId="352"/>
            <ac:spMk id="18" creationId="{8FCA1E96-604E-453B-8CC1-DBA4B98AD592}"/>
          </ac:spMkLst>
        </pc:spChg>
        <pc:picChg chg="add mod">
          <ac:chgData name="송 하권" userId="546ba1eaca679e52" providerId="LiveId" clId="{C2875BBA-5555-48B3-8580-25E12AE0ABD2}" dt="2021-05-27T01:33:12.257" v="4339" actId="208"/>
          <ac:picMkLst>
            <pc:docMk/>
            <pc:sldMk cId="4065052081" sldId="352"/>
            <ac:picMk id="4" creationId="{E2DD6BA0-B524-41EE-B8AE-E78145697A47}"/>
          </ac:picMkLst>
        </pc:picChg>
        <pc:picChg chg="add mod">
          <ac:chgData name="송 하권" userId="546ba1eaca679e52" providerId="LiveId" clId="{C2875BBA-5555-48B3-8580-25E12AE0ABD2}" dt="2021-05-27T01:33:12.257" v="4339" actId="208"/>
          <ac:picMkLst>
            <pc:docMk/>
            <pc:sldMk cId="4065052081" sldId="352"/>
            <ac:picMk id="6" creationId="{3EE088BF-5805-4D67-BB5D-E15D9AE5AB80}"/>
          </ac:picMkLst>
        </pc:picChg>
        <pc:picChg chg="del">
          <ac:chgData name="송 하권" userId="546ba1eaca679e52" providerId="LiveId" clId="{C2875BBA-5555-48B3-8580-25E12AE0ABD2}" dt="2021-05-27T01:29:13.585" v="4082" actId="478"/>
          <ac:picMkLst>
            <pc:docMk/>
            <pc:sldMk cId="4065052081" sldId="352"/>
            <ac:picMk id="7" creationId="{74B93677-EF58-4FA6-A14E-D83DCEF772AD}"/>
          </ac:picMkLst>
        </pc:picChg>
        <pc:picChg chg="del">
          <ac:chgData name="송 하권" userId="546ba1eaca679e52" providerId="LiveId" clId="{C2875BBA-5555-48B3-8580-25E12AE0ABD2}" dt="2021-05-27T01:29:13.234" v="4081" actId="478"/>
          <ac:picMkLst>
            <pc:docMk/>
            <pc:sldMk cId="4065052081" sldId="352"/>
            <ac:picMk id="15" creationId="{95F69E40-8D77-4700-A1A3-53BBF29E57BE}"/>
          </ac:picMkLst>
        </pc:picChg>
      </pc:sldChg>
      <pc:sldChg chg="addSp delSp modSp add mod ord">
        <pc:chgData name="송 하권" userId="546ba1eaca679e52" providerId="LiveId" clId="{C2875BBA-5555-48B3-8580-25E12AE0ABD2}" dt="2021-05-27T01:55:17.890" v="5187" actId="1076"/>
        <pc:sldMkLst>
          <pc:docMk/>
          <pc:sldMk cId="282443201" sldId="353"/>
        </pc:sldMkLst>
        <pc:spChg chg="add del mod">
          <ac:chgData name="송 하권" userId="546ba1eaca679e52" providerId="LiveId" clId="{C2875BBA-5555-48B3-8580-25E12AE0ABD2}" dt="2021-05-27T01:37:03.875" v="4367" actId="478"/>
          <ac:spMkLst>
            <pc:docMk/>
            <pc:sldMk cId="282443201" sldId="353"/>
            <ac:spMk id="7" creationId="{DC3B489B-6EAF-4A58-BA4B-B836F50824D2}"/>
          </ac:spMkLst>
        </pc:spChg>
        <pc:spChg chg="add del mod">
          <ac:chgData name="송 하권" userId="546ba1eaca679e52" providerId="LiveId" clId="{C2875BBA-5555-48B3-8580-25E12AE0ABD2}" dt="2021-05-27T01:37:03.211" v="4366" actId="478"/>
          <ac:spMkLst>
            <pc:docMk/>
            <pc:sldMk cId="282443201" sldId="353"/>
            <ac:spMk id="8" creationId="{A484B80A-BB35-4B53-BD51-8EB1B35C1628}"/>
          </ac:spMkLst>
        </pc:spChg>
        <pc:spChg chg="add del mod">
          <ac:chgData name="송 하권" userId="546ba1eaca679e52" providerId="LiveId" clId="{C2875BBA-5555-48B3-8580-25E12AE0ABD2}" dt="2021-05-27T01:37:02.354" v="4365" actId="478"/>
          <ac:spMkLst>
            <pc:docMk/>
            <pc:sldMk cId="282443201" sldId="353"/>
            <ac:spMk id="9" creationId="{DD7CDDF6-4BAA-47A3-B9F2-390D5595E22A}"/>
          </ac:spMkLst>
        </pc:spChg>
        <pc:spChg chg="mod">
          <ac:chgData name="송 하권" userId="546ba1eaca679e52" providerId="LiveId" clId="{C2875BBA-5555-48B3-8580-25E12AE0ABD2}" dt="2021-05-27T01:39:04.186" v="4562" actId="20577"/>
          <ac:spMkLst>
            <pc:docMk/>
            <pc:sldMk cId="282443201" sldId="353"/>
            <ac:spMk id="12" creationId="{2E9E2DF3-77FF-4929-AD25-40B6C4BF03B8}"/>
          </ac:spMkLst>
        </pc:spChg>
        <pc:spChg chg="add del mod">
          <ac:chgData name="송 하권" userId="546ba1eaca679e52" providerId="LiveId" clId="{C2875BBA-5555-48B3-8580-25E12AE0ABD2}" dt="2021-05-27T01:37:01.466" v="4363" actId="478"/>
          <ac:spMkLst>
            <pc:docMk/>
            <pc:sldMk cId="282443201" sldId="353"/>
            <ac:spMk id="13" creationId="{37783062-8F11-424E-8A51-3AEA9DC9B85F}"/>
          </ac:spMkLst>
        </pc:spChg>
        <pc:spChg chg="add mod">
          <ac:chgData name="송 하권" userId="546ba1eaca679e52" providerId="LiveId" clId="{C2875BBA-5555-48B3-8580-25E12AE0ABD2}" dt="2021-05-27T01:39:14.730" v="4566" actId="1076"/>
          <ac:spMkLst>
            <pc:docMk/>
            <pc:sldMk cId="282443201" sldId="353"/>
            <ac:spMk id="17" creationId="{B4BFB010-FE28-49F1-ABCD-AE166FB55775}"/>
          </ac:spMkLst>
        </pc:spChg>
        <pc:picChg chg="del">
          <ac:chgData name="송 하권" userId="546ba1eaca679e52" providerId="LiveId" clId="{C2875BBA-5555-48B3-8580-25E12AE0ABD2}" dt="2021-05-27T01:32:34.306" v="4268" actId="478"/>
          <ac:picMkLst>
            <pc:docMk/>
            <pc:sldMk cId="282443201" sldId="353"/>
            <ac:picMk id="4" creationId="{E2DD6BA0-B524-41EE-B8AE-E78145697A47}"/>
          </ac:picMkLst>
        </pc:picChg>
        <pc:picChg chg="add del mod">
          <ac:chgData name="송 하권" userId="546ba1eaca679e52" providerId="LiveId" clId="{C2875BBA-5555-48B3-8580-25E12AE0ABD2}" dt="2021-05-27T01:37:01.737" v="4364" actId="478"/>
          <ac:picMkLst>
            <pc:docMk/>
            <pc:sldMk cId="282443201" sldId="353"/>
            <ac:picMk id="5" creationId="{306EA2CC-5BD8-4F81-A458-5A724B8082FB}"/>
          </ac:picMkLst>
        </pc:picChg>
        <pc:picChg chg="add del mod">
          <ac:chgData name="송 하권" userId="546ba1eaca679e52" providerId="LiveId" clId="{C2875BBA-5555-48B3-8580-25E12AE0ABD2}" dt="2021-05-27T01:37:01.081" v="4362" actId="478"/>
          <ac:picMkLst>
            <pc:docMk/>
            <pc:sldMk cId="282443201" sldId="353"/>
            <ac:picMk id="10" creationId="{F2AC84DF-167C-4DF4-904F-90C40287EB1E}"/>
          </ac:picMkLst>
        </pc:picChg>
        <pc:picChg chg="add del mod">
          <ac:chgData name="송 하권" userId="546ba1eaca679e52" providerId="LiveId" clId="{C2875BBA-5555-48B3-8580-25E12AE0ABD2}" dt="2021-05-27T01:55:10.802" v="5182" actId="478"/>
          <ac:picMkLst>
            <pc:docMk/>
            <pc:sldMk cId="282443201" sldId="353"/>
            <ac:picMk id="14" creationId="{722F0E52-C7C3-48C1-8BB2-BFA5E62FAAC8}"/>
          </ac:picMkLst>
        </pc:picChg>
        <pc:picChg chg="add mod">
          <ac:chgData name="송 하권" userId="546ba1eaca679e52" providerId="LiveId" clId="{C2875BBA-5555-48B3-8580-25E12AE0ABD2}" dt="2021-05-27T01:39:09.634" v="4564" actId="208"/>
          <ac:picMkLst>
            <pc:docMk/>
            <pc:sldMk cId="282443201" sldId="353"/>
            <ac:picMk id="16" creationId="{199823E3-B503-4E84-BF75-B6093728FE4C}"/>
          </ac:picMkLst>
        </pc:picChg>
        <pc:picChg chg="add mod ord">
          <ac:chgData name="송 하권" userId="546ba1eaca679e52" providerId="LiveId" clId="{C2875BBA-5555-48B3-8580-25E12AE0ABD2}" dt="2021-05-27T01:55:17.890" v="5187" actId="1076"/>
          <ac:picMkLst>
            <pc:docMk/>
            <pc:sldMk cId="282443201" sldId="353"/>
            <ac:picMk id="19" creationId="{690EFB84-72FA-43FA-9DC5-A92DBAE26A80}"/>
          </ac:picMkLst>
        </pc:picChg>
      </pc:sldChg>
      <pc:sldChg chg="add">
        <pc:chgData name="송 하권" userId="546ba1eaca679e52" providerId="LiveId" clId="{C2875BBA-5555-48B3-8580-25E12AE0ABD2}" dt="2021-05-27T01:35:40.902" v="4361"/>
        <pc:sldMkLst>
          <pc:docMk/>
          <pc:sldMk cId="4131733228" sldId="354"/>
        </pc:sldMkLst>
      </pc:sldChg>
      <pc:sldChg chg="addSp delSp modSp add mod">
        <pc:chgData name="송 하권" userId="546ba1eaca679e52" providerId="LiveId" clId="{C2875BBA-5555-48B3-8580-25E12AE0ABD2}" dt="2021-05-27T01:52:36.569" v="5024" actId="478"/>
        <pc:sldMkLst>
          <pc:docMk/>
          <pc:sldMk cId="2932994083" sldId="355"/>
        </pc:sldMkLst>
        <pc:spChg chg="mod">
          <ac:chgData name="송 하권" userId="546ba1eaca679e52" providerId="LiveId" clId="{C2875BBA-5555-48B3-8580-25E12AE0ABD2}" dt="2021-05-27T01:52:03.692" v="5018" actId="20577"/>
          <ac:spMkLst>
            <pc:docMk/>
            <pc:sldMk cId="2932994083" sldId="355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1:51:45.114" v="4946" actId="1076"/>
          <ac:spMkLst>
            <pc:docMk/>
            <pc:sldMk cId="2932994083" sldId="355"/>
            <ac:spMk id="13" creationId="{BB6CAFEC-5585-41AE-A604-922CB4E043A4}"/>
          </ac:spMkLst>
        </pc:spChg>
        <pc:spChg chg="add mod">
          <ac:chgData name="송 하권" userId="546ba1eaca679e52" providerId="LiveId" clId="{C2875BBA-5555-48B3-8580-25E12AE0ABD2}" dt="2021-05-27T01:51:53.730" v="4953" actId="1076"/>
          <ac:spMkLst>
            <pc:docMk/>
            <pc:sldMk cId="2932994083" sldId="355"/>
            <ac:spMk id="15" creationId="{F8BB5F73-BF87-49EF-B403-963A3F802DD1}"/>
          </ac:spMkLst>
        </pc:spChg>
        <pc:spChg chg="del">
          <ac:chgData name="송 하권" userId="546ba1eaca679e52" providerId="LiveId" clId="{C2875BBA-5555-48B3-8580-25E12AE0ABD2}" dt="2021-05-27T01:40:55.251" v="4571" actId="478"/>
          <ac:spMkLst>
            <pc:docMk/>
            <pc:sldMk cId="2932994083" sldId="355"/>
            <ac:spMk id="17" creationId="{B4BFB010-FE28-49F1-ABCD-AE166FB55775}"/>
          </ac:spMkLst>
        </pc:spChg>
        <pc:spChg chg="add del mod">
          <ac:chgData name="송 하권" userId="546ba1eaca679e52" providerId="LiveId" clId="{C2875BBA-5555-48B3-8580-25E12AE0ABD2}" dt="2021-05-27T01:52:13.987" v="5020"/>
          <ac:spMkLst>
            <pc:docMk/>
            <pc:sldMk cId="2932994083" sldId="355"/>
            <ac:spMk id="18" creationId="{214AE391-7F4D-4B3C-867A-D9E4D193419C}"/>
          </ac:spMkLst>
        </pc:spChg>
        <pc:picChg chg="add del mod">
          <ac:chgData name="송 하권" userId="546ba1eaca679e52" providerId="LiveId" clId="{C2875BBA-5555-48B3-8580-25E12AE0ABD2}" dt="2021-05-27T01:52:36.569" v="5024" actId="478"/>
          <ac:picMkLst>
            <pc:docMk/>
            <pc:sldMk cId="2932994083" sldId="355"/>
            <ac:picMk id="4" creationId="{8AFC79DA-B55D-4111-93A5-A5A3ABBFF2E9}"/>
          </ac:picMkLst>
        </pc:picChg>
        <pc:picChg chg="add mod">
          <ac:chgData name="송 하권" userId="546ba1eaca679e52" providerId="LiveId" clId="{C2875BBA-5555-48B3-8580-25E12AE0ABD2}" dt="2021-05-27T01:51:45.114" v="4946" actId="1076"/>
          <ac:picMkLst>
            <pc:docMk/>
            <pc:sldMk cId="2932994083" sldId="355"/>
            <ac:picMk id="6" creationId="{1BC9AFAE-EEA3-4847-87B5-34FE32654F82}"/>
          </ac:picMkLst>
        </pc:picChg>
        <pc:picChg chg="add mod">
          <ac:chgData name="송 하권" userId="546ba1eaca679e52" providerId="LiveId" clId="{C2875BBA-5555-48B3-8580-25E12AE0ABD2}" dt="2021-05-27T01:52:22.058" v="5023" actId="208"/>
          <ac:picMkLst>
            <pc:docMk/>
            <pc:sldMk cId="2932994083" sldId="355"/>
            <ac:picMk id="8" creationId="{79EAC85C-B6D9-4A06-8130-A12D642734CD}"/>
          </ac:picMkLst>
        </pc:picChg>
        <pc:picChg chg="del">
          <ac:chgData name="송 하권" userId="546ba1eaca679e52" providerId="LiveId" clId="{C2875BBA-5555-48B3-8580-25E12AE0ABD2}" dt="2021-05-27T01:40:54.858" v="4570" actId="478"/>
          <ac:picMkLst>
            <pc:docMk/>
            <pc:sldMk cId="2932994083" sldId="355"/>
            <ac:picMk id="14" creationId="{722F0E52-C7C3-48C1-8BB2-BFA5E62FAAC8}"/>
          </ac:picMkLst>
        </pc:picChg>
        <pc:picChg chg="del">
          <ac:chgData name="송 하권" userId="546ba1eaca679e52" providerId="LiveId" clId="{C2875BBA-5555-48B3-8580-25E12AE0ABD2}" dt="2021-05-27T01:40:55.545" v="4572" actId="478"/>
          <ac:picMkLst>
            <pc:docMk/>
            <pc:sldMk cId="2932994083" sldId="355"/>
            <ac:picMk id="16" creationId="{199823E3-B503-4E84-BF75-B6093728FE4C}"/>
          </ac:picMkLst>
        </pc:picChg>
      </pc:sldChg>
      <pc:sldChg chg="addSp delSp modSp add mod ord">
        <pc:chgData name="송 하권" userId="546ba1eaca679e52" providerId="LiveId" clId="{C2875BBA-5555-48B3-8580-25E12AE0ABD2}" dt="2021-05-27T01:59:11.698" v="5520" actId="1076"/>
        <pc:sldMkLst>
          <pc:docMk/>
          <pc:sldMk cId="643686193" sldId="356"/>
        </pc:sldMkLst>
        <pc:spChg chg="add mod">
          <ac:chgData name="송 하권" userId="546ba1eaca679e52" providerId="LiveId" clId="{C2875BBA-5555-48B3-8580-25E12AE0ABD2}" dt="2021-05-27T01:54:26.402" v="5178" actId="1076"/>
          <ac:spMkLst>
            <pc:docMk/>
            <pc:sldMk cId="643686193" sldId="356"/>
            <ac:spMk id="11" creationId="{A2782291-43E5-458F-A91C-DD3EEC08051A}"/>
          </ac:spMkLst>
        </pc:spChg>
        <pc:spChg chg="mod">
          <ac:chgData name="송 하권" userId="546ba1eaca679e52" providerId="LiveId" clId="{C2875BBA-5555-48B3-8580-25E12AE0ABD2}" dt="2021-05-27T01:54:23.227" v="5177" actId="20577"/>
          <ac:spMkLst>
            <pc:docMk/>
            <pc:sldMk cId="643686193" sldId="356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1:52:18.634" v="5022" actId="478"/>
          <ac:spMkLst>
            <pc:docMk/>
            <pc:sldMk cId="643686193" sldId="356"/>
            <ac:spMk id="13" creationId="{BB6CAFEC-5585-41AE-A604-922CB4E043A4}"/>
          </ac:spMkLst>
        </pc:spChg>
        <pc:spChg chg="add mod">
          <ac:chgData name="송 하권" userId="546ba1eaca679e52" providerId="LiveId" clId="{C2875BBA-5555-48B3-8580-25E12AE0ABD2}" dt="2021-05-27T01:59:11.698" v="5520" actId="1076"/>
          <ac:spMkLst>
            <pc:docMk/>
            <pc:sldMk cId="643686193" sldId="356"/>
            <ac:spMk id="14" creationId="{4E3E81C4-4FB0-4283-8B41-C49E10C60B9D}"/>
          </ac:spMkLst>
        </pc:spChg>
        <pc:spChg chg="del">
          <ac:chgData name="송 하권" userId="546ba1eaca679e52" providerId="LiveId" clId="{C2875BBA-5555-48B3-8580-25E12AE0ABD2}" dt="2021-05-27T01:52:18.634" v="5022" actId="478"/>
          <ac:spMkLst>
            <pc:docMk/>
            <pc:sldMk cId="643686193" sldId="356"/>
            <ac:spMk id="15" creationId="{F8BB5F73-BF87-49EF-B403-963A3F802DD1}"/>
          </ac:spMkLst>
        </pc:spChg>
        <pc:graphicFrameChg chg="add del modGraphic">
          <ac:chgData name="송 하권" userId="546ba1eaca679e52" providerId="LiveId" clId="{C2875BBA-5555-48B3-8580-25E12AE0ABD2}" dt="2021-05-27T01:52:40.012" v="5028" actId="478"/>
          <ac:graphicFrameMkLst>
            <pc:docMk/>
            <pc:sldMk cId="643686193" sldId="356"/>
            <ac:graphicFrameMk id="5" creationId="{DECCAFED-19AA-4EE9-888F-00F786BC512D}"/>
          </ac:graphicFrameMkLst>
        </pc:graphicFrameChg>
        <pc:picChg chg="mod">
          <ac:chgData name="송 하권" userId="546ba1eaca679e52" providerId="LiveId" clId="{C2875BBA-5555-48B3-8580-25E12AE0ABD2}" dt="2021-05-27T01:54:26.402" v="5178" actId="1076"/>
          <ac:picMkLst>
            <pc:docMk/>
            <pc:sldMk cId="643686193" sldId="356"/>
            <ac:picMk id="4" creationId="{8AFC79DA-B55D-4111-93A5-A5A3ABBFF2E9}"/>
          </ac:picMkLst>
        </pc:picChg>
        <pc:picChg chg="del">
          <ac:chgData name="송 하권" userId="546ba1eaca679e52" providerId="LiveId" clId="{C2875BBA-5555-48B3-8580-25E12AE0ABD2}" dt="2021-05-27T01:52:18.634" v="5022" actId="478"/>
          <ac:picMkLst>
            <pc:docMk/>
            <pc:sldMk cId="643686193" sldId="356"/>
            <ac:picMk id="6" creationId="{1BC9AFAE-EEA3-4847-87B5-34FE32654F82}"/>
          </ac:picMkLst>
        </pc:picChg>
        <pc:picChg chg="del">
          <ac:chgData name="송 하권" userId="546ba1eaca679e52" providerId="LiveId" clId="{C2875BBA-5555-48B3-8580-25E12AE0ABD2}" dt="2021-05-27T01:52:18.634" v="5022" actId="478"/>
          <ac:picMkLst>
            <pc:docMk/>
            <pc:sldMk cId="643686193" sldId="356"/>
            <ac:picMk id="8" creationId="{79EAC85C-B6D9-4A06-8130-A12D642734CD}"/>
          </ac:picMkLst>
        </pc:picChg>
        <pc:picChg chg="add mod">
          <ac:chgData name="송 하권" userId="546ba1eaca679e52" providerId="LiveId" clId="{C2875BBA-5555-48B3-8580-25E12AE0ABD2}" dt="2021-05-27T01:56:11.770" v="5188" actId="1076"/>
          <ac:picMkLst>
            <pc:docMk/>
            <pc:sldMk cId="643686193" sldId="356"/>
            <ac:picMk id="9" creationId="{60EA2BD4-789B-40BD-AF20-8D80CAAB67D1}"/>
          </ac:picMkLst>
        </pc:picChg>
      </pc:sldChg>
      <pc:sldChg chg="addSp delSp modSp add mod ord">
        <pc:chgData name="송 하권" userId="546ba1eaca679e52" providerId="LiveId" clId="{C2875BBA-5555-48B3-8580-25E12AE0ABD2}" dt="2021-05-27T02:02:38.610" v="5644" actId="14100"/>
        <pc:sldMkLst>
          <pc:docMk/>
          <pc:sldMk cId="391671898" sldId="357"/>
        </pc:sldMkLst>
        <pc:spChg chg="add del mod">
          <ac:chgData name="송 하권" userId="546ba1eaca679e52" providerId="LiveId" clId="{C2875BBA-5555-48B3-8580-25E12AE0ABD2}" dt="2021-05-27T01:59:36.987" v="5532" actId="478"/>
          <ac:spMkLst>
            <pc:docMk/>
            <pc:sldMk cId="391671898" sldId="357"/>
            <ac:spMk id="10" creationId="{C45FB512-E638-41D0-912E-A361E042696E}"/>
          </ac:spMkLst>
        </pc:spChg>
        <pc:spChg chg="del">
          <ac:chgData name="송 하권" userId="546ba1eaca679e52" providerId="LiveId" clId="{C2875BBA-5555-48B3-8580-25E12AE0ABD2}" dt="2021-05-27T01:56:15.907" v="5190" actId="478"/>
          <ac:spMkLst>
            <pc:docMk/>
            <pc:sldMk cId="391671898" sldId="357"/>
            <ac:spMk id="11" creationId="{A2782291-43E5-458F-A91C-DD3EEC08051A}"/>
          </ac:spMkLst>
        </pc:spChg>
        <pc:spChg chg="mod">
          <ac:chgData name="송 하권" userId="546ba1eaca679e52" providerId="LiveId" clId="{C2875BBA-5555-48B3-8580-25E12AE0ABD2}" dt="2021-05-27T02:00:18.899" v="5630" actId="20577"/>
          <ac:spMkLst>
            <pc:docMk/>
            <pc:sldMk cId="391671898" sldId="357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1:56:15.907" v="5190" actId="478"/>
          <ac:spMkLst>
            <pc:docMk/>
            <pc:sldMk cId="391671898" sldId="357"/>
            <ac:spMk id="14" creationId="{4E3E81C4-4FB0-4283-8B41-C49E10C60B9D}"/>
          </ac:spMkLst>
        </pc:spChg>
        <pc:spChg chg="add mod">
          <ac:chgData name="송 하권" userId="546ba1eaca679e52" providerId="LiveId" clId="{C2875BBA-5555-48B3-8580-25E12AE0ABD2}" dt="2021-05-27T02:00:58.514" v="5631" actId="1076"/>
          <ac:spMkLst>
            <pc:docMk/>
            <pc:sldMk cId="391671898" sldId="357"/>
            <ac:spMk id="15" creationId="{63620136-BA75-4B41-9782-AA0E69E5115C}"/>
          </ac:spMkLst>
        </pc:spChg>
        <pc:spChg chg="add mod">
          <ac:chgData name="송 하권" userId="546ba1eaca679e52" providerId="LiveId" clId="{C2875BBA-5555-48B3-8580-25E12AE0ABD2}" dt="2021-05-27T02:02:38.610" v="5644" actId="14100"/>
          <ac:spMkLst>
            <pc:docMk/>
            <pc:sldMk cId="391671898" sldId="357"/>
            <ac:spMk id="20" creationId="{808FCD59-3D0D-45D6-909F-2A9EEB81A70B}"/>
          </ac:spMkLst>
        </pc:spChg>
        <pc:picChg chg="del">
          <ac:chgData name="송 하권" userId="546ba1eaca679e52" providerId="LiveId" clId="{C2875BBA-5555-48B3-8580-25E12AE0ABD2}" dt="2021-05-27T01:56:15.907" v="5190" actId="478"/>
          <ac:picMkLst>
            <pc:docMk/>
            <pc:sldMk cId="391671898" sldId="357"/>
            <ac:picMk id="4" creationId="{8AFC79DA-B55D-4111-93A5-A5A3ABBFF2E9}"/>
          </ac:picMkLst>
        </pc:picChg>
        <pc:picChg chg="add del mod">
          <ac:chgData name="송 하권" userId="546ba1eaca679e52" providerId="LiveId" clId="{C2875BBA-5555-48B3-8580-25E12AE0ABD2}" dt="2021-05-27T01:59:36.410" v="5531" actId="478"/>
          <ac:picMkLst>
            <pc:docMk/>
            <pc:sldMk cId="391671898" sldId="357"/>
            <ac:picMk id="5" creationId="{EAB0FC35-A18F-46A0-A7EC-20C4234D826A}"/>
          </ac:picMkLst>
        </pc:picChg>
        <pc:picChg chg="add del mod">
          <ac:chgData name="송 하권" userId="546ba1eaca679e52" providerId="LiveId" clId="{C2875BBA-5555-48B3-8580-25E12AE0ABD2}" dt="2021-05-27T01:59:36.042" v="5530" actId="478"/>
          <ac:picMkLst>
            <pc:docMk/>
            <pc:sldMk cId="391671898" sldId="357"/>
            <ac:picMk id="7" creationId="{7612F884-967A-45F4-893F-C1CEED45A510}"/>
          </ac:picMkLst>
        </pc:picChg>
        <pc:picChg chg="del">
          <ac:chgData name="송 하권" userId="546ba1eaca679e52" providerId="LiveId" clId="{C2875BBA-5555-48B3-8580-25E12AE0ABD2}" dt="2021-05-27T01:56:15.907" v="5190" actId="478"/>
          <ac:picMkLst>
            <pc:docMk/>
            <pc:sldMk cId="391671898" sldId="357"/>
            <ac:picMk id="9" creationId="{60EA2BD4-789B-40BD-AF20-8D80CAAB67D1}"/>
          </ac:picMkLst>
        </pc:picChg>
        <pc:picChg chg="add mod">
          <ac:chgData name="송 하권" userId="546ba1eaca679e52" providerId="LiveId" clId="{C2875BBA-5555-48B3-8580-25E12AE0ABD2}" dt="2021-05-27T02:00:58.514" v="5631" actId="1076"/>
          <ac:picMkLst>
            <pc:docMk/>
            <pc:sldMk cId="391671898" sldId="357"/>
            <ac:picMk id="13" creationId="{B0208154-9F85-448D-9BC3-040699C2B5D7}"/>
          </ac:picMkLst>
        </pc:picChg>
        <pc:picChg chg="add del mod">
          <ac:chgData name="송 하권" userId="546ba1eaca679e52" providerId="LiveId" clId="{C2875BBA-5555-48B3-8580-25E12AE0ABD2}" dt="2021-05-27T02:02:25.179" v="5635" actId="478"/>
          <ac:picMkLst>
            <pc:docMk/>
            <pc:sldMk cId="391671898" sldId="357"/>
            <ac:picMk id="17" creationId="{461ADD9C-D105-4B97-978D-EF78B0428290}"/>
          </ac:picMkLst>
        </pc:picChg>
        <pc:picChg chg="add mod">
          <ac:chgData name="송 하권" userId="546ba1eaca679e52" providerId="LiveId" clId="{C2875BBA-5555-48B3-8580-25E12AE0ABD2}" dt="2021-05-27T02:02:29.955" v="5639" actId="208"/>
          <ac:picMkLst>
            <pc:docMk/>
            <pc:sldMk cId="391671898" sldId="357"/>
            <ac:picMk id="19" creationId="{A85560D7-21F9-4178-A251-12BEACBA8DE7}"/>
          </ac:picMkLst>
        </pc:picChg>
      </pc:sldChg>
      <pc:sldChg chg="addSp delSp modSp add mod">
        <pc:chgData name="송 하권" userId="546ba1eaca679e52" providerId="LiveId" clId="{C2875BBA-5555-48B3-8580-25E12AE0ABD2}" dt="2021-05-27T01:59:47.059" v="5546" actId="1076"/>
        <pc:sldMkLst>
          <pc:docMk/>
          <pc:sldMk cId="3405848223" sldId="358"/>
        </pc:sldMkLst>
        <pc:spChg chg="add mod">
          <ac:chgData name="송 하권" userId="546ba1eaca679e52" providerId="LiveId" clId="{C2875BBA-5555-48B3-8580-25E12AE0ABD2}" dt="2021-05-27T01:59:14.523" v="5522" actId="1076"/>
          <ac:spMkLst>
            <pc:docMk/>
            <pc:sldMk cId="3405848223" sldId="358"/>
            <ac:spMk id="8" creationId="{47D58B4A-7818-4155-9708-6C7869713A39}"/>
          </ac:spMkLst>
        </pc:spChg>
        <pc:spChg chg="add mod">
          <ac:chgData name="송 하권" userId="546ba1eaca679e52" providerId="LiveId" clId="{C2875BBA-5555-48B3-8580-25E12AE0ABD2}" dt="2021-05-27T01:59:47.059" v="5546" actId="1076"/>
          <ac:spMkLst>
            <pc:docMk/>
            <pc:sldMk cId="3405848223" sldId="358"/>
            <ac:spMk id="9" creationId="{BCE7852D-2BDB-4BC5-9B0A-267FAE324E63}"/>
          </ac:spMkLst>
        </pc:spChg>
        <pc:spChg chg="mod">
          <ac:chgData name="송 하권" userId="546ba1eaca679e52" providerId="LiveId" clId="{C2875BBA-5555-48B3-8580-25E12AE0ABD2}" dt="2021-05-27T01:59:05.114" v="5517" actId="1076"/>
          <ac:spMkLst>
            <pc:docMk/>
            <pc:sldMk cId="3405848223" sldId="358"/>
            <ac:spMk id="10" creationId="{C45FB512-E638-41D0-912E-A361E042696E}"/>
          </ac:spMkLst>
        </pc:spChg>
        <pc:spChg chg="mod">
          <ac:chgData name="송 하권" userId="546ba1eaca679e52" providerId="LiveId" clId="{C2875BBA-5555-48B3-8580-25E12AE0ABD2}" dt="2021-05-27T01:58:58.558" v="5513" actId="6549"/>
          <ac:spMkLst>
            <pc:docMk/>
            <pc:sldMk cId="3405848223" sldId="358"/>
            <ac:spMk id="12" creationId="{2E9E2DF3-77FF-4929-AD25-40B6C4BF03B8}"/>
          </ac:spMkLst>
        </pc:spChg>
        <pc:picChg chg="mod">
          <ac:chgData name="송 하권" userId="546ba1eaca679e52" providerId="LiveId" clId="{C2875BBA-5555-48B3-8580-25E12AE0ABD2}" dt="2021-05-27T01:59:05.114" v="5517" actId="1076"/>
          <ac:picMkLst>
            <pc:docMk/>
            <pc:sldMk cId="3405848223" sldId="358"/>
            <ac:picMk id="5" creationId="{EAB0FC35-A18F-46A0-A7EC-20C4234D826A}"/>
          </ac:picMkLst>
        </pc:picChg>
        <pc:picChg chg="mod">
          <ac:chgData name="송 하권" userId="546ba1eaca679e52" providerId="LiveId" clId="{C2875BBA-5555-48B3-8580-25E12AE0ABD2}" dt="2021-05-27T01:59:15.618" v="5523" actId="1076"/>
          <ac:picMkLst>
            <pc:docMk/>
            <pc:sldMk cId="3405848223" sldId="358"/>
            <ac:picMk id="7" creationId="{7612F884-967A-45F4-893F-C1CEED45A510}"/>
          </ac:picMkLst>
        </pc:picChg>
        <pc:picChg chg="del">
          <ac:chgData name="송 하권" userId="546ba1eaca679e52" providerId="LiveId" clId="{C2875BBA-5555-48B3-8580-25E12AE0ABD2}" dt="2021-05-27T01:58:50.211" v="5511" actId="478"/>
          <ac:picMkLst>
            <pc:docMk/>
            <pc:sldMk cId="3405848223" sldId="358"/>
            <ac:picMk id="13" creationId="{B0208154-9F85-448D-9BC3-040699C2B5D7}"/>
          </ac:picMkLst>
        </pc:picChg>
      </pc:sldChg>
      <pc:sldChg chg="addSp delSp modSp add mod">
        <pc:chgData name="송 하권" userId="546ba1eaca679e52" providerId="LiveId" clId="{C2875BBA-5555-48B3-8580-25E12AE0ABD2}" dt="2021-05-27T02:07:18.675" v="5816" actId="208"/>
        <pc:sldMkLst>
          <pc:docMk/>
          <pc:sldMk cId="3108228726" sldId="359"/>
        </pc:sldMkLst>
        <pc:spChg chg="mod">
          <ac:chgData name="송 하권" userId="546ba1eaca679e52" providerId="LiveId" clId="{C2875BBA-5555-48B3-8580-25E12AE0ABD2}" dt="2021-05-27T02:07:11.387" v="5814" actId="20577"/>
          <ac:spMkLst>
            <pc:docMk/>
            <pc:sldMk cId="3108228726" sldId="359"/>
            <ac:spMk id="12" creationId="{2E9E2DF3-77FF-4929-AD25-40B6C4BF03B8}"/>
          </ac:spMkLst>
        </pc:spChg>
        <pc:spChg chg="mod ord">
          <ac:chgData name="송 하권" userId="546ba1eaca679e52" providerId="LiveId" clId="{C2875BBA-5555-48B3-8580-25E12AE0ABD2}" dt="2021-05-27T02:07:14.883" v="5815" actId="1076"/>
          <ac:spMkLst>
            <pc:docMk/>
            <pc:sldMk cId="3108228726" sldId="359"/>
            <ac:spMk id="15" creationId="{63620136-BA75-4B41-9782-AA0E69E5115C}"/>
          </ac:spMkLst>
        </pc:spChg>
        <pc:spChg chg="add mod">
          <ac:chgData name="송 하권" userId="546ba1eaca679e52" providerId="LiveId" clId="{C2875BBA-5555-48B3-8580-25E12AE0ABD2}" dt="2021-05-27T02:07:14.883" v="5815" actId="1076"/>
          <ac:spMkLst>
            <pc:docMk/>
            <pc:sldMk cId="3108228726" sldId="359"/>
            <ac:spMk id="18" creationId="{63F98E16-75C2-4DCB-A772-F993E36E5174}"/>
          </ac:spMkLst>
        </pc:spChg>
        <pc:spChg chg="del mod">
          <ac:chgData name="송 하권" userId="546ba1eaca679e52" providerId="LiveId" clId="{C2875BBA-5555-48B3-8580-25E12AE0ABD2}" dt="2021-05-27T02:06:27.451" v="5713" actId="478"/>
          <ac:spMkLst>
            <pc:docMk/>
            <pc:sldMk cId="3108228726" sldId="359"/>
            <ac:spMk id="20" creationId="{808FCD59-3D0D-45D6-909F-2A9EEB81A70B}"/>
          </ac:spMkLst>
        </pc:spChg>
        <pc:spChg chg="add mod">
          <ac:chgData name="송 하권" userId="546ba1eaca679e52" providerId="LiveId" clId="{C2875BBA-5555-48B3-8580-25E12AE0ABD2}" dt="2021-05-27T02:07:14.883" v="5815" actId="1076"/>
          <ac:spMkLst>
            <pc:docMk/>
            <pc:sldMk cId="3108228726" sldId="359"/>
            <ac:spMk id="21" creationId="{0EF8540D-EE5D-4BF0-98E7-44D2C91C7595}"/>
          </ac:spMkLst>
        </pc:spChg>
        <pc:spChg chg="add mod">
          <ac:chgData name="송 하권" userId="546ba1eaca679e52" providerId="LiveId" clId="{C2875BBA-5555-48B3-8580-25E12AE0ABD2}" dt="2021-05-27T02:07:14.883" v="5815" actId="1076"/>
          <ac:spMkLst>
            <pc:docMk/>
            <pc:sldMk cId="3108228726" sldId="359"/>
            <ac:spMk id="22" creationId="{BC26670B-41E5-4190-AB62-CB7585A0495E}"/>
          </ac:spMkLst>
        </pc:spChg>
        <pc:spChg chg="add mod">
          <ac:chgData name="송 하권" userId="546ba1eaca679e52" providerId="LiveId" clId="{C2875BBA-5555-48B3-8580-25E12AE0ABD2}" dt="2021-05-27T02:07:14.883" v="5815" actId="1076"/>
          <ac:spMkLst>
            <pc:docMk/>
            <pc:sldMk cId="3108228726" sldId="359"/>
            <ac:spMk id="23" creationId="{57B912ED-2CD6-4F44-ABAC-649894FFB0B1}"/>
          </ac:spMkLst>
        </pc:spChg>
        <pc:picChg chg="add mod">
          <ac:chgData name="송 하권" userId="546ba1eaca679e52" providerId="LiveId" clId="{C2875BBA-5555-48B3-8580-25E12AE0ABD2}" dt="2021-05-27T02:07:14.883" v="5815" actId="1076"/>
          <ac:picMkLst>
            <pc:docMk/>
            <pc:sldMk cId="3108228726" sldId="359"/>
            <ac:picMk id="4" creationId="{090FEA2A-6F3F-454A-9B65-1DA89CE8B89D}"/>
          </ac:picMkLst>
        </pc:picChg>
        <pc:picChg chg="add mod">
          <ac:chgData name="송 하권" userId="546ba1eaca679e52" providerId="LiveId" clId="{C2875BBA-5555-48B3-8580-25E12AE0ABD2}" dt="2021-05-27T02:07:18.675" v="5816" actId="208"/>
          <ac:picMkLst>
            <pc:docMk/>
            <pc:sldMk cId="3108228726" sldId="359"/>
            <ac:picMk id="6" creationId="{DD5ECFFF-CAFA-4A69-A118-4BFF3D83F00D}"/>
          </ac:picMkLst>
        </pc:picChg>
        <pc:picChg chg="add del mod">
          <ac:chgData name="송 하권" userId="546ba1eaca679e52" providerId="LiveId" clId="{C2875BBA-5555-48B3-8580-25E12AE0ABD2}" dt="2021-05-27T02:06:18.603" v="5707" actId="478"/>
          <ac:picMkLst>
            <pc:docMk/>
            <pc:sldMk cId="3108228726" sldId="359"/>
            <ac:picMk id="8" creationId="{3CB995FF-32AA-406F-9892-85CB508165E5}"/>
          </ac:picMkLst>
        </pc:picChg>
        <pc:picChg chg="add del mod">
          <ac:chgData name="송 하권" userId="546ba1eaca679e52" providerId="LiveId" clId="{C2875BBA-5555-48B3-8580-25E12AE0ABD2}" dt="2021-05-27T02:06:18.882" v="5708" actId="478"/>
          <ac:picMkLst>
            <pc:docMk/>
            <pc:sldMk cId="3108228726" sldId="359"/>
            <ac:picMk id="10" creationId="{75C1DCDF-77D2-49BC-B742-1DF6519A81DC}"/>
          </ac:picMkLst>
        </pc:picChg>
        <pc:picChg chg="del">
          <ac:chgData name="송 하권" userId="546ba1eaca679e52" providerId="LiveId" clId="{C2875BBA-5555-48B3-8580-25E12AE0ABD2}" dt="2021-05-27T02:03:29.890" v="5646" actId="478"/>
          <ac:picMkLst>
            <pc:docMk/>
            <pc:sldMk cId="3108228726" sldId="359"/>
            <ac:picMk id="13" creationId="{B0208154-9F85-448D-9BC3-040699C2B5D7}"/>
          </ac:picMkLst>
        </pc:picChg>
        <pc:picChg chg="add mod">
          <ac:chgData name="송 하권" userId="546ba1eaca679e52" providerId="LiveId" clId="{C2875BBA-5555-48B3-8580-25E12AE0ABD2}" dt="2021-05-27T02:07:18.675" v="5816" actId="208"/>
          <ac:picMkLst>
            <pc:docMk/>
            <pc:sldMk cId="3108228726" sldId="359"/>
            <ac:picMk id="14" creationId="{16E0CF98-D3E5-4935-88FD-4D7166ED10B2}"/>
          </ac:picMkLst>
        </pc:picChg>
        <pc:picChg chg="del">
          <ac:chgData name="송 하권" userId="546ba1eaca679e52" providerId="LiveId" clId="{C2875BBA-5555-48B3-8580-25E12AE0ABD2}" dt="2021-05-27T02:03:30.203" v="5647" actId="478"/>
          <ac:picMkLst>
            <pc:docMk/>
            <pc:sldMk cId="3108228726" sldId="359"/>
            <ac:picMk id="19" creationId="{A85560D7-21F9-4178-A251-12BEACBA8DE7}"/>
          </ac:picMkLst>
        </pc:picChg>
      </pc:sldChg>
      <pc:sldChg chg="addSp delSp modSp add mod">
        <pc:chgData name="송 하권" userId="546ba1eaca679e52" providerId="LiveId" clId="{C2875BBA-5555-48B3-8580-25E12AE0ABD2}" dt="2021-05-27T02:08:12.717" v="5853" actId="14100"/>
        <pc:sldMkLst>
          <pc:docMk/>
          <pc:sldMk cId="3675654169" sldId="360"/>
        </pc:sldMkLst>
        <pc:spChg chg="add del mod">
          <ac:chgData name="송 하권" userId="546ba1eaca679e52" providerId="LiveId" clId="{C2875BBA-5555-48B3-8580-25E12AE0ABD2}" dt="2021-05-27T02:06:53.819" v="5726" actId="478"/>
          <ac:spMkLst>
            <pc:docMk/>
            <pc:sldMk cId="3675654169" sldId="360"/>
            <ac:spMk id="11" creationId="{21EFE4F3-7960-4D79-857C-1A4D539901AC}"/>
          </ac:spMkLst>
        </pc:spChg>
        <pc:spChg chg="mod">
          <ac:chgData name="송 하권" userId="546ba1eaca679e52" providerId="LiveId" clId="{C2875BBA-5555-48B3-8580-25E12AE0ABD2}" dt="2021-05-27T02:08:12.717" v="5853" actId="14100"/>
          <ac:spMkLst>
            <pc:docMk/>
            <pc:sldMk cId="3675654169" sldId="360"/>
            <ac:spMk id="12" creationId="{2E9E2DF3-77FF-4929-AD25-40B6C4BF03B8}"/>
          </ac:spMkLst>
        </pc:spChg>
        <pc:spChg chg="add del">
          <ac:chgData name="송 하권" userId="546ba1eaca679e52" providerId="LiveId" clId="{C2875BBA-5555-48B3-8580-25E12AE0ABD2}" dt="2021-05-27T02:07:49.114" v="5830" actId="22"/>
          <ac:spMkLst>
            <pc:docMk/>
            <pc:sldMk cId="3675654169" sldId="360"/>
            <ac:spMk id="13" creationId="{18A4C0CB-6A81-4EB2-AB09-259C5EB3EF88}"/>
          </ac:spMkLst>
        </pc:spChg>
        <pc:spChg chg="del">
          <ac:chgData name="송 하권" userId="546ba1eaca679e52" providerId="LiveId" clId="{C2875BBA-5555-48B3-8580-25E12AE0ABD2}" dt="2021-05-27T02:06:53.819" v="5726" actId="478"/>
          <ac:spMkLst>
            <pc:docMk/>
            <pc:sldMk cId="3675654169" sldId="360"/>
            <ac:spMk id="15" creationId="{63620136-BA75-4B41-9782-AA0E69E5115C}"/>
          </ac:spMkLst>
        </pc:spChg>
        <pc:spChg chg="mod ord">
          <ac:chgData name="송 하권" userId="546ba1eaca679e52" providerId="LiveId" clId="{C2875BBA-5555-48B3-8580-25E12AE0ABD2}" dt="2021-05-27T02:07:32.083" v="5827" actId="1076"/>
          <ac:spMkLst>
            <pc:docMk/>
            <pc:sldMk cId="3675654169" sldId="360"/>
            <ac:spMk id="20" creationId="{808FCD59-3D0D-45D6-909F-2A9EEB81A70B}"/>
          </ac:spMkLst>
        </pc:spChg>
        <pc:picChg chg="del">
          <ac:chgData name="송 하권" userId="546ba1eaca679e52" providerId="LiveId" clId="{C2875BBA-5555-48B3-8580-25E12AE0ABD2}" dt="2021-05-27T02:06:53.819" v="5726" actId="478"/>
          <ac:picMkLst>
            <pc:docMk/>
            <pc:sldMk cId="3675654169" sldId="360"/>
            <ac:picMk id="4" creationId="{090FEA2A-6F3F-454A-9B65-1DA89CE8B89D}"/>
          </ac:picMkLst>
        </pc:picChg>
        <pc:picChg chg="del">
          <ac:chgData name="송 하권" userId="546ba1eaca679e52" providerId="LiveId" clId="{C2875BBA-5555-48B3-8580-25E12AE0ABD2}" dt="2021-05-27T02:06:53.819" v="5726" actId="478"/>
          <ac:picMkLst>
            <pc:docMk/>
            <pc:sldMk cId="3675654169" sldId="360"/>
            <ac:picMk id="6" creationId="{DD5ECFFF-CAFA-4A69-A118-4BFF3D83F00D}"/>
          </ac:picMkLst>
        </pc:picChg>
        <pc:picChg chg="mod">
          <ac:chgData name="송 하권" userId="546ba1eaca679e52" providerId="LiveId" clId="{C2875BBA-5555-48B3-8580-25E12AE0ABD2}" dt="2021-05-27T02:07:35.387" v="5828" actId="208"/>
          <ac:picMkLst>
            <pc:docMk/>
            <pc:sldMk cId="3675654169" sldId="360"/>
            <ac:picMk id="8" creationId="{3CB995FF-32AA-406F-9892-85CB508165E5}"/>
          </ac:picMkLst>
        </pc:picChg>
        <pc:picChg chg="mod">
          <ac:chgData name="송 하권" userId="546ba1eaca679e52" providerId="LiveId" clId="{C2875BBA-5555-48B3-8580-25E12AE0ABD2}" dt="2021-05-27T02:07:35.387" v="5828" actId="208"/>
          <ac:picMkLst>
            <pc:docMk/>
            <pc:sldMk cId="3675654169" sldId="360"/>
            <ac:picMk id="10" creationId="{75C1DCDF-77D2-49BC-B742-1DF6519A81DC}"/>
          </ac:picMkLst>
        </pc:picChg>
      </pc:sldChg>
      <pc:sldChg chg="addSp delSp modSp add mod">
        <pc:chgData name="송 하권" userId="546ba1eaca679e52" providerId="LiveId" clId="{C2875BBA-5555-48B3-8580-25E12AE0ABD2}" dt="2021-05-27T02:10:05.124" v="5966"/>
        <pc:sldMkLst>
          <pc:docMk/>
          <pc:sldMk cId="3512149968" sldId="361"/>
        </pc:sldMkLst>
        <pc:spChg chg="add mod">
          <ac:chgData name="송 하권" userId="546ba1eaca679e52" providerId="LiveId" clId="{C2875BBA-5555-48B3-8580-25E12AE0ABD2}" dt="2021-05-27T02:09:44.498" v="5962" actId="688"/>
          <ac:spMkLst>
            <pc:docMk/>
            <pc:sldMk cId="3512149968" sldId="361"/>
            <ac:spMk id="11" creationId="{3D109948-C32B-4228-8988-A30CDD3ACF25}"/>
          </ac:spMkLst>
        </pc:spChg>
        <pc:spChg chg="mod">
          <ac:chgData name="송 하권" userId="546ba1eaca679e52" providerId="LiveId" clId="{C2875BBA-5555-48B3-8580-25E12AE0ABD2}" dt="2021-05-27T02:09:21.604" v="5955" actId="20577"/>
          <ac:spMkLst>
            <pc:docMk/>
            <pc:sldMk cId="3512149968" sldId="361"/>
            <ac:spMk id="12" creationId="{2E9E2DF3-77FF-4929-AD25-40B6C4BF03B8}"/>
          </ac:spMkLst>
        </pc:spChg>
        <pc:spChg chg="add del mod">
          <ac:chgData name="송 하권" userId="546ba1eaca679e52" providerId="LiveId" clId="{C2875BBA-5555-48B3-8580-25E12AE0ABD2}" dt="2021-05-27T02:10:03.548" v="5964"/>
          <ac:spMkLst>
            <pc:docMk/>
            <pc:sldMk cId="3512149968" sldId="361"/>
            <ac:spMk id="13" creationId="{2040BC6D-8BBE-431A-9521-7E1043989A56}"/>
          </ac:spMkLst>
        </pc:spChg>
        <pc:spChg chg="add del mod">
          <ac:chgData name="송 하권" userId="546ba1eaca679e52" providerId="LiveId" clId="{C2875BBA-5555-48B3-8580-25E12AE0ABD2}" dt="2021-05-27T02:10:05.124" v="5966"/>
          <ac:spMkLst>
            <pc:docMk/>
            <pc:sldMk cId="3512149968" sldId="361"/>
            <ac:spMk id="14" creationId="{22DF311E-E8C1-46AB-A048-361348D63723}"/>
          </ac:spMkLst>
        </pc:spChg>
        <pc:spChg chg="del">
          <ac:chgData name="송 하권" userId="546ba1eaca679e52" providerId="LiveId" clId="{C2875BBA-5555-48B3-8580-25E12AE0ABD2}" dt="2021-05-27T02:08:45.324" v="5857" actId="478"/>
          <ac:spMkLst>
            <pc:docMk/>
            <pc:sldMk cId="3512149968" sldId="361"/>
            <ac:spMk id="20" creationId="{808FCD59-3D0D-45D6-909F-2A9EEB81A70B}"/>
          </ac:spMkLst>
        </pc:spChg>
        <pc:picChg chg="add mod">
          <ac:chgData name="송 하권" userId="546ba1eaca679e52" providerId="LiveId" clId="{C2875BBA-5555-48B3-8580-25E12AE0ABD2}" dt="2021-05-27T02:09:31.563" v="5959" actId="208"/>
          <ac:picMkLst>
            <pc:docMk/>
            <pc:sldMk cId="3512149968" sldId="361"/>
            <ac:picMk id="4" creationId="{9A3EA688-F273-46CC-81F5-C9BD9F6ACAC3}"/>
          </ac:picMkLst>
        </pc:picChg>
        <pc:picChg chg="add mod">
          <ac:chgData name="송 하권" userId="546ba1eaca679e52" providerId="LiveId" clId="{C2875BBA-5555-48B3-8580-25E12AE0ABD2}" dt="2021-05-27T02:09:31.563" v="5959" actId="208"/>
          <ac:picMkLst>
            <pc:docMk/>
            <pc:sldMk cId="3512149968" sldId="361"/>
            <ac:picMk id="6" creationId="{BFC82871-E6A7-4210-9653-663491FB76C6}"/>
          </ac:picMkLst>
        </pc:picChg>
        <pc:picChg chg="del">
          <ac:chgData name="송 하권" userId="546ba1eaca679e52" providerId="LiveId" clId="{C2875BBA-5555-48B3-8580-25E12AE0ABD2}" dt="2021-05-27T02:08:44.379" v="5856" actId="478"/>
          <ac:picMkLst>
            <pc:docMk/>
            <pc:sldMk cId="3512149968" sldId="361"/>
            <ac:picMk id="8" creationId="{3CB995FF-32AA-406F-9892-85CB508165E5}"/>
          </ac:picMkLst>
        </pc:picChg>
        <pc:picChg chg="del">
          <ac:chgData name="송 하권" userId="546ba1eaca679e52" providerId="LiveId" clId="{C2875BBA-5555-48B3-8580-25E12AE0ABD2}" dt="2021-05-27T02:08:44.020" v="5855" actId="478"/>
          <ac:picMkLst>
            <pc:docMk/>
            <pc:sldMk cId="3512149968" sldId="361"/>
            <ac:picMk id="10" creationId="{75C1DCDF-77D2-49BC-B742-1DF6519A81DC}"/>
          </ac:picMkLst>
        </pc:picChg>
      </pc:sldChg>
      <pc:sldChg chg="addSp delSp modSp add mod">
        <pc:chgData name="송 하권" userId="546ba1eaca679e52" providerId="LiveId" clId="{C2875BBA-5555-48B3-8580-25E12AE0ABD2}" dt="2021-05-27T02:15:13.527" v="6114" actId="21"/>
        <pc:sldMkLst>
          <pc:docMk/>
          <pc:sldMk cId="670316487" sldId="362"/>
        </pc:sldMkLst>
        <pc:spChg chg="del">
          <ac:chgData name="송 하권" userId="546ba1eaca679e52" providerId="LiveId" clId="{C2875BBA-5555-48B3-8580-25E12AE0ABD2}" dt="2021-05-27T02:10:09.451" v="5971" actId="478"/>
          <ac:spMkLst>
            <pc:docMk/>
            <pc:sldMk cId="670316487" sldId="362"/>
            <ac:spMk id="11" creationId="{3D109948-C32B-4228-8988-A30CDD3ACF25}"/>
          </ac:spMkLst>
        </pc:spChg>
        <pc:spChg chg="mod">
          <ac:chgData name="송 하권" userId="546ba1eaca679e52" providerId="LiveId" clId="{C2875BBA-5555-48B3-8580-25E12AE0ABD2}" dt="2021-05-27T02:14:25.507" v="6043" actId="20577"/>
          <ac:spMkLst>
            <pc:docMk/>
            <pc:sldMk cId="670316487" sldId="362"/>
            <ac:spMk id="12" creationId="{2E9E2DF3-77FF-4929-AD25-40B6C4BF03B8}"/>
          </ac:spMkLst>
        </pc:spChg>
        <pc:spChg chg="add del mod">
          <ac:chgData name="송 하권" userId="546ba1eaca679e52" providerId="LiveId" clId="{C2875BBA-5555-48B3-8580-25E12AE0ABD2}" dt="2021-05-27T02:15:13.527" v="6114" actId="21"/>
          <ac:spMkLst>
            <pc:docMk/>
            <pc:sldMk cId="670316487" sldId="362"/>
            <ac:spMk id="15" creationId="{2030AD05-98EE-492C-A74A-CD54909C187B}"/>
          </ac:spMkLst>
        </pc:spChg>
        <pc:picChg chg="del mod">
          <ac:chgData name="송 하권" userId="546ba1eaca679e52" providerId="LiveId" clId="{C2875BBA-5555-48B3-8580-25E12AE0ABD2}" dt="2021-05-27T02:10:08.811" v="5970" actId="478"/>
          <ac:picMkLst>
            <pc:docMk/>
            <pc:sldMk cId="670316487" sldId="362"/>
            <ac:picMk id="4" creationId="{9A3EA688-F273-46CC-81F5-C9BD9F6ACAC3}"/>
          </ac:picMkLst>
        </pc:picChg>
        <pc:picChg chg="add mod">
          <ac:chgData name="송 하권" userId="546ba1eaca679e52" providerId="LiveId" clId="{C2875BBA-5555-48B3-8580-25E12AE0ABD2}" dt="2021-05-27T02:15:01.355" v="6111" actId="1076"/>
          <ac:picMkLst>
            <pc:docMk/>
            <pc:sldMk cId="670316487" sldId="362"/>
            <ac:picMk id="5" creationId="{E008BF86-04B3-4F5A-80D5-BB97BDFD84D5}"/>
          </ac:picMkLst>
        </pc:picChg>
        <pc:picChg chg="del">
          <ac:chgData name="송 하권" userId="546ba1eaca679e52" providerId="LiveId" clId="{C2875BBA-5555-48B3-8580-25E12AE0ABD2}" dt="2021-05-27T02:10:08.564" v="5968" actId="478"/>
          <ac:picMkLst>
            <pc:docMk/>
            <pc:sldMk cId="670316487" sldId="362"/>
            <ac:picMk id="6" creationId="{BFC82871-E6A7-4210-9653-663491FB76C6}"/>
          </ac:picMkLst>
        </pc:picChg>
        <pc:picChg chg="add del mod">
          <ac:chgData name="송 하권" userId="546ba1eaca679e52" providerId="LiveId" clId="{C2875BBA-5555-48B3-8580-25E12AE0ABD2}" dt="2021-05-27T02:13:55.955" v="5978" actId="478"/>
          <ac:picMkLst>
            <pc:docMk/>
            <pc:sldMk cId="670316487" sldId="362"/>
            <ac:picMk id="8" creationId="{3847B057-D6E3-4894-8430-B8264390552B}"/>
          </ac:picMkLst>
        </pc:picChg>
        <pc:picChg chg="add del">
          <ac:chgData name="송 하권" userId="546ba1eaca679e52" providerId="LiveId" clId="{C2875BBA-5555-48B3-8580-25E12AE0ABD2}" dt="2021-05-27T02:14:34.443" v="6047" actId="478"/>
          <ac:picMkLst>
            <pc:docMk/>
            <pc:sldMk cId="670316487" sldId="362"/>
            <ac:picMk id="10" creationId="{34558A5D-CE55-4F88-9623-B9896064A9A2}"/>
          </ac:picMkLst>
        </pc:picChg>
        <pc:picChg chg="add del mod">
          <ac:chgData name="송 하권" userId="546ba1eaca679e52" providerId="LiveId" clId="{C2875BBA-5555-48B3-8580-25E12AE0ABD2}" dt="2021-05-27T02:14:36.163" v="6049" actId="478"/>
          <ac:picMkLst>
            <pc:docMk/>
            <pc:sldMk cId="670316487" sldId="362"/>
            <ac:picMk id="14" creationId="{B85392F5-FCB5-4847-A152-ACDCC6FE2521}"/>
          </ac:picMkLst>
        </pc:picChg>
      </pc:sldChg>
      <pc:sldChg chg="addSp delSp modSp add mod">
        <pc:chgData name="송 하권" userId="546ba1eaca679e52" providerId="LiveId" clId="{C2875BBA-5555-48B3-8580-25E12AE0ABD2}" dt="2021-05-27T02:16:05.771" v="6219" actId="478"/>
        <pc:sldMkLst>
          <pc:docMk/>
          <pc:sldMk cId="37350552" sldId="363"/>
        </pc:sldMkLst>
        <pc:spChg chg="add mod">
          <ac:chgData name="송 하권" userId="546ba1eaca679e52" providerId="LiveId" clId="{C2875BBA-5555-48B3-8580-25E12AE0ABD2}" dt="2021-05-27T02:15:19.701" v="6125" actId="1076"/>
          <ac:spMkLst>
            <pc:docMk/>
            <pc:sldMk cId="37350552" sldId="363"/>
            <ac:spMk id="7" creationId="{CA3D48DE-44BA-40AE-BE35-2D6A5C7AD427}"/>
          </ac:spMkLst>
        </pc:spChg>
        <pc:spChg chg="add mod">
          <ac:chgData name="송 하권" userId="546ba1eaca679e52" providerId="LiveId" clId="{C2875BBA-5555-48B3-8580-25E12AE0ABD2}" dt="2021-05-27T02:15:26.772" v="6134"/>
          <ac:spMkLst>
            <pc:docMk/>
            <pc:sldMk cId="37350552" sldId="363"/>
            <ac:spMk id="8" creationId="{578AC5CF-CC1F-4BB5-A204-59385465C74C}"/>
          </ac:spMkLst>
        </pc:spChg>
        <pc:spChg chg="mod">
          <ac:chgData name="송 하권" userId="546ba1eaca679e52" providerId="LiveId" clId="{C2875BBA-5555-48B3-8580-25E12AE0ABD2}" dt="2021-05-27T02:14:57.540" v="6110" actId="20577"/>
          <ac:spMkLst>
            <pc:docMk/>
            <pc:sldMk cId="37350552" sldId="363"/>
            <ac:spMk id="12" creationId="{2E9E2DF3-77FF-4929-AD25-40B6C4BF03B8}"/>
          </ac:spMkLst>
        </pc:spChg>
        <pc:picChg chg="del">
          <ac:chgData name="송 하권" userId="546ba1eaca679e52" providerId="LiveId" clId="{C2875BBA-5555-48B3-8580-25E12AE0ABD2}" dt="2021-05-27T02:14:42.852" v="6053" actId="478"/>
          <ac:picMkLst>
            <pc:docMk/>
            <pc:sldMk cId="37350552" sldId="363"/>
            <ac:picMk id="5" creationId="{E008BF86-04B3-4F5A-80D5-BB97BDFD84D5}"/>
          </ac:picMkLst>
        </pc:picChg>
        <pc:picChg chg="add del mod">
          <ac:chgData name="송 하권" userId="546ba1eaca679e52" providerId="LiveId" clId="{C2875BBA-5555-48B3-8580-25E12AE0ABD2}" dt="2021-05-27T02:16:05.771" v="6219" actId="478"/>
          <ac:picMkLst>
            <pc:docMk/>
            <pc:sldMk cId="37350552" sldId="363"/>
            <ac:picMk id="10" creationId="{34558A5D-CE55-4F88-9623-B9896064A9A2}"/>
          </ac:picMkLst>
        </pc:picChg>
        <pc:picChg chg="mod">
          <ac:chgData name="송 하권" userId="546ba1eaca679e52" providerId="LiveId" clId="{C2875BBA-5555-48B3-8580-25E12AE0ABD2}" dt="2021-05-27T02:14:47.372" v="6056" actId="208"/>
          <ac:picMkLst>
            <pc:docMk/>
            <pc:sldMk cId="37350552" sldId="363"/>
            <ac:picMk id="14" creationId="{B85392F5-FCB5-4847-A152-ACDCC6FE2521}"/>
          </ac:picMkLst>
        </pc:picChg>
      </pc:sldChg>
      <pc:sldChg chg="addSp delSp modSp add mod">
        <pc:chgData name="송 하권" userId="546ba1eaca679e52" providerId="LiveId" clId="{C2875BBA-5555-48B3-8580-25E12AE0ABD2}" dt="2021-05-27T02:17:39.765" v="6287"/>
        <pc:sldMkLst>
          <pc:docMk/>
          <pc:sldMk cId="2775823405" sldId="364"/>
        </pc:sldMkLst>
        <pc:spChg chg="del">
          <ac:chgData name="송 하권" userId="546ba1eaca679e52" providerId="LiveId" clId="{C2875BBA-5555-48B3-8580-25E12AE0ABD2}" dt="2021-05-27T02:15:33.348" v="6140" actId="478"/>
          <ac:spMkLst>
            <pc:docMk/>
            <pc:sldMk cId="2775823405" sldId="364"/>
            <ac:spMk id="7" creationId="{CA3D48DE-44BA-40AE-BE35-2D6A5C7AD427}"/>
          </ac:spMkLst>
        </pc:spChg>
        <pc:spChg chg="del">
          <ac:chgData name="송 하권" userId="546ba1eaca679e52" providerId="LiveId" clId="{C2875BBA-5555-48B3-8580-25E12AE0ABD2}" dt="2021-05-27T02:15:32.740" v="6139" actId="478"/>
          <ac:spMkLst>
            <pc:docMk/>
            <pc:sldMk cId="2775823405" sldId="364"/>
            <ac:spMk id="8" creationId="{578AC5CF-CC1F-4BB5-A204-59385465C74C}"/>
          </ac:spMkLst>
        </pc:spChg>
        <pc:spChg chg="mod">
          <ac:chgData name="송 하권" userId="546ba1eaca679e52" providerId="LiveId" clId="{C2875BBA-5555-48B3-8580-25E12AE0ABD2}" dt="2021-05-27T02:16:34.756" v="6273" actId="20577"/>
          <ac:spMkLst>
            <pc:docMk/>
            <pc:sldMk cId="2775823405" sldId="364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2:16:49.676" v="6277" actId="1076"/>
          <ac:spMkLst>
            <pc:docMk/>
            <pc:sldMk cId="2775823405" sldId="364"/>
            <ac:spMk id="13" creationId="{E4D9132A-3D02-4D22-98BD-27D48E505DC3}"/>
          </ac:spMkLst>
        </pc:spChg>
        <pc:spChg chg="add mod">
          <ac:chgData name="송 하권" userId="546ba1eaca679e52" providerId="LiveId" clId="{C2875BBA-5555-48B3-8580-25E12AE0ABD2}" dt="2021-05-27T02:16:59.779" v="6284" actId="1076"/>
          <ac:spMkLst>
            <pc:docMk/>
            <pc:sldMk cId="2775823405" sldId="364"/>
            <ac:spMk id="15" creationId="{D5E23718-2978-4986-A2DD-0EC6E5CBE385}"/>
          </ac:spMkLst>
        </pc:spChg>
        <pc:picChg chg="add mod">
          <ac:chgData name="송 하권" userId="546ba1eaca679e52" providerId="LiveId" clId="{C2875BBA-5555-48B3-8580-25E12AE0ABD2}" dt="2021-05-27T02:16:58.171" v="6283" actId="208"/>
          <ac:picMkLst>
            <pc:docMk/>
            <pc:sldMk cId="2775823405" sldId="364"/>
            <ac:picMk id="4" creationId="{8BC9D998-7112-4BB7-8B84-0D5779061F6B}"/>
          </ac:picMkLst>
        </pc:picChg>
        <pc:picChg chg="add mod">
          <ac:chgData name="송 하권" userId="546ba1eaca679e52" providerId="LiveId" clId="{C2875BBA-5555-48B3-8580-25E12AE0ABD2}" dt="2021-05-27T02:17:03.603" v="6285" actId="1076"/>
          <ac:picMkLst>
            <pc:docMk/>
            <pc:sldMk cId="2775823405" sldId="364"/>
            <ac:picMk id="6" creationId="{9E1BFB09-774F-4BF9-B08F-5FC33E01273C}"/>
          </ac:picMkLst>
        </pc:picChg>
        <pc:picChg chg="mod">
          <ac:chgData name="송 하권" userId="546ba1eaca679e52" providerId="LiveId" clId="{C2875BBA-5555-48B3-8580-25E12AE0ABD2}" dt="2021-05-27T02:16:40.731" v="6275" actId="208"/>
          <ac:picMkLst>
            <pc:docMk/>
            <pc:sldMk cId="2775823405" sldId="364"/>
            <ac:picMk id="10" creationId="{34558A5D-CE55-4F88-9623-B9896064A9A2}"/>
          </ac:picMkLst>
        </pc:picChg>
        <pc:picChg chg="del">
          <ac:chgData name="송 하권" userId="546ba1eaca679e52" providerId="LiveId" clId="{C2875BBA-5555-48B3-8580-25E12AE0ABD2}" dt="2021-05-27T02:15:32.196" v="6138" actId="478"/>
          <ac:picMkLst>
            <pc:docMk/>
            <pc:sldMk cId="2775823405" sldId="364"/>
            <ac:picMk id="14" creationId="{B85392F5-FCB5-4847-A152-ACDCC6FE2521}"/>
          </ac:picMkLst>
        </pc:picChg>
        <pc:picChg chg="add del mod">
          <ac:chgData name="송 하권" userId="546ba1eaca679e52" providerId="LiveId" clId="{C2875BBA-5555-48B3-8580-25E12AE0ABD2}" dt="2021-05-27T02:17:39.765" v="6287"/>
          <ac:picMkLst>
            <pc:docMk/>
            <pc:sldMk cId="2775823405" sldId="364"/>
            <ac:picMk id="16" creationId="{F46B5627-FFAF-487B-B2B4-C54DC545589E}"/>
          </ac:picMkLst>
        </pc:picChg>
      </pc:sldChg>
      <pc:sldChg chg="addSp delSp modSp add mod">
        <pc:chgData name="송 하권" userId="546ba1eaca679e52" providerId="LiveId" clId="{C2875BBA-5555-48B3-8580-25E12AE0ABD2}" dt="2021-05-27T02:20:55.397" v="6567"/>
        <pc:sldMkLst>
          <pc:docMk/>
          <pc:sldMk cId="2871125141" sldId="365"/>
        </pc:sldMkLst>
        <pc:spChg chg="mod">
          <ac:chgData name="송 하권" userId="546ba1eaca679e52" providerId="LiveId" clId="{C2875BBA-5555-48B3-8580-25E12AE0ABD2}" dt="2021-05-27T02:19:54.780" v="6560" actId="20577"/>
          <ac:spMkLst>
            <pc:docMk/>
            <pc:sldMk cId="2871125141" sldId="365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2:17:44.476" v="6292" actId="478"/>
          <ac:spMkLst>
            <pc:docMk/>
            <pc:sldMk cId="2871125141" sldId="365"/>
            <ac:spMk id="13" creationId="{E4D9132A-3D02-4D22-98BD-27D48E505DC3}"/>
          </ac:spMkLst>
        </pc:spChg>
        <pc:spChg chg="del">
          <ac:chgData name="송 하권" userId="546ba1eaca679e52" providerId="LiveId" clId="{C2875BBA-5555-48B3-8580-25E12AE0ABD2}" dt="2021-05-27T02:17:43.764" v="6291" actId="478"/>
          <ac:spMkLst>
            <pc:docMk/>
            <pc:sldMk cId="2871125141" sldId="365"/>
            <ac:spMk id="15" creationId="{D5E23718-2978-4986-A2DD-0EC6E5CBE385}"/>
          </ac:spMkLst>
        </pc:spChg>
        <pc:picChg chg="del">
          <ac:chgData name="송 하권" userId="546ba1eaca679e52" providerId="LiveId" clId="{C2875BBA-5555-48B3-8580-25E12AE0ABD2}" dt="2021-05-27T02:17:43.323" v="6290" actId="478"/>
          <ac:picMkLst>
            <pc:docMk/>
            <pc:sldMk cId="2871125141" sldId="365"/>
            <ac:picMk id="4" creationId="{8BC9D998-7112-4BB7-8B84-0D5779061F6B}"/>
          </ac:picMkLst>
        </pc:picChg>
        <pc:picChg chg="add del mod">
          <ac:chgData name="송 하권" userId="546ba1eaca679e52" providerId="LiveId" clId="{C2875BBA-5555-48B3-8580-25E12AE0ABD2}" dt="2021-05-27T02:20:03.499" v="6561" actId="478"/>
          <ac:picMkLst>
            <pc:docMk/>
            <pc:sldMk cId="2871125141" sldId="365"/>
            <ac:picMk id="5" creationId="{971074CD-E14C-494E-A757-12B44D9948D4}"/>
          </ac:picMkLst>
        </pc:picChg>
        <pc:picChg chg="del">
          <ac:chgData name="송 하권" userId="546ba1eaca679e52" providerId="LiveId" clId="{C2875BBA-5555-48B3-8580-25E12AE0ABD2}" dt="2021-05-27T02:17:43.028" v="6289" actId="478"/>
          <ac:picMkLst>
            <pc:docMk/>
            <pc:sldMk cId="2871125141" sldId="365"/>
            <ac:picMk id="6" creationId="{9E1BFB09-774F-4BF9-B08F-5FC33E01273C}"/>
          </ac:picMkLst>
        </pc:picChg>
        <pc:picChg chg="add mod">
          <ac:chgData name="송 하권" userId="546ba1eaca679e52" providerId="LiveId" clId="{C2875BBA-5555-48B3-8580-25E12AE0ABD2}" dt="2021-05-27T02:20:08.244" v="6565" actId="1076"/>
          <ac:picMkLst>
            <pc:docMk/>
            <pc:sldMk cId="2871125141" sldId="365"/>
            <ac:picMk id="8" creationId="{052003E3-9E09-4750-BD43-F1BB0FF3B0DF}"/>
          </ac:picMkLst>
        </pc:picChg>
        <pc:picChg chg="del">
          <ac:chgData name="송 하권" userId="546ba1eaca679e52" providerId="LiveId" clId="{C2875BBA-5555-48B3-8580-25E12AE0ABD2}" dt="2021-05-27T02:17:44.755" v="6293" actId="478"/>
          <ac:picMkLst>
            <pc:docMk/>
            <pc:sldMk cId="2871125141" sldId="365"/>
            <ac:picMk id="10" creationId="{34558A5D-CE55-4F88-9623-B9896064A9A2}"/>
          </ac:picMkLst>
        </pc:picChg>
        <pc:picChg chg="add del mod">
          <ac:chgData name="송 하권" userId="546ba1eaca679e52" providerId="LiveId" clId="{C2875BBA-5555-48B3-8580-25E12AE0ABD2}" dt="2021-05-27T02:20:55.397" v="6567"/>
          <ac:picMkLst>
            <pc:docMk/>
            <pc:sldMk cId="2871125141" sldId="365"/>
            <ac:picMk id="14" creationId="{D65FC042-C080-4D69-A51F-F8B8BBDE9061}"/>
          </ac:picMkLst>
        </pc:picChg>
      </pc:sldChg>
      <pc:sldChg chg="addSp delSp modSp add mod">
        <pc:chgData name="송 하권" userId="546ba1eaca679e52" providerId="LiveId" clId="{C2875BBA-5555-48B3-8580-25E12AE0ABD2}" dt="2021-05-27T02:26:40.396" v="6922" actId="478"/>
        <pc:sldMkLst>
          <pc:docMk/>
          <pc:sldMk cId="877740758" sldId="366"/>
        </pc:sldMkLst>
        <pc:spChg chg="add mod">
          <ac:chgData name="송 하권" userId="546ba1eaca679e52" providerId="LiveId" clId="{C2875BBA-5555-48B3-8580-25E12AE0ABD2}" dt="2021-05-27T02:25:50.244" v="6805" actId="1076"/>
          <ac:spMkLst>
            <pc:docMk/>
            <pc:sldMk cId="877740758" sldId="366"/>
            <ac:spMk id="6" creationId="{28606C3B-28D5-44B0-B6FB-67BE4576B1FF}"/>
          </ac:spMkLst>
        </pc:spChg>
        <pc:spChg chg="add mod ord">
          <ac:chgData name="송 하권" userId="546ba1eaca679e52" providerId="LiveId" clId="{C2875BBA-5555-48B3-8580-25E12AE0ABD2}" dt="2021-05-27T02:25:53.913" v="6806" actId="166"/>
          <ac:spMkLst>
            <pc:docMk/>
            <pc:sldMk cId="877740758" sldId="366"/>
            <ac:spMk id="7" creationId="{87EA1B63-9ECD-4DA1-90EC-B9A5C5F01786}"/>
          </ac:spMkLst>
        </pc:spChg>
        <pc:spChg chg="add mod">
          <ac:chgData name="송 하권" userId="546ba1eaca679e52" providerId="LiveId" clId="{C2875BBA-5555-48B3-8580-25E12AE0ABD2}" dt="2021-05-27T02:25:56.964" v="6807" actId="1076"/>
          <ac:spMkLst>
            <pc:docMk/>
            <pc:sldMk cId="877740758" sldId="366"/>
            <ac:spMk id="11" creationId="{E4EAAEA9-9778-401D-8D96-12985A7E7D34}"/>
          </ac:spMkLst>
        </pc:spChg>
        <pc:spChg chg="mod">
          <ac:chgData name="송 하권" userId="546ba1eaca679e52" providerId="LiveId" clId="{C2875BBA-5555-48B3-8580-25E12AE0ABD2}" dt="2021-05-27T02:26:21.021" v="6919" actId="20577"/>
          <ac:spMkLst>
            <pc:docMk/>
            <pc:sldMk cId="877740758" sldId="366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2:25:56.964" v="6807" actId="1076"/>
          <ac:spMkLst>
            <pc:docMk/>
            <pc:sldMk cId="877740758" sldId="366"/>
            <ac:spMk id="13" creationId="{71890F17-60F6-4A31-9EE0-F26F7218A3B2}"/>
          </ac:spMkLst>
        </pc:spChg>
        <pc:spChg chg="add del mod">
          <ac:chgData name="송 하권" userId="546ba1eaca679e52" providerId="LiveId" clId="{C2875BBA-5555-48B3-8580-25E12AE0ABD2}" dt="2021-05-27T02:25:13.269" v="6716" actId="478"/>
          <ac:spMkLst>
            <pc:docMk/>
            <pc:sldMk cId="877740758" sldId="366"/>
            <ac:spMk id="14" creationId="{DD19C202-FFE7-4910-A30F-841539BB1B70}"/>
          </ac:spMkLst>
        </pc:spChg>
        <pc:spChg chg="add mod">
          <ac:chgData name="송 하권" userId="546ba1eaca679e52" providerId="LiveId" clId="{C2875BBA-5555-48B3-8580-25E12AE0ABD2}" dt="2021-05-27T02:25:56.964" v="6807" actId="1076"/>
          <ac:spMkLst>
            <pc:docMk/>
            <pc:sldMk cId="877740758" sldId="366"/>
            <ac:spMk id="15" creationId="{EA0E887B-7BFF-46F1-A6CF-5B0262719B4E}"/>
          </ac:spMkLst>
        </pc:spChg>
        <pc:picChg chg="add mod modCrop">
          <ac:chgData name="송 하권" userId="546ba1eaca679e52" providerId="LiveId" clId="{C2875BBA-5555-48B3-8580-25E12AE0ABD2}" dt="2021-05-27T02:25:56.964" v="6807" actId="1076"/>
          <ac:picMkLst>
            <pc:docMk/>
            <pc:sldMk cId="877740758" sldId="366"/>
            <ac:picMk id="4" creationId="{FEEE3D16-B922-4889-A818-BC95B60437D4}"/>
          </ac:picMkLst>
        </pc:picChg>
        <pc:picChg chg="add mod">
          <ac:chgData name="송 하권" userId="546ba1eaca679e52" providerId="LiveId" clId="{C2875BBA-5555-48B3-8580-25E12AE0ABD2}" dt="2021-05-27T02:25:50.244" v="6805" actId="1076"/>
          <ac:picMkLst>
            <pc:docMk/>
            <pc:sldMk cId="877740758" sldId="366"/>
            <ac:picMk id="5" creationId="{164A4966-3D81-4BF5-8C39-B2745A78C146}"/>
          </ac:picMkLst>
        </pc:picChg>
        <pc:picChg chg="del">
          <ac:chgData name="송 하권" userId="546ba1eaca679e52" providerId="LiveId" clId="{C2875BBA-5555-48B3-8580-25E12AE0ABD2}" dt="2021-05-27T02:21:36.462" v="6569" actId="478"/>
          <ac:picMkLst>
            <pc:docMk/>
            <pc:sldMk cId="877740758" sldId="366"/>
            <ac:picMk id="8" creationId="{052003E3-9E09-4750-BD43-F1BB0FF3B0DF}"/>
          </ac:picMkLst>
        </pc:picChg>
        <pc:picChg chg="add mod modCrop">
          <ac:chgData name="송 하권" userId="546ba1eaca679e52" providerId="LiveId" clId="{C2875BBA-5555-48B3-8580-25E12AE0ABD2}" dt="2021-05-27T02:25:56.964" v="6807" actId="1076"/>
          <ac:picMkLst>
            <pc:docMk/>
            <pc:sldMk cId="877740758" sldId="366"/>
            <ac:picMk id="10" creationId="{1D365354-E44C-4A7A-B411-01A48D8717AB}"/>
          </ac:picMkLst>
        </pc:picChg>
        <pc:picChg chg="add del">
          <ac:chgData name="송 하권" userId="546ba1eaca679e52" providerId="LiveId" clId="{C2875BBA-5555-48B3-8580-25E12AE0ABD2}" dt="2021-05-27T02:26:40.396" v="6922" actId="478"/>
          <ac:picMkLst>
            <pc:docMk/>
            <pc:sldMk cId="877740758" sldId="366"/>
            <ac:picMk id="16" creationId="{77400F99-6F19-42F3-A9EC-6EFC426796BC}"/>
          </ac:picMkLst>
        </pc:picChg>
      </pc:sldChg>
      <pc:sldChg chg="addSp delSp modSp add mod">
        <pc:chgData name="송 하권" userId="546ba1eaca679e52" providerId="LiveId" clId="{C2875BBA-5555-48B3-8580-25E12AE0ABD2}" dt="2021-05-27T02:33:14.148" v="7185" actId="1076"/>
        <pc:sldMkLst>
          <pc:docMk/>
          <pc:sldMk cId="3873456834" sldId="367"/>
        </pc:sldMkLst>
        <pc:spChg chg="mod">
          <ac:chgData name="송 하권" userId="546ba1eaca679e52" providerId="LiveId" clId="{C2875BBA-5555-48B3-8580-25E12AE0ABD2}" dt="2021-05-27T02:28:04.052" v="6970" actId="1076"/>
          <ac:spMkLst>
            <pc:docMk/>
            <pc:sldMk cId="3873456834" sldId="367"/>
            <ac:spMk id="6" creationId="{28606C3B-28D5-44B0-B6FB-67BE4576B1FF}"/>
          </ac:spMkLst>
        </pc:spChg>
        <pc:spChg chg="del">
          <ac:chgData name="송 하권" userId="546ba1eaca679e52" providerId="LiveId" clId="{C2875BBA-5555-48B3-8580-25E12AE0ABD2}" dt="2021-05-27T02:26:47.069" v="6926" actId="478"/>
          <ac:spMkLst>
            <pc:docMk/>
            <pc:sldMk cId="3873456834" sldId="367"/>
            <ac:spMk id="7" creationId="{87EA1B63-9ECD-4DA1-90EC-B9A5C5F01786}"/>
          </ac:spMkLst>
        </pc:spChg>
        <pc:spChg chg="del">
          <ac:chgData name="송 하권" userId="546ba1eaca679e52" providerId="LiveId" clId="{C2875BBA-5555-48B3-8580-25E12AE0ABD2}" dt="2021-05-27T02:26:48.581" v="6929" actId="478"/>
          <ac:spMkLst>
            <pc:docMk/>
            <pc:sldMk cId="3873456834" sldId="367"/>
            <ac:spMk id="11" creationId="{E4EAAEA9-9778-401D-8D96-12985A7E7D34}"/>
          </ac:spMkLst>
        </pc:spChg>
        <pc:spChg chg="mod">
          <ac:chgData name="송 하권" userId="546ba1eaca679e52" providerId="LiveId" clId="{C2875BBA-5555-48B3-8580-25E12AE0ABD2}" dt="2021-05-27T02:27:58.877" v="6969" actId="20577"/>
          <ac:spMkLst>
            <pc:docMk/>
            <pc:sldMk cId="3873456834" sldId="367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2:26:47.549" v="6927" actId="478"/>
          <ac:spMkLst>
            <pc:docMk/>
            <pc:sldMk cId="3873456834" sldId="367"/>
            <ac:spMk id="13" creationId="{71890F17-60F6-4A31-9EE0-F26F7218A3B2}"/>
          </ac:spMkLst>
        </pc:spChg>
        <pc:spChg chg="del">
          <ac:chgData name="송 하권" userId="546ba1eaca679e52" providerId="LiveId" clId="{C2875BBA-5555-48B3-8580-25E12AE0ABD2}" dt="2021-05-27T02:26:48.900" v="6930" actId="478"/>
          <ac:spMkLst>
            <pc:docMk/>
            <pc:sldMk cId="3873456834" sldId="367"/>
            <ac:spMk id="15" creationId="{EA0E887B-7BFF-46F1-A6CF-5B0262719B4E}"/>
          </ac:spMkLst>
        </pc:spChg>
        <pc:spChg chg="add mod">
          <ac:chgData name="송 하권" userId="546ba1eaca679e52" providerId="LiveId" clId="{C2875BBA-5555-48B3-8580-25E12AE0ABD2}" dt="2021-05-27T02:28:04.052" v="6970" actId="1076"/>
          <ac:spMkLst>
            <pc:docMk/>
            <pc:sldMk cId="3873456834" sldId="367"/>
            <ac:spMk id="17" creationId="{7B3047EC-7C57-45D8-94A4-56A855080047}"/>
          </ac:spMkLst>
        </pc:spChg>
        <pc:spChg chg="add del mod">
          <ac:chgData name="송 하권" userId="546ba1eaca679e52" providerId="LiveId" clId="{C2875BBA-5555-48B3-8580-25E12AE0ABD2}" dt="2021-05-27T02:28:33.541" v="6972"/>
          <ac:spMkLst>
            <pc:docMk/>
            <pc:sldMk cId="3873456834" sldId="367"/>
            <ac:spMk id="18" creationId="{79934B1E-8F8D-44C4-BC29-4D5C86521306}"/>
          </ac:spMkLst>
        </pc:spChg>
        <pc:picChg chg="del">
          <ac:chgData name="송 하권" userId="546ba1eaca679e52" providerId="LiveId" clId="{C2875BBA-5555-48B3-8580-25E12AE0ABD2}" dt="2021-05-27T02:26:46.076" v="6925" actId="478"/>
          <ac:picMkLst>
            <pc:docMk/>
            <pc:sldMk cId="3873456834" sldId="367"/>
            <ac:picMk id="4" creationId="{FEEE3D16-B922-4889-A818-BC95B60437D4}"/>
          </ac:picMkLst>
        </pc:picChg>
        <pc:picChg chg="del">
          <ac:chgData name="송 하권" userId="546ba1eaca679e52" providerId="LiveId" clId="{C2875BBA-5555-48B3-8580-25E12AE0ABD2}" dt="2021-05-27T02:26:47.908" v="6928" actId="478"/>
          <ac:picMkLst>
            <pc:docMk/>
            <pc:sldMk cId="3873456834" sldId="367"/>
            <ac:picMk id="5" creationId="{164A4966-3D81-4BF5-8C39-B2745A78C146}"/>
          </ac:picMkLst>
        </pc:picChg>
        <pc:picChg chg="add mod">
          <ac:chgData name="송 하권" userId="546ba1eaca679e52" providerId="LiveId" clId="{C2875BBA-5555-48B3-8580-25E12AE0ABD2}" dt="2021-05-27T02:28:04.052" v="6970" actId="1076"/>
          <ac:picMkLst>
            <pc:docMk/>
            <pc:sldMk cId="3873456834" sldId="367"/>
            <ac:picMk id="8" creationId="{CBAFAF34-545C-4DB1-B71E-F2CA2F19D10C}"/>
          </ac:picMkLst>
        </pc:picChg>
        <pc:picChg chg="del">
          <ac:chgData name="송 하권" userId="546ba1eaca679e52" providerId="LiveId" clId="{C2875BBA-5555-48B3-8580-25E12AE0ABD2}" dt="2021-05-27T02:26:50.003" v="6931" actId="478"/>
          <ac:picMkLst>
            <pc:docMk/>
            <pc:sldMk cId="3873456834" sldId="367"/>
            <ac:picMk id="10" creationId="{1D365354-E44C-4A7A-B411-01A48D8717AB}"/>
          </ac:picMkLst>
        </pc:picChg>
        <pc:picChg chg="add del mod">
          <ac:chgData name="송 하권" userId="546ba1eaca679e52" providerId="LiveId" clId="{C2875BBA-5555-48B3-8580-25E12AE0ABD2}" dt="2021-05-27T02:33:08.483" v="7181" actId="478"/>
          <ac:picMkLst>
            <pc:docMk/>
            <pc:sldMk cId="3873456834" sldId="367"/>
            <ac:picMk id="14" creationId="{A2953633-1794-46AF-91DE-97E071D17625}"/>
          </ac:picMkLst>
        </pc:picChg>
        <pc:picChg chg="mod">
          <ac:chgData name="송 하권" userId="546ba1eaca679e52" providerId="LiveId" clId="{C2875BBA-5555-48B3-8580-25E12AE0ABD2}" dt="2021-05-27T02:28:04.052" v="6970" actId="1076"/>
          <ac:picMkLst>
            <pc:docMk/>
            <pc:sldMk cId="3873456834" sldId="367"/>
            <ac:picMk id="16" creationId="{77400F99-6F19-42F3-A9EC-6EFC426796BC}"/>
          </ac:picMkLst>
        </pc:picChg>
        <pc:picChg chg="add mod">
          <ac:chgData name="송 하권" userId="546ba1eaca679e52" providerId="LiveId" clId="{C2875BBA-5555-48B3-8580-25E12AE0ABD2}" dt="2021-05-27T02:33:14.148" v="7185" actId="1076"/>
          <ac:picMkLst>
            <pc:docMk/>
            <pc:sldMk cId="3873456834" sldId="367"/>
            <ac:picMk id="20" creationId="{72166A53-AF28-4207-BC7A-7827CE3C56D4}"/>
          </ac:picMkLst>
        </pc:picChg>
      </pc:sldChg>
      <pc:sldChg chg="addSp delSp modSp add mod">
        <pc:chgData name="송 하권" userId="546ba1eaca679e52" providerId="LiveId" clId="{C2875BBA-5555-48B3-8580-25E12AE0ABD2}" dt="2021-05-27T02:44:53.453" v="7457" actId="1076"/>
        <pc:sldMkLst>
          <pc:docMk/>
          <pc:sldMk cId="1628001831" sldId="368"/>
        </pc:sldMkLst>
        <pc:spChg chg="del">
          <ac:chgData name="송 하권" userId="546ba1eaca679e52" providerId="LiveId" clId="{C2875BBA-5555-48B3-8580-25E12AE0ABD2}" dt="2021-05-27T02:28:42.341" v="6978" actId="478"/>
          <ac:spMkLst>
            <pc:docMk/>
            <pc:sldMk cId="1628001831" sldId="368"/>
            <ac:spMk id="6" creationId="{28606C3B-28D5-44B0-B6FB-67BE4576B1FF}"/>
          </ac:spMkLst>
        </pc:spChg>
        <pc:spChg chg="add mod">
          <ac:chgData name="송 하권" userId="546ba1eaca679e52" providerId="LiveId" clId="{C2875BBA-5555-48B3-8580-25E12AE0ABD2}" dt="2021-05-27T02:44:45.693" v="7450" actId="1076"/>
          <ac:spMkLst>
            <pc:docMk/>
            <pc:sldMk cId="1628001831" sldId="368"/>
            <ac:spMk id="11" creationId="{731BFFB8-45B9-43A4-9969-976F0FC74444}"/>
          </ac:spMkLst>
        </pc:spChg>
        <pc:spChg chg="mod">
          <ac:chgData name="송 하권" userId="546ba1eaca679e52" providerId="LiveId" clId="{C2875BBA-5555-48B3-8580-25E12AE0ABD2}" dt="2021-05-27T02:44:37.039" v="7445" actId="20577"/>
          <ac:spMkLst>
            <pc:docMk/>
            <pc:sldMk cId="1628001831" sldId="368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2:44:48.253" v="7452" actId="1076"/>
          <ac:spMkLst>
            <pc:docMk/>
            <pc:sldMk cId="1628001831" sldId="368"/>
            <ac:spMk id="15" creationId="{D8D3C04D-AE39-4AB1-B1F3-BD61CC822FA0}"/>
          </ac:spMkLst>
        </pc:spChg>
        <pc:spChg chg="del">
          <ac:chgData name="송 하권" userId="546ba1eaca679e52" providerId="LiveId" clId="{C2875BBA-5555-48B3-8580-25E12AE0ABD2}" dt="2021-05-27T02:28:40.086" v="6976" actId="478"/>
          <ac:spMkLst>
            <pc:docMk/>
            <pc:sldMk cId="1628001831" sldId="368"/>
            <ac:spMk id="17" creationId="{7B3047EC-7C57-45D8-94A4-56A855080047}"/>
          </ac:spMkLst>
        </pc:spChg>
        <pc:spChg chg="add mod">
          <ac:chgData name="송 하권" userId="546ba1eaca679e52" providerId="LiveId" clId="{C2875BBA-5555-48B3-8580-25E12AE0ABD2}" dt="2021-05-27T02:44:53.453" v="7457" actId="1076"/>
          <ac:spMkLst>
            <pc:docMk/>
            <pc:sldMk cId="1628001831" sldId="368"/>
            <ac:spMk id="19" creationId="{D8DECE4C-CF52-43AE-901D-29065F157470}"/>
          </ac:spMkLst>
        </pc:spChg>
        <pc:picChg chg="add mod">
          <ac:chgData name="송 하권" userId="546ba1eaca679e52" providerId="LiveId" clId="{C2875BBA-5555-48B3-8580-25E12AE0ABD2}" dt="2021-05-27T02:44:45.693" v="7450" actId="1076"/>
          <ac:picMkLst>
            <pc:docMk/>
            <pc:sldMk cId="1628001831" sldId="368"/>
            <ac:picMk id="4" creationId="{EE96C6AB-6F14-4505-B299-FBFF7BD86BD3}"/>
          </ac:picMkLst>
        </pc:picChg>
        <pc:picChg chg="add mod">
          <ac:chgData name="송 하권" userId="546ba1eaca679e52" providerId="LiveId" clId="{C2875BBA-5555-48B3-8580-25E12AE0ABD2}" dt="2021-05-27T02:44:46.549" v="7451" actId="1076"/>
          <ac:picMkLst>
            <pc:docMk/>
            <pc:sldMk cId="1628001831" sldId="368"/>
            <ac:picMk id="7" creationId="{A4EAC0B7-A1EF-4CEB-B22C-E06545A9F727}"/>
          </ac:picMkLst>
        </pc:picChg>
        <pc:picChg chg="del">
          <ac:chgData name="송 하권" userId="546ba1eaca679e52" providerId="LiveId" clId="{C2875BBA-5555-48B3-8580-25E12AE0ABD2}" dt="2021-05-27T02:28:39.453" v="6975" actId="478"/>
          <ac:picMkLst>
            <pc:docMk/>
            <pc:sldMk cId="1628001831" sldId="368"/>
            <ac:picMk id="8" creationId="{CBAFAF34-545C-4DB1-B71E-F2CA2F19D10C}"/>
          </ac:picMkLst>
        </pc:picChg>
        <pc:picChg chg="del">
          <ac:chgData name="송 하권" userId="546ba1eaca679e52" providerId="LiveId" clId="{C2875BBA-5555-48B3-8580-25E12AE0ABD2}" dt="2021-05-27T02:28:41.228" v="6977" actId="478"/>
          <ac:picMkLst>
            <pc:docMk/>
            <pc:sldMk cId="1628001831" sldId="368"/>
            <ac:picMk id="14" creationId="{A2953633-1794-46AF-91DE-97E071D17625}"/>
          </ac:picMkLst>
        </pc:picChg>
        <pc:picChg chg="del">
          <ac:chgData name="송 하권" userId="546ba1eaca679e52" providerId="LiveId" clId="{C2875BBA-5555-48B3-8580-25E12AE0ABD2}" dt="2021-05-27T02:28:39.045" v="6974" actId="478"/>
          <ac:picMkLst>
            <pc:docMk/>
            <pc:sldMk cId="1628001831" sldId="368"/>
            <ac:picMk id="16" creationId="{77400F99-6F19-42F3-A9EC-6EFC426796BC}"/>
          </ac:picMkLst>
        </pc:picChg>
        <pc:picChg chg="add mod">
          <ac:chgData name="송 하권" userId="546ba1eaca679e52" providerId="LiveId" clId="{C2875BBA-5555-48B3-8580-25E12AE0ABD2}" dt="2021-05-27T02:44:50.230" v="7454" actId="1076"/>
          <ac:picMkLst>
            <pc:docMk/>
            <pc:sldMk cId="1628001831" sldId="368"/>
            <ac:picMk id="18" creationId="{1C655301-8D81-46DF-9BF7-D8212B1A6691}"/>
          </ac:picMkLst>
        </pc:picChg>
      </pc:sldChg>
      <pc:sldChg chg="addSp delSp modSp add mod">
        <pc:chgData name="송 하권" userId="546ba1eaca679e52" providerId="LiveId" clId="{C2875BBA-5555-48B3-8580-25E12AE0ABD2}" dt="2021-05-27T02:41:41.613" v="7371" actId="1076"/>
        <pc:sldMkLst>
          <pc:docMk/>
          <pc:sldMk cId="1465094461" sldId="369"/>
        </pc:sldMkLst>
        <pc:spChg chg="mod ord">
          <ac:chgData name="송 하권" userId="546ba1eaca679e52" providerId="LiveId" clId="{C2875BBA-5555-48B3-8580-25E12AE0ABD2}" dt="2021-05-27T02:35:48.069" v="7190" actId="1076"/>
          <ac:spMkLst>
            <pc:docMk/>
            <pc:sldMk cId="1465094461" sldId="369"/>
            <ac:spMk id="11" creationId="{731BFFB8-45B9-43A4-9969-976F0FC74444}"/>
          </ac:spMkLst>
        </pc:spChg>
        <pc:spChg chg="mod">
          <ac:chgData name="송 하권" userId="546ba1eaca679e52" providerId="LiveId" clId="{C2875BBA-5555-48B3-8580-25E12AE0ABD2}" dt="2021-05-27T02:31:51.972" v="7180" actId="20577"/>
          <ac:spMkLst>
            <pc:docMk/>
            <pc:sldMk cId="1465094461" sldId="369"/>
            <ac:spMk id="12" creationId="{2E9E2DF3-77FF-4929-AD25-40B6C4BF03B8}"/>
          </ac:spMkLst>
        </pc:spChg>
        <pc:picChg chg="del">
          <ac:chgData name="송 하권" userId="546ba1eaca679e52" providerId="LiveId" clId="{C2875BBA-5555-48B3-8580-25E12AE0ABD2}" dt="2021-05-27T02:31:02.476" v="7085" actId="478"/>
          <ac:picMkLst>
            <pc:docMk/>
            <pc:sldMk cId="1465094461" sldId="369"/>
            <ac:picMk id="4" creationId="{EE96C6AB-6F14-4505-B299-FBFF7BD86BD3}"/>
          </ac:picMkLst>
        </pc:picChg>
        <pc:picChg chg="add mod">
          <ac:chgData name="송 하권" userId="546ba1eaca679e52" providerId="LiveId" clId="{C2875BBA-5555-48B3-8580-25E12AE0ABD2}" dt="2021-05-27T02:35:49.933" v="7191" actId="208"/>
          <ac:picMkLst>
            <pc:docMk/>
            <pc:sldMk cId="1465094461" sldId="369"/>
            <ac:picMk id="5" creationId="{C2ED0441-14BE-46FC-A304-BDECE028BECC}"/>
          </ac:picMkLst>
        </pc:picChg>
        <pc:picChg chg="add mod">
          <ac:chgData name="송 하권" userId="546ba1eaca679e52" providerId="LiveId" clId="{C2875BBA-5555-48B3-8580-25E12AE0ABD2}" dt="2021-05-27T02:41:41.613" v="7371" actId="1076"/>
          <ac:picMkLst>
            <pc:docMk/>
            <pc:sldMk cId="1465094461" sldId="369"/>
            <ac:picMk id="7" creationId="{E2192F75-1292-4610-895B-45E70DD3EBE9}"/>
          </ac:picMkLst>
        </pc:picChg>
      </pc:sldChg>
      <pc:sldChg chg="addSp delSp modSp add del mod">
        <pc:chgData name="송 하권" userId="546ba1eaca679e52" providerId="LiveId" clId="{C2875BBA-5555-48B3-8580-25E12AE0ABD2}" dt="2021-05-27T02:44:17.517" v="7437" actId="47"/>
        <pc:sldMkLst>
          <pc:docMk/>
          <pc:sldMk cId="1529610641" sldId="370"/>
        </pc:sldMkLst>
        <pc:spChg chg="mod">
          <ac:chgData name="송 하권" userId="546ba1eaca679e52" providerId="LiveId" clId="{C2875BBA-5555-48B3-8580-25E12AE0ABD2}" dt="2021-05-27T02:43:34.501" v="7429" actId="20577"/>
          <ac:spMkLst>
            <pc:docMk/>
            <pc:sldMk cId="1529610641" sldId="370"/>
            <ac:spMk id="12" creationId="{2E9E2DF3-77FF-4929-AD25-40B6C4BF03B8}"/>
          </ac:spMkLst>
        </pc:spChg>
        <pc:picChg chg="add del mod">
          <ac:chgData name="송 하권" userId="546ba1eaca679e52" providerId="LiveId" clId="{C2875BBA-5555-48B3-8580-25E12AE0ABD2}" dt="2021-05-27T02:39:52.860" v="7295" actId="478"/>
          <ac:picMkLst>
            <pc:docMk/>
            <pc:sldMk cId="1529610641" sldId="370"/>
            <ac:picMk id="5" creationId="{895057CF-FD2C-4759-B02F-1F10B3788874}"/>
          </ac:picMkLst>
        </pc:picChg>
        <pc:picChg chg="add mod">
          <ac:chgData name="송 하권" userId="546ba1eaca679e52" providerId="LiveId" clId="{C2875BBA-5555-48B3-8580-25E12AE0ABD2}" dt="2021-05-27T02:37:13.260" v="7291" actId="1076"/>
          <ac:picMkLst>
            <pc:docMk/>
            <pc:sldMk cId="1529610641" sldId="370"/>
            <ac:picMk id="7" creationId="{503C1644-95E5-49FD-9A09-CC4B3D626CD3}"/>
          </ac:picMkLst>
        </pc:picChg>
        <pc:picChg chg="add mod">
          <ac:chgData name="송 하권" userId="546ba1eaca679e52" providerId="LiveId" clId="{C2875BBA-5555-48B3-8580-25E12AE0ABD2}" dt="2021-05-27T02:37:19.684" v="7293" actId="1076"/>
          <ac:picMkLst>
            <pc:docMk/>
            <pc:sldMk cId="1529610641" sldId="370"/>
            <ac:picMk id="9" creationId="{45D4C33D-36AA-46D7-AE9B-5A12321A074E}"/>
          </ac:picMkLst>
        </pc:picChg>
        <pc:picChg chg="add">
          <ac:chgData name="송 하권" userId="546ba1eaca679e52" providerId="LiveId" clId="{C2875BBA-5555-48B3-8580-25E12AE0ABD2}" dt="2021-05-27T02:39:51.746" v="7294" actId="22"/>
          <ac:picMkLst>
            <pc:docMk/>
            <pc:sldMk cId="1529610641" sldId="370"/>
            <ac:picMk id="13" creationId="{C101851A-7F2B-4A5C-B2C7-307387C3E888}"/>
          </ac:picMkLst>
        </pc:picChg>
      </pc:sldChg>
      <pc:sldChg chg="addSp delSp modSp add mod">
        <pc:chgData name="송 하권" userId="546ba1eaca679e52" providerId="LiveId" clId="{C2875BBA-5555-48B3-8580-25E12AE0ABD2}" dt="2021-05-27T02:48:26.622" v="7745" actId="20577"/>
        <pc:sldMkLst>
          <pc:docMk/>
          <pc:sldMk cId="4079751185" sldId="371"/>
        </pc:sldMkLst>
        <pc:spChg chg="del">
          <ac:chgData name="송 하권" userId="546ba1eaca679e52" providerId="LiveId" clId="{C2875BBA-5555-48B3-8580-25E12AE0ABD2}" dt="2021-05-27T02:43:06.078" v="7377" actId="478"/>
          <ac:spMkLst>
            <pc:docMk/>
            <pc:sldMk cId="4079751185" sldId="371"/>
            <ac:spMk id="11" creationId="{731BFFB8-45B9-43A4-9969-976F0FC74444}"/>
          </ac:spMkLst>
        </pc:spChg>
        <pc:spChg chg="mod">
          <ac:chgData name="송 하권" userId="546ba1eaca679e52" providerId="LiveId" clId="{C2875BBA-5555-48B3-8580-25E12AE0ABD2}" dt="2021-05-27T02:46:54.397" v="7578" actId="20577"/>
          <ac:spMkLst>
            <pc:docMk/>
            <pc:sldMk cId="4079751185" sldId="371"/>
            <ac:spMk id="12" creationId="{2E9E2DF3-77FF-4929-AD25-40B6C4BF03B8}"/>
          </ac:spMkLst>
        </pc:spChg>
        <pc:spChg chg="del mod">
          <ac:chgData name="송 하권" userId="546ba1eaca679e52" providerId="LiveId" clId="{C2875BBA-5555-48B3-8580-25E12AE0ABD2}" dt="2021-05-27T02:43:06.606" v="7379" actId="478"/>
          <ac:spMkLst>
            <pc:docMk/>
            <pc:sldMk cId="4079751185" sldId="371"/>
            <ac:spMk id="15" creationId="{D8D3C04D-AE39-4AB1-B1F3-BD61CC822FA0}"/>
          </ac:spMkLst>
        </pc:spChg>
        <pc:spChg chg="add mod">
          <ac:chgData name="송 하권" userId="546ba1eaca679e52" providerId="LiveId" clId="{C2875BBA-5555-48B3-8580-25E12AE0ABD2}" dt="2021-05-27T02:48:26.622" v="7745" actId="20577"/>
          <ac:spMkLst>
            <pc:docMk/>
            <pc:sldMk cId="4079751185" sldId="371"/>
            <ac:spMk id="23" creationId="{A93940D5-5595-4CC7-B310-E1100FFB5585}"/>
          </ac:spMkLst>
        </pc:spChg>
        <pc:spChg chg="add mod">
          <ac:chgData name="송 하권" userId="546ba1eaca679e52" providerId="LiveId" clId="{C2875BBA-5555-48B3-8580-25E12AE0ABD2}" dt="2021-05-27T02:47:08.093" v="7587" actId="688"/>
          <ac:spMkLst>
            <pc:docMk/>
            <pc:sldMk cId="4079751185" sldId="371"/>
            <ac:spMk id="24" creationId="{46657BE1-3586-42AF-8E77-94204915C34D}"/>
          </ac:spMkLst>
        </pc:spChg>
        <pc:spChg chg="add mod">
          <ac:chgData name="송 하권" userId="546ba1eaca679e52" providerId="LiveId" clId="{C2875BBA-5555-48B3-8580-25E12AE0ABD2}" dt="2021-05-27T02:47:13.702" v="7589" actId="1076"/>
          <ac:spMkLst>
            <pc:docMk/>
            <pc:sldMk cId="4079751185" sldId="371"/>
            <ac:spMk id="25" creationId="{108AA69B-8AA2-4714-AE76-4021B6DA3F16}"/>
          </ac:spMkLst>
        </pc:spChg>
        <pc:picChg chg="del">
          <ac:chgData name="송 하권" userId="546ba1eaca679e52" providerId="LiveId" clId="{C2875BBA-5555-48B3-8580-25E12AE0ABD2}" dt="2021-05-27T02:43:05.684" v="7376" actId="478"/>
          <ac:picMkLst>
            <pc:docMk/>
            <pc:sldMk cId="4079751185" sldId="371"/>
            <ac:picMk id="4" creationId="{EE96C6AB-6F14-4505-B299-FBFF7BD86BD3}"/>
          </ac:picMkLst>
        </pc:picChg>
        <pc:picChg chg="add del mod">
          <ac:chgData name="송 하권" userId="546ba1eaca679e52" providerId="LiveId" clId="{C2875BBA-5555-48B3-8580-25E12AE0ABD2}" dt="2021-05-27T02:44:40.312" v="7446" actId="21"/>
          <ac:picMkLst>
            <pc:docMk/>
            <pc:sldMk cId="4079751185" sldId="371"/>
            <ac:picMk id="5" creationId="{91DE0C88-D874-4A13-8FB1-8FDBC4CB008F}"/>
          </ac:picMkLst>
        </pc:picChg>
        <pc:picChg chg="del">
          <ac:chgData name="송 하권" userId="546ba1eaca679e52" providerId="LiveId" clId="{C2875BBA-5555-48B3-8580-25E12AE0ABD2}" dt="2021-05-27T02:43:04.092" v="7375" actId="478"/>
          <ac:picMkLst>
            <pc:docMk/>
            <pc:sldMk cId="4079751185" sldId="371"/>
            <ac:picMk id="7" creationId="{A4EAC0B7-A1EF-4CEB-B22C-E06545A9F727}"/>
          </ac:picMkLst>
        </pc:picChg>
        <pc:picChg chg="add mod">
          <ac:chgData name="송 하권" userId="546ba1eaca679e52" providerId="LiveId" clId="{C2875BBA-5555-48B3-8580-25E12AE0ABD2}" dt="2021-05-27T02:44:02.052" v="7435" actId="1076"/>
          <ac:picMkLst>
            <pc:docMk/>
            <pc:sldMk cId="4079751185" sldId="371"/>
            <ac:picMk id="8" creationId="{EACDCEBE-A168-4CEA-A747-D591C9CC55A4}"/>
          </ac:picMkLst>
        </pc:picChg>
        <pc:picChg chg="add mod">
          <ac:chgData name="송 하권" userId="546ba1eaca679e52" providerId="LiveId" clId="{C2875BBA-5555-48B3-8580-25E12AE0ABD2}" dt="2021-05-27T02:47:00.869" v="7582" actId="1076"/>
          <ac:picMkLst>
            <pc:docMk/>
            <pc:sldMk cId="4079751185" sldId="371"/>
            <ac:picMk id="10" creationId="{3141713A-119D-4C22-B5BF-1D52B8353895}"/>
          </ac:picMkLst>
        </pc:picChg>
        <pc:picChg chg="add mod">
          <ac:chgData name="송 하권" userId="546ba1eaca679e52" providerId="LiveId" clId="{C2875BBA-5555-48B3-8580-25E12AE0ABD2}" dt="2021-05-27T02:46:57.365" v="7580" actId="1076"/>
          <ac:picMkLst>
            <pc:docMk/>
            <pc:sldMk cId="4079751185" sldId="371"/>
            <ac:picMk id="13" creationId="{475DC77D-4CC6-4F1E-AAFD-605B885BC1D3}"/>
          </ac:picMkLst>
        </pc:picChg>
        <pc:picChg chg="add mod">
          <ac:chgData name="송 하권" userId="546ba1eaca679e52" providerId="LiveId" clId="{C2875BBA-5555-48B3-8580-25E12AE0ABD2}" dt="2021-05-27T02:47:04.877" v="7584" actId="1076"/>
          <ac:picMkLst>
            <pc:docMk/>
            <pc:sldMk cId="4079751185" sldId="371"/>
            <ac:picMk id="16" creationId="{151E1959-FC26-4DB8-B85D-FE2F1BF76D06}"/>
          </ac:picMkLst>
        </pc:picChg>
        <pc:picChg chg="add del mod">
          <ac:chgData name="송 하권" userId="546ba1eaca679e52" providerId="LiveId" clId="{C2875BBA-5555-48B3-8580-25E12AE0ABD2}" dt="2021-05-27T02:45:58.461" v="7469" actId="478"/>
          <ac:picMkLst>
            <pc:docMk/>
            <pc:sldMk cId="4079751185" sldId="371"/>
            <ac:picMk id="18" creationId="{CCE2C18C-E5FE-447E-A59E-837C3AD0FD7C}"/>
          </ac:picMkLst>
        </pc:picChg>
        <pc:picChg chg="add del">
          <ac:chgData name="송 하권" userId="546ba1eaca679e52" providerId="LiveId" clId="{C2875BBA-5555-48B3-8580-25E12AE0ABD2}" dt="2021-05-27T02:46:15.245" v="7474" actId="478"/>
          <ac:picMkLst>
            <pc:docMk/>
            <pc:sldMk cId="4079751185" sldId="371"/>
            <ac:picMk id="20" creationId="{16369D67-F797-45E5-B284-1D4B15EE15CD}"/>
          </ac:picMkLst>
        </pc:picChg>
        <pc:picChg chg="add del mod">
          <ac:chgData name="송 하권" userId="546ba1eaca679e52" providerId="LiveId" clId="{C2875BBA-5555-48B3-8580-25E12AE0ABD2}" dt="2021-05-27T02:46:15.612" v="7475" actId="478"/>
          <ac:picMkLst>
            <pc:docMk/>
            <pc:sldMk cId="4079751185" sldId="371"/>
            <ac:picMk id="22" creationId="{58E0EBDF-F993-4F12-AC5E-E68C6049D8A7}"/>
          </ac:picMkLst>
        </pc:picChg>
      </pc:sldChg>
      <pc:sldChg chg="addSp delSp modSp add mod">
        <pc:chgData name="송 하권" userId="546ba1eaca679e52" providerId="LiveId" clId="{C2875BBA-5555-48B3-8580-25E12AE0ABD2}" dt="2021-05-27T02:58:15.686" v="8260" actId="20577"/>
        <pc:sldMkLst>
          <pc:docMk/>
          <pc:sldMk cId="482091187" sldId="372"/>
        </pc:sldMkLst>
        <pc:spChg chg="add del mod">
          <ac:chgData name="송 하권" userId="546ba1eaca679e52" providerId="LiveId" clId="{C2875BBA-5555-48B3-8580-25E12AE0ABD2}" dt="2021-05-27T02:58:15.686" v="8260" actId="20577"/>
          <ac:spMkLst>
            <pc:docMk/>
            <pc:sldMk cId="482091187" sldId="372"/>
            <ac:spMk id="12" creationId="{2E9E2DF3-77FF-4929-AD25-40B6C4BF03B8}"/>
          </ac:spMkLst>
        </pc:spChg>
        <pc:spChg chg="add mod">
          <ac:chgData name="송 하권" userId="546ba1eaca679e52" providerId="LiveId" clId="{C2875BBA-5555-48B3-8580-25E12AE0ABD2}" dt="2021-05-27T02:48:33.421" v="7748" actId="1076"/>
          <ac:spMkLst>
            <pc:docMk/>
            <pc:sldMk cId="482091187" sldId="372"/>
            <ac:spMk id="14" creationId="{EF770427-7A4E-42B4-8748-0687ABA3F27E}"/>
          </ac:spMkLst>
        </pc:spChg>
        <pc:spChg chg="add mod">
          <ac:chgData name="송 하권" userId="546ba1eaca679e52" providerId="LiveId" clId="{C2875BBA-5555-48B3-8580-25E12AE0ABD2}" dt="2021-05-27T02:48:36.365" v="7751" actId="1076"/>
          <ac:spMkLst>
            <pc:docMk/>
            <pc:sldMk cId="482091187" sldId="372"/>
            <ac:spMk id="15" creationId="{20375B91-8C23-4CA2-ACF9-86B36E7ECA7C}"/>
          </ac:spMkLst>
        </pc:spChg>
        <pc:spChg chg="add del mod">
          <ac:chgData name="송 하권" userId="546ba1eaca679e52" providerId="LiveId" clId="{C2875BBA-5555-48B3-8580-25E12AE0ABD2}" dt="2021-05-27T02:50:11.415" v="7753"/>
          <ac:spMkLst>
            <pc:docMk/>
            <pc:sldMk cId="482091187" sldId="372"/>
            <ac:spMk id="17" creationId="{A3F4F702-EF74-4746-B86C-8DBD482D685D}"/>
          </ac:spMkLst>
        </pc:spChg>
        <pc:spChg chg="add mod">
          <ac:chgData name="송 하권" userId="546ba1eaca679e52" providerId="LiveId" clId="{C2875BBA-5555-48B3-8580-25E12AE0ABD2}" dt="2021-05-27T02:57:55.925" v="8171" actId="1076"/>
          <ac:spMkLst>
            <pc:docMk/>
            <pc:sldMk cId="482091187" sldId="372"/>
            <ac:spMk id="18" creationId="{B36371C2-8490-4E14-9C25-516898EFF81F}"/>
          </ac:spMkLst>
        </pc:spChg>
        <pc:picChg chg="add mod">
          <ac:chgData name="송 하권" userId="546ba1eaca679e52" providerId="LiveId" clId="{C2875BBA-5555-48B3-8580-25E12AE0ABD2}" dt="2021-05-27T02:48:15.637" v="7741" actId="1076"/>
          <ac:picMkLst>
            <pc:docMk/>
            <pc:sldMk cId="482091187" sldId="372"/>
            <ac:picMk id="4" creationId="{9204527B-357A-4C63-974B-59D453091D76}"/>
          </ac:picMkLst>
        </pc:picChg>
        <pc:picChg chg="add mod">
          <ac:chgData name="송 하권" userId="546ba1eaca679e52" providerId="LiveId" clId="{C2875BBA-5555-48B3-8580-25E12AE0ABD2}" dt="2021-05-27T02:57:50.357" v="8167" actId="208"/>
          <ac:picMkLst>
            <pc:docMk/>
            <pc:sldMk cId="482091187" sldId="372"/>
            <ac:picMk id="6" creationId="{BED8F917-85B5-4723-BED5-0CC0278EEE2E}"/>
          </ac:picMkLst>
        </pc:picChg>
        <pc:picChg chg="del mod">
          <ac:chgData name="송 하권" userId="546ba1eaca679e52" providerId="LiveId" clId="{C2875BBA-5555-48B3-8580-25E12AE0ABD2}" dt="2021-05-27T02:47:20.221" v="7595" actId="478"/>
          <ac:picMkLst>
            <pc:docMk/>
            <pc:sldMk cId="482091187" sldId="372"/>
            <ac:picMk id="8" creationId="{EACDCEBE-A168-4CEA-A747-D591C9CC55A4}"/>
          </ac:picMkLst>
        </pc:picChg>
        <pc:picChg chg="del">
          <ac:chgData name="송 하권" userId="546ba1eaca679e52" providerId="LiveId" clId="{C2875BBA-5555-48B3-8580-25E12AE0ABD2}" dt="2021-05-27T02:47:17.061" v="7590" actId="478"/>
          <ac:picMkLst>
            <pc:docMk/>
            <pc:sldMk cId="482091187" sldId="372"/>
            <ac:picMk id="10" creationId="{3141713A-119D-4C22-B5BF-1D52B8353895}"/>
          </ac:picMkLst>
        </pc:picChg>
        <pc:picChg chg="del">
          <ac:chgData name="송 하권" userId="546ba1eaca679e52" providerId="LiveId" clId="{C2875BBA-5555-48B3-8580-25E12AE0ABD2}" dt="2021-05-27T02:47:18.557" v="7593" actId="478"/>
          <ac:picMkLst>
            <pc:docMk/>
            <pc:sldMk cId="482091187" sldId="372"/>
            <ac:picMk id="13" creationId="{475DC77D-4CC6-4F1E-AAFD-605B885BC1D3}"/>
          </ac:picMkLst>
        </pc:picChg>
        <pc:picChg chg="del">
          <ac:chgData name="송 하권" userId="546ba1eaca679e52" providerId="LiveId" clId="{C2875BBA-5555-48B3-8580-25E12AE0ABD2}" dt="2021-05-27T02:47:17.324" v="7591" actId="478"/>
          <ac:picMkLst>
            <pc:docMk/>
            <pc:sldMk cId="482091187" sldId="372"/>
            <ac:picMk id="16" creationId="{151E1959-FC26-4DB8-B85D-FE2F1BF76D06}"/>
          </ac:picMkLst>
        </pc:picChg>
        <pc:picChg chg="mod">
          <ac:chgData name="송 하권" userId="546ba1eaca679e52" providerId="LiveId" clId="{C2875BBA-5555-48B3-8580-25E12AE0ABD2}" dt="2021-05-27T02:48:11.205" v="7738" actId="1076"/>
          <ac:picMkLst>
            <pc:docMk/>
            <pc:sldMk cId="482091187" sldId="372"/>
            <ac:picMk id="20" creationId="{16369D67-F797-45E5-B284-1D4B15EE15CD}"/>
          </ac:picMkLst>
        </pc:picChg>
        <pc:picChg chg="mod">
          <ac:chgData name="송 하권" userId="546ba1eaca679e52" providerId="LiveId" clId="{C2875BBA-5555-48B3-8580-25E12AE0ABD2}" dt="2021-05-27T02:48:18.165" v="7742" actId="1076"/>
          <ac:picMkLst>
            <pc:docMk/>
            <pc:sldMk cId="482091187" sldId="372"/>
            <ac:picMk id="22" creationId="{58E0EBDF-F993-4F12-AC5E-E68C6049D8A7}"/>
          </ac:picMkLst>
        </pc:picChg>
      </pc:sldChg>
      <pc:sldChg chg="addSp delSp modSp add mod">
        <pc:chgData name="송 하권" userId="546ba1eaca679e52" providerId="LiveId" clId="{C2875BBA-5555-48B3-8580-25E12AE0ABD2}" dt="2021-05-27T03:00:46.790" v="8312"/>
        <pc:sldMkLst>
          <pc:docMk/>
          <pc:sldMk cId="396654822" sldId="373"/>
        </pc:sldMkLst>
        <pc:spChg chg="mod">
          <ac:chgData name="송 하권" userId="546ba1eaca679e52" providerId="LiveId" clId="{C2875BBA-5555-48B3-8580-25E12AE0ABD2}" dt="2021-05-27T03:00:46.790" v="8312"/>
          <ac:spMkLst>
            <pc:docMk/>
            <pc:sldMk cId="396654822" sldId="373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2:50:16.254" v="7759" actId="478"/>
          <ac:spMkLst>
            <pc:docMk/>
            <pc:sldMk cId="396654822" sldId="373"/>
            <ac:spMk id="14" creationId="{EF770427-7A4E-42B4-8748-0687ABA3F27E}"/>
          </ac:spMkLst>
        </pc:spChg>
        <pc:spChg chg="del">
          <ac:chgData name="송 하권" userId="546ba1eaca679e52" providerId="LiveId" clId="{C2875BBA-5555-48B3-8580-25E12AE0ABD2}" dt="2021-05-27T02:50:15.021" v="7756" actId="478"/>
          <ac:spMkLst>
            <pc:docMk/>
            <pc:sldMk cId="396654822" sldId="373"/>
            <ac:spMk id="15" creationId="{20375B91-8C23-4CA2-ACF9-86B36E7ECA7C}"/>
          </ac:spMkLst>
        </pc:spChg>
        <pc:spChg chg="add mod">
          <ac:chgData name="송 하권" userId="546ba1eaca679e52" providerId="LiveId" clId="{C2875BBA-5555-48B3-8580-25E12AE0ABD2}" dt="2021-05-27T02:52:24.829" v="8017" actId="1076"/>
          <ac:spMkLst>
            <pc:docMk/>
            <pc:sldMk cId="396654822" sldId="373"/>
            <ac:spMk id="16" creationId="{24BD78BE-67E6-4137-88EA-E53F6EBEC301}"/>
          </ac:spMkLst>
        </pc:spChg>
        <pc:picChg chg="del">
          <ac:chgData name="송 하권" userId="546ba1eaca679e52" providerId="LiveId" clId="{C2875BBA-5555-48B3-8580-25E12AE0ABD2}" dt="2021-05-27T02:50:14.718" v="7755" actId="478"/>
          <ac:picMkLst>
            <pc:docMk/>
            <pc:sldMk cId="396654822" sldId="373"/>
            <ac:picMk id="4" creationId="{9204527B-357A-4C63-974B-59D453091D76}"/>
          </ac:picMkLst>
        </pc:picChg>
        <pc:picChg chg="add del mod">
          <ac:chgData name="송 하권" userId="546ba1eaca679e52" providerId="LiveId" clId="{C2875BBA-5555-48B3-8580-25E12AE0ABD2}" dt="2021-05-27T02:51:16.109" v="7873" actId="478"/>
          <ac:picMkLst>
            <pc:docMk/>
            <pc:sldMk cId="396654822" sldId="373"/>
            <ac:picMk id="5" creationId="{518830B5-0429-4A8D-8824-BE4FC37CE735}"/>
          </ac:picMkLst>
        </pc:picChg>
        <pc:picChg chg="add mod">
          <ac:chgData name="송 하권" userId="546ba1eaca679e52" providerId="LiveId" clId="{C2875BBA-5555-48B3-8580-25E12AE0ABD2}" dt="2021-05-27T02:52:24.829" v="8017" actId="1076"/>
          <ac:picMkLst>
            <pc:docMk/>
            <pc:sldMk cId="396654822" sldId="373"/>
            <ac:picMk id="7" creationId="{797BF7DB-9552-4F60-ABD1-50648CD6257B}"/>
          </ac:picMkLst>
        </pc:picChg>
        <pc:picChg chg="add mod">
          <ac:chgData name="송 하권" userId="546ba1eaca679e52" providerId="LiveId" clId="{C2875BBA-5555-48B3-8580-25E12AE0ABD2}" dt="2021-05-27T02:52:33.909" v="8047" actId="1076"/>
          <ac:picMkLst>
            <pc:docMk/>
            <pc:sldMk cId="396654822" sldId="373"/>
            <ac:picMk id="9" creationId="{D05D564B-AC0B-4BAB-BD8A-D2706D2184D3}"/>
          </ac:picMkLst>
        </pc:picChg>
        <pc:picChg chg="add del">
          <ac:chgData name="송 하권" userId="546ba1eaca679e52" providerId="LiveId" clId="{C2875BBA-5555-48B3-8580-25E12AE0ABD2}" dt="2021-05-27T02:53:18.222" v="8049" actId="22"/>
          <ac:picMkLst>
            <pc:docMk/>
            <pc:sldMk cId="396654822" sldId="373"/>
            <ac:picMk id="11" creationId="{2435CCBC-DC66-46C7-A097-6D9112542F45}"/>
          </ac:picMkLst>
        </pc:picChg>
        <pc:picChg chg="del">
          <ac:chgData name="송 하권" userId="546ba1eaca679e52" providerId="LiveId" clId="{C2875BBA-5555-48B3-8580-25E12AE0ABD2}" dt="2021-05-27T02:50:15.589" v="7758" actId="478"/>
          <ac:picMkLst>
            <pc:docMk/>
            <pc:sldMk cId="396654822" sldId="373"/>
            <ac:picMk id="20" creationId="{16369D67-F797-45E5-B284-1D4B15EE15CD}"/>
          </ac:picMkLst>
        </pc:picChg>
        <pc:picChg chg="del">
          <ac:chgData name="송 하권" userId="546ba1eaca679e52" providerId="LiveId" clId="{C2875BBA-5555-48B3-8580-25E12AE0ABD2}" dt="2021-05-27T02:50:15.317" v="7757" actId="478"/>
          <ac:picMkLst>
            <pc:docMk/>
            <pc:sldMk cId="396654822" sldId="373"/>
            <ac:picMk id="22" creationId="{58E0EBDF-F993-4F12-AC5E-E68C6049D8A7}"/>
          </ac:picMkLst>
        </pc:picChg>
      </pc:sldChg>
      <pc:sldChg chg="addSp delSp modSp add mod">
        <pc:chgData name="송 하권" userId="546ba1eaca679e52" providerId="LiveId" clId="{C2875BBA-5555-48B3-8580-25E12AE0ABD2}" dt="2021-05-27T02:55:22.197" v="8163" actId="208"/>
        <pc:sldMkLst>
          <pc:docMk/>
          <pc:sldMk cId="672261671" sldId="374"/>
        </pc:sldMkLst>
        <pc:spChg chg="add mod">
          <ac:chgData name="송 하권" userId="546ba1eaca679e52" providerId="LiveId" clId="{C2875BBA-5555-48B3-8580-25E12AE0ABD2}" dt="2021-05-27T02:54:05.989" v="8159" actId="14100"/>
          <ac:spMkLst>
            <pc:docMk/>
            <pc:sldMk cId="672261671" sldId="374"/>
            <ac:spMk id="10" creationId="{80FA18E1-E231-4C0B-A177-6970DF60C11A}"/>
          </ac:spMkLst>
        </pc:spChg>
        <pc:spChg chg="mod">
          <ac:chgData name="송 하권" userId="546ba1eaca679e52" providerId="LiveId" clId="{C2875BBA-5555-48B3-8580-25E12AE0ABD2}" dt="2021-05-27T02:53:42.103" v="8154" actId="20577"/>
          <ac:spMkLst>
            <pc:docMk/>
            <pc:sldMk cId="672261671" sldId="374"/>
            <ac:spMk id="12" creationId="{2E9E2DF3-77FF-4929-AD25-40B6C4BF03B8}"/>
          </ac:spMkLst>
        </pc:spChg>
        <pc:spChg chg="del">
          <ac:chgData name="송 하권" userId="546ba1eaca679e52" providerId="LiveId" clId="{C2875BBA-5555-48B3-8580-25E12AE0ABD2}" dt="2021-05-27T02:53:22.014" v="8052" actId="478"/>
          <ac:spMkLst>
            <pc:docMk/>
            <pc:sldMk cId="672261671" sldId="374"/>
            <ac:spMk id="16" creationId="{24BD78BE-67E6-4137-88EA-E53F6EBEC301}"/>
          </ac:spMkLst>
        </pc:spChg>
        <pc:picChg chg="add mod">
          <ac:chgData name="송 하권" userId="546ba1eaca679e52" providerId="LiveId" clId="{C2875BBA-5555-48B3-8580-25E12AE0ABD2}" dt="2021-05-27T02:54:08.461" v="8160" actId="208"/>
          <ac:picMkLst>
            <pc:docMk/>
            <pc:sldMk cId="672261671" sldId="374"/>
            <ac:picMk id="4" creationId="{284ED2A4-A085-4A09-978D-D1AD4F309195}"/>
          </ac:picMkLst>
        </pc:picChg>
        <pc:picChg chg="add mod">
          <ac:chgData name="송 하권" userId="546ba1eaca679e52" providerId="LiveId" clId="{C2875BBA-5555-48B3-8580-25E12AE0ABD2}" dt="2021-05-27T02:55:22.197" v="8163" actId="208"/>
          <ac:picMkLst>
            <pc:docMk/>
            <pc:sldMk cId="672261671" sldId="374"/>
            <ac:picMk id="6" creationId="{FA4D62A3-BF83-43C4-B5AA-D0F0BA1137CF}"/>
          </ac:picMkLst>
        </pc:picChg>
        <pc:picChg chg="del">
          <ac:chgData name="송 하권" userId="546ba1eaca679e52" providerId="LiveId" clId="{C2875BBA-5555-48B3-8580-25E12AE0ABD2}" dt="2021-05-27T02:53:21.109" v="8051" actId="478"/>
          <ac:picMkLst>
            <pc:docMk/>
            <pc:sldMk cId="672261671" sldId="374"/>
            <ac:picMk id="7" creationId="{797BF7DB-9552-4F60-ABD1-50648CD6257B}"/>
          </ac:picMkLst>
        </pc:picChg>
        <pc:picChg chg="del">
          <ac:chgData name="송 하권" userId="546ba1eaca679e52" providerId="LiveId" clId="{C2875BBA-5555-48B3-8580-25E12AE0ABD2}" dt="2021-05-27T02:53:22.285" v="8053" actId="478"/>
          <ac:picMkLst>
            <pc:docMk/>
            <pc:sldMk cId="672261671" sldId="374"/>
            <ac:picMk id="9" creationId="{D05D564B-AC0B-4BAB-BD8A-D2706D2184D3}"/>
          </ac:picMkLst>
        </pc:picChg>
      </pc:sldChg>
      <pc:sldChg chg="addSp delSp modSp add mod">
        <pc:chgData name="송 하권" userId="546ba1eaca679e52" providerId="LiveId" clId="{C2875BBA-5555-48B3-8580-25E12AE0ABD2}" dt="2021-05-27T03:08:28.710" v="8398" actId="20577"/>
        <pc:sldMkLst>
          <pc:docMk/>
          <pc:sldMk cId="2487558542" sldId="375"/>
        </pc:sldMkLst>
        <pc:spChg chg="del">
          <ac:chgData name="송 하권" userId="546ba1eaca679e52" providerId="LiveId" clId="{C2875BBA-5555-48B3-8580-25E12AE0ABD2}" dt="2021-05-27T03:08:13.839" v="8315" actId="478"/>
          <ac:spMkLst>
            <pc:docMk/>
            <pc:sldMk cId="2487558542" sldId="375"/>
            <ac:spMk id="10" creationId="{80FA18E1-E231-4C0B-A177-6970DF60C11A}"/>
          </ac:spMkLst>
        </pc:spChg>
        <pc:spChg chg="mod">
          <ac:chgData name="송 하권" userId="546ba1eaca679e52" providerId="LiveId" clId="{C2875BBA-5555-48B3-8580-25E12AE0ABD2}" dt="2021-05-27T03:08:28.710" v="8398" actId="20577"/>
          <ac:spMkLst>
            <pc:docMk/>
            <pc:sldMk cId="2487558542" sldId="375"/>
            <ac:spMk id="12" creationId="{2E9E2DF3-77FF-4929-AD25-40B6C4BF03B8}"/>
          </ac:spMkLst>
        </pc:spChg>
        <pc:picChg chg="del">
          <ac:chgData name="송 하권" userId="546ba1eaca679e52" providerId="LiveId" clId="{C2875BBA-5555-48B3-8580-25E12AE0ABD2}" dt="2021-05-27T03:08:13.326" v="8314" actId="478"/>
          <ac:picMkLst>
            <pc:docMk/>
            <pc:sldMk cId="2487558542" sldId="375"/>
            <ac:picMk id="4" creationId="{284ED2A4-A085-4A09-978D-D1AD4F309195}"/>
          </ac:picMkLst>
        </pc:picChg>
        <pc:picChg chg="add">
          <ac:chgData name="송 하권" userId="546ba1eaca679e52" providerId="LiveId" clId="{C2875BBA-5555-48B3-8580-25E12AE0ABD2}" dt="2021-05-27T03:08:14.812" v="8316" actId="22"/>
          <ac:picMkLst>
            <pc:docMk/>
            <pc:sldMk cId="2487558542" sldId="375"/>
            <ac:picMk id="5" creationId="{E6F98F44-6C73-4777-8C46-955351F1E872}"/>
          </ac:picMkLst>
        </pc:picChg>
        <pc:picChg chg="del">
          <ac:chgData name="송 하권" userId="546ba1eaca679e52" providerId="LiveId" clId="{C2875BBA-5555-48B3-8580-25E12AE0ABD2}" dt="2021-05-27T03:08:12.838" v="8313" actId="478"/>
          <ac:picMkLst>
            <pc:docMk/>
            <pc:sldMk cId="2487558542" sldId="375"/>
            <ac:picMk id="6" creationId="{FA4D62A3-BF83-43C4-B5AA-D0F0BA1137CF}"/>
          </ac:picMkLst>
        </pc:picChg>
      </pc:sldChg>
      <pc:sldChg chg="addSp delSp modSp add mod">
        <pc:chgData name="송 하권" userId="546ba1eaca679e52" providerId="LiveId" clId="{C2875BBA-5555-48B3-8580-25E12AE0ABD2}" dt="2021-05-27T03:13:50.414" v="8482" actId="1076"/>
        <pc:sldMkLst>
          <pc:docMk/>
          <pc:sldMk cId="1657739238" sldId="376"/>
        </pc:sldMkLst>
        <pc:spChg chg="mod">
          <ac:chgData name="송 하권" userId="546ba1eaca679e52" providerId="LiveId" clId="{C2875BBA-5555-48B3-8580-25E12AE0ABD2}" dt="2021-05-27T03:13:19.327" v="8472"/>
          <ac:spMkLst>
            <pc:docMk/>
            <pc:sldMk cId="1657739238" sldId="376"/>
            <ac:spMk id="12" creationId="{2E9E2DF3-77FF-4929-AD25-40B6C4BF03B8}"/>
          </ac:spMkLst>
        </pc:spChg>
        <pc:picChg chg="add mod">
          <ac:chgData name="송 하권" userId="546ba1eaca679e52" providerId="LiveId" clId="{C2875BBA-5555-48B3-8580-25E12AE0ABD2}" dt="2021-05-27T03:13:50.414" v="8482" actId="1076"/>
          <ac:picMkLst>
            <pc:docMk/>
            <pc:sldMk cId="1657739238" sldId="376"/>
            <ac:picMk id="4" creationId="{689E9AAB-BE6E-4AF7-9634-E1F9E63D53CB}"/>
          </ac:picMkLst>
        </pc:picChg>
        <pc:picChg chg="del">
          <ac:chgData name="송 하권" userId="546ba1eaca679e52" providerId="LiveId" clId="{C2875BBA-5555-48B3-8580-25E12AE0ABD2}" dt="2021-05-27T03:13:02.823" v="8400" actId="478"/>
          <ac:picMkLst>
            <pc:docMk/>
            <pc:sldMk cId="1657739238" sldId="376"/>
            <ac:picMk id="5" creationId="{E6F98F44-6C73-4777-8C46-955351F1E872}"/>
          </ac:picMkLst>
        </pc:picChg>
      </pc:sldChg>
      <pc:sldChg chg="addSp delSp modSp add mod">
        <pc:chgData name="송 하권" userId="546ba1eaca679e52" providerId="LiveId" clId="{C2875BBA-5555-48B3-8580-25E12AE0ABD2}" dt="2021-05-27T03:21:08.974" v="8515" actId="1076"/>
        <pc:sldMkLst>
          <pc:docMk/>
          <pc:sldMk cId="1764174305" sldId="377"/>
        </pc:sldMkLst>
        <pc:spChg chg="del">
          <ac:chgData name="송 하권" userId="546ba1eaca679e52" providerId="LiveId" clId="{C2875BBA-5555-48B3-8580-25E12AE0ABD2}" dt="2021-05-27T03:20:38.384" v="8510" actId="478"/>
          <ac:spMkLst>
            <pc:docMk/>
            <pc:sldMk cId="1764174305" sldId="377"/>
            <ac:spMk id="12" creationId="{2E9E2DF3-77FF-4929-AD25-40B6C4BF03B8}"/>
          </ac:spMkLst>
        </pc:spChg>
        <pc:picChg chg="del">
          <ac:chgData name="송 하권" userId="546ba1eaca679e52" providerId="LiveId" clId="{C2875BBA-5555-48B3-8580-25E12AE0ABD2}" dt="2021-05-27T03:20:32.615" v="8508" actId="478"/>
          <ac:picMkLst>
            <pc:docMk/>
            <pc:sldMk cId="1764174305" sldId="377"/>
            <ac:picMk id="4" creationId="{689E9AAB-BE6E-4AF7-9634-E1F9E63D53CB}"/>
          </ac:picMkLst>
        </pc:picChg>
        <pc:picChg chg="add mod">
          <ac:chgData name="송 하권" userId="546ba1eaca679e52" providerId="LiveId" clId="{C2875BBA-5555-48B3-8580-25E12AE0ABD2}" dt="2021-05-27T03:21:08.974" v="8515" actId="1076"/>
          <ac:picMkLst>
            <pc:docMk/>
            <pc:sldMk cId="1764174305" sldId="377"/>
            <ac:picMk id="5" creationId="{D59BFA93-FB0E-41D0-8DD5-B57936EF3BD7}"/>
          </ac:picMkLst>
        </pc:picChg>
      </pc:sldChg>
      <pc:sldChg chg="modSp add mod">
        <pc:chgData name="송 하권" userId="546ba1eaca679e52" providerId="LiveId" clId="{C2875BBA-5555-48B3-8580-25E12AE0ABD2}" dt="2021-05-27T03:20:30.055" v="8507"/>
        <pc:sldMkLst>
          <pc:docMk/>
          <pc:sldMk cId="959792858" sldId="378"/>
        </pc:sldMkLst>
        <pc:spChg chg="mod">
          <ac:chgData name="송 하권" userId="546ba1eaca679e52" providerId="LiveId" clId="{C2875BBA-5555-48B3-8580-25E12AE0ABD2}" dt="2021-05-27T03:20:30.055" v="8507"/>
          <ac:spMkLst>
            <pc:docMk/>
            <pc:sldMk cId="959792858" sldId="378"/>
            <ac:spMk id="2" creationId="{FDD98238-20C7-4F7C-8A86-37DFF86F31E3}"/>
          </ac:spMkLst>
        </pc:spChg>
      </pc:sldChg>
      <pc:sldChg chg="addSp delSp modSp add mod">
        <pc:chgData name="송 하권" userId="546ba1eaca679e52" providerId="LiveId" clId="{C2875BBA-5555-48B3-8580-25E12AE0ABD2}" dt="2021-05-27T03:21:12.655" v="8517" actId="1076"/>
        <pc:sldMkLst>
          <pc:docMk/>
          <pc:sldMk cId="716189520" sldId="379"/>
        </pc:sldMkLst>
        <pc:picChg chg="add mod">
          <ac:chgData name="송 하권" userId="546ba1eaca679e52" providerId="LiveId" clId="{C2875BBA-5555-48B3-8580-25E12AE0ABD2}" dt="2021-05-27T03:21:12.655" v="8517" actId="1076"/>
          <ac:picMkLst>
            <pc:docMk/>
            <pc:sldMk cId="716189520" sldId="379"/>
            <ac:picMk id="4" creationId="{3B0941B9-F744-470B-95E7-148B99DE3153}"/>
          </ac:picMkLst>
        </pc:picChg>
        <pc:picChg chg="del">
          <ac:chgData name="송 하권" userId="546ba1eaca679e52" providerId="LiveId" clId="{C2875BBA-5555-48B3-8580-25E12AE0ABD2}" dt="2021-05-27T03:21:02.311" v="8512" actId="478"/>
          <ac:picMkLst>
            <pc:docMk/>
            <pc:sldMk cId="716189520" sldId="379"/>
            <ac:picMk id="5" creationId="{D59BFA93-FB0E-41D0-8DD5-B57936EF3BD7}"/>
          </ac:picMkLst>
        </pc:picChg>
      </pc:sldChg>
    </pc:docChg>
  </pc:docChgLst>
  <pc:docChgLst>
    <pc:chgData name="하권" userId="546ba1eaca679e52" providerId="LiveId" clId="{1246CB15-0479-45DB-9430-22AE0D0A67C3}"/>
    <pc:docChg chg="undo custSel addSld delSld modSld sldOrd addMainMaster delMainMaster modMainMaster">
      <pc:chgData name="하권" userId="546ba1eaca679e52" providerId="LiveId" clId="{1246CB15-0479-45DB-9430-22AE0D0A67C3}" dt="2021-03-28T17:17:39.172" v="8440" actId="20577"/>
      <pc:docMkLst>
        <pc:docMk/>
      </pc:docMkLst>
      <pc:sldChg chg="modSp mod">
        <pc:chgData name="하권" userId="546ba1eaca679e52" providerId="LiveId" clId="{1246CB15-0479-45DB-9430-22AE0D0A67C3}" dt="2021-03-28T16:10:51.348" v="8234"/>
        <pc:sldMkLst>
          <pc:docMk/>
          <pc:sldMk cId="3355829159" sldId="256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355829159" sldId="256"/>
            <ac:spMk id="2" creationId="{FDD98238-20C7-4F7C-8A86-37DFF86F31E3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355829159" sldId="256"/>
            <ac:spMk id="3" creationId="{45D1A54D-EFEC-4589-9B8F-5C3AB7672467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3355829159" sldId="256"/>
            <ac:picMk id="4" creationId="{2D4EFEFB-8BB9-4840-A653-37DD7E6B32AE}"/>
          </ac:picMkLst>
        </pc:picChg>
      </pc:sldChg>
      <pc:sldChg chg="delSp modSp mod ord">
        <pc:chgData name="하권" userId="546ba1eaca679e52" providerId="LiveId" clId="{1246CB15-0479-45DB-9430-22AE0D0A67C3}" dt="2021-03-28T16:10:51.348" v="8234"/>
        <pc:sldMkLst>
          <pc:docMk/>
          <pc:sldMk cId="1385355960" sldId="257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385355960" sldId="257"/>
            <ac:spMk id="2" creationId="{F65CC735-2FFE-4FE4-87FA-7F5B7C057012}"/>
          </ac:spMkLst>
        </pc:spChg>
        <pc:spChg chg="del mod">
          <ac:chgData name="하권" userId="546ba1eaca679e52" providerId="LiveId" clId="{1246CB15-0479-45DB-9430-22AE0D0A67C3}" dt="2021-03-28T14:01:44.697" v="5522" actId="478"/>
          <ac:spMkLst>
            <pc:docMk/>
            <pc:sldMk cId="1385355960" sldId="257"/>
            <ac:spMk id="5" creationId="{BD8BE806-86B2-4D5F-B296-8DCE47E784A4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385355960" sldId="257"/>
            <ac:spMk id="6" creationId="{614D24A1-EA9C-4236-9DD0-3FB1D190E8DD}"/>
          </ac:spMkLst>
        </pc:spChg>
        <pc:graphicFrameChg chg="del">
          <ac:chgData name="하권" userId="546ba1eaca679e52" providerId="LiveId" clId="{1246CB15-0479-45DB-9430-22AE0D0A67C3}" dt="2021-03-28T14:01:44.697" v="5522" actId="478"/>
          <ac:graphicFrameMkLst>
            <pc:docMk/>
            <pc:sldMk cId="1385355960" sldId="257"/>
            <ac:graphicFrameMk id="3" creationId="{52E02E9D-515E-426F-86BA-F909C0F0A291}"/>
          </ac:graphicFrameMkLst>
        </pc:graphicFrameChg>
        <pc:graphicFrameChg chg="mod modGraphic">
          <ac:chgData name="하권" userId="546ba1eaca679e52" providerId="LiveId" clId="{1246CB15-0479-45DB-9430-22AE0D0A67C3}" dt="2021-03-28T16:10:51.348" v="8234"/>
          <ac:graphicFrameMkLst>
            <pc:docMk/>
            <pc:sldMk cId="1385355960" sldId="257"/>
            <ac:graphicFrameMk id="4" creationId="{53630511-BBE2-4AC8-9863-8C6872C9186B}"/>
          </ac:graphicFrameMkLst>
        </pc:graphicFrameChg>
      </pc:sldChg>
      <pc:sldChg chg="modSp mod">
        <pc:chgData name="하권" userId="546ba1eaca679e52" providerId="LiveId" clId="{1246CB15-0479-45DB-9430-22AE0D0A67C3}" dt="2021-03-28T16:10:51.348" v="8234"/>
        <pc:sldMkLst>
          <pc:docMk/>
          <pc:sldMk cId="2168344158" sldId="258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168344158" sldId="258"/>
            <ac:spMk id="2" creationId="{46F58CBD-B244-43D9-A426-0E3768C04C6A}"/>
          </ac:spMkLst>
        </pc:spChg>
        <pc:graphicFrameChg chg="mod modGraphic">
          <ac:chgData name="하권" userId="546ba1eaca679e52" providerId="LiveId" clId="{1246CB15-0479-45DB-9430-22AE0D0A67C3}" dt="2021-03-28T16:10:51.348" v="8234"/>
          <ac:graphicFrameMkLst>
            <pc:docMk/>
            <pc:sldMk cId="2168344158" sldId="258"/>
            <ac:graphicFrameMk id="3" creationId="{7089B6E8-3117-46BE-83F9-673D9166D4D6}"/>
          </ac:graphicFrameMkLst>
        </pc:graphicFrameChg>
      </pc:sldChg>
      <pc:sldChg chg="del">
        <pc:chgData name="하권" userId="546ba1eaca679e52" providerId="LiveId" clId="{1246CB15-0479-45DB-9430-22AE0D0A67C3}" dt="2021-03-28T03:26:34.177" v="43" actId="47"/>
        <pc:sldMkLst>
          <pc:docMk/>
          <pc:sldMk cId="3042815057" sldId="259"/>
        </pc:sldMkLst>
      </pc:sldChg>
      <pc:sldChg chg="modSp mod">
        <pc:chgData name="하권" userId="546ba1eaca679e52" providerId="LiveId" clId="{1246CB15-0479-45DB-9430-22AE0D0A67C3}" dt="2021-03-28T16:10:51.348" v="8234"/>
        <pc:sldMkLst>
          <pc:docMk/>
          <pc:sldMk cId="1658675849" sldId="260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658675849" sldId="260"/>
            <ac:spMk id="2" creationId="{FDD98238-20C7-4F7C-8A86-37DFF86F31E3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1658675849" sldId="260"/>
            <ac:picMk id="4" creationId="{2D4EFEFB-8BB9-4840-A653-37DD7E6B32AE}"/>
          </ac:picMkLst>
        </pc:picChg>
      </pc:sldChg>
      <pc:sldChg chg="addSp delSp modSp mod">
        <pc:chgData name="하권" userId="546ba1eaca679e52" providerId="LiveId" clId="{1246CB15-0479-45DB-9430-22AE0D0A67C3}" dt="2021-03-28T16:10:51.348" v="8234"/>
        <pc:sldMkLst>
          <pc:docMk/>
          <pc:sldMk cId="2137765614" sldId="261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137765614" sldId="261"/>
            <ac:spMk id="2" creationId="{43F69729-2E35-4291-ACCE-C290801BF37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137765614" sldId="261"/>
            <ac:spMk id="3" creationId="{FE47CDB8-1AC1-4D16-A896-A5B4D6A70373}"/>
          </ac:spMkLst>
        </pc:spChg>
        <pc:spChg chg="del">
          <ac:chgData name="하권" userId="546ba1eaca679e52" providerId="LiveId" clId="{1246CB15-0479-45DB-9430-22AE0D0A67C3}" dt="2021-03-28T03:26:53.017" v="45" actId="478"/>
          <ac:spMkLst>
            <pc:docMk/>
            <pc:sldMk cId="2137765614" sldId="261"/>
            <ac:spMk id="7" creationId="{0798E6C1-B2DC-4862-8321-E583FF1B5493}"/>
          </ac:spMkLst>
        </pc:spChg>
        <pc:spChg chg="del">
          <ac:chgData name="하권" userId="546ba1eaca679e52" providerId="LiveId" clId="{1246CB15-0479-45DB-9430-22AE0D0A67C3}" dt="2021-03-28T03:26:54.352" v="48" actId="478"/>
          <ac:spMkLst>
            <pc:docMk/>
            <pc:sldMk cId="2137765614" sldId="261"/>
            <ac:spMk id="8" creationId="{BA910D6D-F031-4B96-B7FD-8B6D9A7ABDEC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137765614" sldId="261"/>
            <ac:spMk id="9" creationId="{6AB9DEFC-B6BA-4D94-B068-9F64594317FC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137765614" sldId="261"/>
            <ac:spMk id="13" creationId="{CBE3ABB6-9C19-4B78-BCCF-E58CAF78F49B}"/>
          </ac:spMkLst>
        </pc:spChg>
        <pc:spChg chg="del">
          <ac:chgData name="하권" userId="546ba1eaca679e52" providerId="LiveId" clId="{1246CB15-0479-45DB-9430-22AE0D0A67C3}" dt="2021-03-28T03:26:56.673" v="51" actId="478"/>
          <ac:spMkLst>
            <pc:docMk/>
            <pc:sldMk cId="2137765614" sldId="261"/>
            <ac:spMk id="14" creationId="{BE60A200-5EDF-4C09-8094-7FBCD9ECC1C8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2137765614" sldId="261"/>
            <ac:picMk id="4" creationId="{CE91156F-E993-445D-B64A-A57753DA7E0E}"/>
          </ac:picMkLst>
        </pc:picChg>
        <pc:picChg chg="del">
          <ac:chgData name="하권" userId="546ba1eaca679e52" providerId="LiveId" clId="{1246CB15-0479-45DB-9430-22AE0D0A67C3}" dt="2021-03-28T03:26:53.343" v="46" actId="478"/>
          <ac:picMkLst>
            <pc:docMk/>
            <pc:sldMk cId="2137765614" sldId="261"/>
            <ac:picMk id="5" creationId="{32205AA2-A20D-47C3-90E9-D095153EED5D}"/>
          </ac:picMkLst>
        </pc:picChg>
        <pc:picChg chg="del">
          <ac:chgData name="하권" userId="546ba1eaca679e52" providerId="LiveId" clId="{1246CB15-0479-45DB-9430-22AE0D0A67C3}" dt="2021-03-28T03:26:53.750" v="47" actId="478"/>
          <ac:picMkLst>
            <pc:docMk/>
            <pc:sldMk cId="2137765614" sldId="261"/>
            <ac:picMk id="6" creationId="{069AAA1A-C643-4D52-98D6-7D747092D1D5}"/>
          </ac:picMkLst>
        </pc:picChg>
        <pc:cxnChg chg="del">
          <ac:chgData name="하권" userId="546ba1eaca679e52" providerId="LiveId" clId="{1246CB15-0479-45DB-9430-22AE0D0A67C3}" dt="2021-03-28T03:26:55.228" v="49" actId="478"/>
          <ac:cxnSpMkLst>
            <pc:docMk/>
            <pc:sldMk cId="2137765614" sldId="261"/>
            <ac:cxnSpMk id="10" creationId="{41185818-5830-4117-A459-C39668F60893}"/>
          </ac:cxnSpMkLst>
        </pc:cxnChg>
        <pc:cxnChg chg="del mod">
          <ac:chgData name="하권" userId="546ba1eaca679e52" providerId="LiveId" clId="{1246CB15-0479-45DB-9430-22AE0D0A67C3}" dt="2021-03-28T03:26:55.711" v="50" actId="478"/>
          <ac:cxnSpMkLst>
            <pc:docMk/>
            <pc:sldMk cId="2137765614" sldId="261"/>
            <ac:cxnSpMk id="15" creationId="{C2884C8D-559F-40D5-A6CF-FEEBDA4B734C}"/>
          </ac:cxnSpMkLst>
        </pc:cxnChg>
      </pc:sldChg>
      <pc:sldChg chg="addSp delSp modSp mod">
        <pc:chgData name="하권" userId="546ba1eaca679e52" providerId="LiveId" clId="{1246CB15-0479-45DB-9430-22AE0D0A67C3}" dt="2021-03-28T16:10:51.348" v="8234"/>
        <pc:sldMkLst>
          <pc:docMk/>
          <pc:sldMk cId="1121182950" sldId="262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121182950" sldId="262"/>
            <ac:spMk id="2" creationId="{EE2B08CB-5A2A-4F3B-8717-FE4156E34E2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121182950" sldId="262"/>
            <ac:spMk id="3" creationId="{35C2BDAB-AB53-45A5-954E-5DBC605999E3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121182950" sldId="262"/>
            <ac:spMk id="5" creationId="{EEF00F81-CCC1-4E27-9628-46D927AAE3A8}"/>
          </ac:spMkLst>
        </pc:spChg>
        <pc:spChg chg="del">
          <ac:chgData name="하권" userId="546ba1eaca679e52" providerId="LiveId" clId="{1246CB15-0479-45DB-9430-22AE0D0A67C3}" dt="2021-03-28T03:25:54.847" v="28" actId="478"/>
          <ac:spMkLst>
            <pc:docMk/>
            <pc:sldMk cId="1121182950" sldId="262"/>
            <ac:spMk id="7" creationId="{51E21243-4C67-45FB-8089-A6D4DAA2AE49}"/>
          </ac:spMkLst>
        </pc:spChg>
        <pc:spChg chg="del">
          <ac:chgData name="하권" userId="546ba1eaca679e52" providerId="LiveId" clId="{1246CB15-0479-45DB-9430-22AE0D0A67C3}" dt="2021-03-28T03:25:52.305" v="25" actId="478"/>
          <ac:spMkLst>
            <pc:docMk/>
            <pc:sldMk cId="1121182950" sldId="262"/>
            <ac:spMk id="8" creationId="{33D797EE-0E12-452D-901B-273DC30B6043}"/>
          </ac:spMkLst>
        </pc:spChg>
        <pc:spChg chg="del">
          <ac:chgData name="하권" userId="546ba1eaca679e52" providerId="LiveId" clId="{1246CB15-0479-45DB-9430-22AE0D0A67C3}" dt="2021-03-28T03:25:53.225" v="26" actId="478"/>
          <ac:spMkLst>
            <pc:docMk/>
            <pc:sldMk cId="1121182950" sldId="262"/>
            <ac:spMk id="10" creationId="{03226D26-2A71-49A6-A8DC-EC2A585B6B87}"/>
          </ac:spMkLst>
        </pc:spChg>
        <pc:spChg chg="del">
          <ac:chgData name="하권" userId="546ba1eaca679e52" providerId="LiveId" clId="{1246CB15-0479-45DB-9430-22AE0D0A67C3}" dt="2021-03-28T03:25:51.583" v="24" actId="478"/>
          <ac:spMkLst>
            <pc:docMk/>
            <pc:sldMk cId="1121182950" sldId="262"/>
            <ac:spMk id="11" creationId="{FA9A5B9D-985B-41AD-8F41-5467B7CDDA06}"/>
          </ac:spMkLst>
        </pc:spChg>
        <pc:spChg chg="del">
          <ac:chgData name="하권" userId="546ba1eaca679e52" providerId="LiveId" clId="{1246CB15-0479-45DB-9430-22AE0D0A67C3}" dt="2021-03-28T03:25:50.872" v="23" actId="478"/>
          <ac:spMkLst>
            <pc:docMk/>
            <pc:sldMk cId="1121182950" sldId="262"/>
            <ac:spMk id="13" creationId="{045D704D-BF3E-4A7D-B084-B8F978355C64}"/>
          </ac:spMkLst>
        </pc:spChg>
        <pc:spChg chg="del">
          <ac:chgData name="하권" userId="546ba1eaca679e52" providerId="LiveId" clId="{1246CB15-0479-45DB-9430-22AE0D0A67C3}" dt="2021-03-28T03:25:55.471" v="29" actId="478"/>
          <ac:spMkLst>
            <pc:docMk/>
            <pc:sldMk cId="1121182950" sldId="262"/>
            <ac:spMk id="14" creationId="{74418142-945F-4721-A71B-C092D39F2156}"/>
          </ac:spMkLst>
        </pc:spChg>
        <pc:spChg chg="del">
          <ac:chgData name="하권" userId="546ba1eaca679e52" providerId="LiveId" clId="{1246CB15-0479-45DB-9430-22AE0D0A67C3}" dt="2021-03-28T03:25:50.184" v="22" actId="478"/>
          <ac:spMkLst>
            <pc:docMk/>
            <pc:sldMk cId="1121182950" sldId="262"/>
            <ac:spMk id="15" creationId="{7C755017-3B26-469D-A85D-AB22FEA82C2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121182950" sldId="262"/>
            <ac:spMk id="16" creationId="{109E2F9D-F0DC-4AB5-9117-A82754D3106A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1121182950" sldId="262"/>
            <ac:picMk id="4" creationId="{9A6A9B4D-2AFF-4200-87A2-07CAA91D5088}"/>
          </ac:picMkLst>
        </pc:picChg>
        <pc:picChg chg="del">
          <ac:chgData name="하권" userId="546ba1eaca679e52" providerId="LiveId" clId="{1246CB15-0479-45DB-9430-22AE0D0A67C3}" dt="2021-03-28T03:25:48.842" v="20" actId="478"/>
          <ac:picMkLst>
            <pc:docMk/>
            <pc:sldMk cId="1121182950" sldId="262"/>
            <ac:picMk id="6" creationId="{5FD21DC0-25DE-4950-A623-75940A6E6891}"/>
          </ac:picMkLst>
        </pc:picChg>
        <pc:picChg chg="del">
          <ac:chgData name="하권" userId="546ba1eaca679e52" providerId="LiveId" clId="{1246CB15-0479-45DB-9430-22AE0D0A67C3}" dt="2021-03-28T03:25:49.759" v="21" actId="478"/>
          <ac:picMkLst>
            <pc:docMk/>
            <pc:sldMk cId="1121182950" sldId="262"/>
            <ac:picMk id="12" creationId="{1BE89887-6D87-43EE-8317-586C0BADF75A}"/>
          </ac:picMkLst>
        </pc:picChg>
        <pc:cxnChg chg="del">
          <ac:chgData name="하권" userId="546ba1eaca679e52" providerId="LiveId" clId="{1246CB15-0479-45DB-9430-22AE0D0A67C3}" dt="2021-03-28T03:25:54.271" v="27" actId="478"/>
          <ac:cxnSpMkLst>
            <pc:docMk/>
            <pc:sldMk cId="1121182950" sldId="262"/>
            <ac:cxnSpMk id="9" creationId="{6A7DC166-9A38-475A-A700-DA7EC62A7695}"/>
          </ac:cxnSpMkLst>
        </pc:cxnChg>
      </pc:sldChg>
      <pc:sldChg chg="addSp delSp modSp mod">
        <pc:chgData name="하권" userId="546ba1eaca679e52" providerId="LiveId" clId="{1246CB15-0479-45DB-9430-22AE0D0A67C3}" dt="2021-03-28T16:10:51.348" v="8234"/>
        <pc:sldMkLst>
          <pc:docMk/>
          <pc:sldMk cId="1538087766" sldId="263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538087766" sldId="263"/>
            <ac:spMk id="2" creationId="{64C9FFE4-39E6-4677-8B9C-9C6DC4D0687C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38087766" sldId="263"/>
            <ac:spMk id="3" creationId="{9746F6DD-0855-4FBF-B020-27E8FB555BA0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38087766" sldId="263"/>
            <ac:spMk id="5" creationId="{CADFCCAE-0836-4989-86B0-9390CF0E25A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38087766" sldId="263"/>
            <ac:spMk id="6" creationId="{638C3183-11A3-457F-B970-AF2AC6BDA059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38087766" sldId="263"/>
            <ac:spMk id="8" creationId="{5A42EC62-038D-4A1C-B004-8C167BE6546B}"/>
          </ac:spMkLst>
        </pc:spChg>
        <pc:spChg chg="del mod">
          <ac:chgData name="하권" userId="546ba1eaca679e52" providerId="LiveId" clId="{1246CB15-0479-45DB-9430-22AE0D0A67C3}" dt="2021-03-28T10:59:50.942" v="1366" actId="478"/>
          <ac:spMkLst>
            <pc:docMk/>
            <pc:sldMk cId="1538087766" sldId="263"/>
            <ac:spMk id="9" creationId="{C02F5F14-6D6F-4B10-81EB-2C24DEA85021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38087766" sldId="263"/>
            <ac:spMk id="11" creationId="{1A6BD548-B3EC-4234-9D46-5FB14B9D54A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38087766" sldId="263"/>
            <ac:spMk id="12" creationId="{E7040847-AFD1-4758-9DC3-A3828A61131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538087766" sldId="263"/>
            <ac:spMk id="14" creationId="{9B20F50F-C2A9-4DCC-AAED-58BAC7FC740A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1538087766" sldId="263"/>
            <ac:picMk id="4" creationId="{3F4AFA9B-B570-439A-8AC4-8B01DAC1A613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1538087766" sldId="263"/>
            <ac:picMk id="7" creationId="{17DF6ED0-6DB3-4F50-A2C1-75BEC4C688FD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1538087766" sldId="263"/>
            <ac:picMk id="10" creationId="{08406CC3-2F24-445A-9210-DD4C2A8C9959}"/>
          </ac:picMkLst>
        </pc:picChg>
      </pc:sldChg>
      <pc:sldChg chg="addSp delSp modSp mod">
        <pc:chgData name="하권" userId="546ba1eaca679e52" providerId="LiveId" clId="{1246CB15-0479-45DB-9430-22AE0D0A67C3}" dt="2021-03-28T16:10:51.348" v="8234"/>
        <pc:sldMkLst>
          <pc:docMk/>
          <pc:sldMk cId="2979687349" sldId="264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979687349" sldId="264"/>
            <ac:spMk id="2" creationId="{4F751049-5CC9-4216-A59A-D2A8A9D1B3A3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979687349" sldId="264"/>
            <ac:spMk id="5" creationId="{A4FD3BA6-9076-49D7-A721-26E4DB794640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979687349" sldId="264"/>
            <ac:spMk id="9" creationId="{2C31AA7C-178D-4F17-82D2-748D127F097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979687349" sldId="264"/>
            <ac:spMk id="10" creationId="{FECC0DA9-83CC-49AE-B70F-9AC7EF5B5F17}"/>
          </ac:spMkLst>
        </pc:spChg>
        <pc:picChg chg="add del">
          <ac:chgData name="하권" userId="546ba1eaca679e52" providerId="LiveId" clId="{1246CB15-0479-45DB-9430-22AE0D0A67C3}" dt="2021-03-28T03:35:49.614" v="222" actId="478"/>
          <ac:picMkLst>
            <pc:docMk/>
            <pc:sldMk cId="2979687349" sldId="264"/>
            <ac:picMk id="4" creationId="{9A3A81B3-E1EB-4E84-A102-B6A3BC54A74F}"/>
          </ac:picMkLst>
        </pc:picChg>
        <pc:picChg chg="del">
          <ac:chgData name="하권" userId="546ba1eaca679e52" providerId="LiveId" clId="{1246CB15-0479-45DB-9430-22AE0D0A67C3}" dt="2021-03-28T03:38:09.501" v="229" actId="478"/>
          <ac:picMkLst>
            <pc:docMk/>
            <pc:sldMk cId="2979687349" sldId="264"/>
            <ac:picMk id="6" creationId="{4425218D-4B8E-4A3F-8786-96B02FC4E967}"/>
          </ac:picMkLst>
        </pc:picChg>
        <pc:picChg chg="del mod">
          <ac:chgData name="하권" userId="546ba1eaca679e52" providerId="LiveId" clId="{1246CB15-0479-45DB-9430-22AE0D0A67C3}" dt="2021-03-28T03:39:49.524" v="245" actId="478"/>
          <ac:picMkLst>
            <pc:docMk/>
            <pc:sldMk cId="2979687349" sldId="264"/>
            <ac:picMk id="8" creationId="{6CE34259-3AB5-4CB5-AA46-DD0824360BAD}"/>
          </ac:picMkLst>
        </pc:picChg>
        <pc:picChg chg="add del">
          <ac:chgData name="하권" userId="546ba1eaca679e52" providerId="LiveId" clId="{1246CB15-0479-45DB-9430-22AE0D0A67C3}" dt="2021-03-28T03:36:17.948" v="224" actId="478"/>
          <ac:picMkLst>
            <pc:docMk/>
            <pc:sldMk cId="2979687349" sldId="264"/>
            <ac:picMk id="12" creationId="{E88ABE2F-8DB6-4F1C-89E4-C3F3B0CDC227}"/>
          </ac:picMkLst>
        </pc:picChg>
        <pc:picChg chg="add del">
          <ac:chgData name="하권" userId="546ba1eaca679e52" providerId="LiveId" clId="{1246CB15-0479-45DB-9430-22AE0D0A67C3}" dt="2021-03-28T03:36:30.956" v="226" actId="478"/>
          <ac:picMkLst>
            <pc:docMk/>
            <pc:sldMk cId="2979687349" sldId="264"/>
            <ac:picMk id="14" creationId="{970A7540-D8E5-4BFE-99AE-3379B08CCB56}"/>
          </ac:picMkLst>
        </pc:pic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2979687349" sldId="264"/>
            <ac:picMk id="16" creationId="{C8325C3C-9C74-4A02-9807-162BED1CE56A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979687349" sldId="264"/>
            <ac:picMk id="19" creationId="{EA9E5858-B318-4F93-9590-506E5D2732F9}"/>
          </ac:picMkLst>
        </pc:pic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2979687349" sldId="264"/>
            <ac:cxnSpMk id="7" creationId="{5C5F6E77-D3D3-4A82-9BD2-F3A0D624AD51}"/>
          </ac:cxnSpMkLst>
        </pc:cxnChg>
      </pc:sldChg>
      <pc:sldChg chg="addSp delSp modSp mod">
        <pc:chgData name="하권" userId="546ba1eaca679e52" providerId="LiveId" clId="{1246CB15-0479-45DB-9430-22AE0D0A67C3}" dt="2021-03-28T16:10:51.348" v="8234"/>
        <pc:sldMkLst>
          <pc:docMk/>
          <pc:sldMk cId="2168708818" sldId="265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168708818" sldId="265"/>
            <ac:spMk id="2" creationId="{AA97D24A-FBB8-4F74-A173-E782BC56E659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168708818" sldId="265"/>
            <ac:spMk id="3" creationId="{CE86E934-9F54-4488-B07F-5738DE1F149A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168708818" sldId="265"/>
            <ac:spMk id="5" creationId="{EA0D2AC1-E615-4993-AA7E-CE2786D20E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168708818" sldId="265"/>
            <ac:spMk id="6" creationId="{22D68254-F6C6-429B-AEE1-CB636BB63AB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168708818" sldId="265"/>
            <ac:spMk id="7" creationId="{BA25B39C-8806-4E4F-870E-4E83E8D0856D}"/>
          </ac:spMkLst>
        </pc:spChg>
        <pc:spChg chg="del">
          <ac:chgData name="하권" userId="546ba1eaca679e52" providerId="LiveId" clId="{1246CB15-0479-45DB-9430-22AE0D0A67C3}" dt="2021-03-28T03:44:01.830" v="312" actId="478"/>
          <ac:spMkLst>
            <pc:docMk/>
            <pc:sldMk cId="2168708818" sldId="265"/>
            <ac:spMk id="8" creationId="{C7E58808-D73F-432A-826A-D505EB6A71DE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168708818" sldId="265"/>
            <ac:spMk id="9" creationId="{75C2BE5E-43CE-441C-9561-BD61C30831D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168708818" sldId="265"/>
            <ac:spMk id="10" creationId="{C186E705-6E29-4B11-8426-04ECDFAEB8CF}"/>
          </ac:spMkLst>
        </pc:spChg>
        <pc:spChg chg="del mod">
          <ac:chgData name="하권" userId="546ba1eaca679e52" providerId="LiveId" clId="{1246CB15-0479-45DB-9430-22AE0D0A67C3}" dt="2021-03-28T03:44:09.388" v="316" actId="478"/>
          <ac:spMkLst>
            <pc:docMk/>
            <pc:sldMk cId="2168708818" sldId="265"/>
            <ac:spMk id="11" creationId="{DEEE7A58-CC47-4D5C-BB7A-58EF9AAAE2D4}"/>
          </ac:spMkLst>
        </pc:spChg>
        <pc:spChg chg="del">
          <ac:chgData name="하권" userId="546ba1eaca679e52" providerId="LiveId" clId="{1246CB15-0479-45DB-9430-22AE0D0A67C3}" dt="2021-03-28T03:44:03.668" v="313" actId="478"/>
          <ac:spMkLst>
            <pc:docMk/>
            <pc:sldMk cId="2168708818" sldId="265"/>
            <ac:spMk id="12" creationId="{14FC6ACC-8DA1-4713-9E3A-35B9B0930E9E}"/>
          </ac:spMkLst>
        </pc:spChg>
        <pc:spChg chg="del mod">
          <ac:chgData name="하권" userId="546ba1eaca679e52" providerId="LiveId" clId="{1246CB15-0479-45DB-9430-22AE0D0A67C3}" dt="2021-03-28T03:43:48.046" v="304" actId="478"/>
          <ac:spMkLst>
            <pc:docMk/>
            <pc:sldMk cId="2168708818" sldId="265"/>
            <ac:spMk id="13" creationId="{62F86E13-5D38-4B14-B87B-9365871A5BE4}"/>
          </ac:spMkLst>
        </pc:spChg>
        <pc:spChg chg="del">
          <ac:chgData name="하권" userId="546ba1eaca679e52" providerId="LiveId" clId="{1246CB15-0479-45DB-9430-22AE0D0A67C3}" dt="2021-03-28T03:43:52.284" v="307" actId="478"/>
          <ac:spMkLst>
            <pc:docMk/>
            <pc:sldMk cId="2168708818" sldId="265"/>
            <ac:spMk id="14" creationId="{C40D2C73-0564-4F5D-8505-1BA1A18EA3A6}"/>
          </ac:spMkLst>
        </pc:spChg>
        <pc:spChg chg="del">
          <ac:chgData name="하권" userId="546ba1eaca679e52" providerId="LiveId" clId="{1246CB15-0479-45DB-9430-22AE0D0A67C3}" dt="2021-03-28T03:44:06.827" v="315" actId="478"/>
          <ac:spMkLst>
            <pc:docMk/>
            <pc:sldMk cId="2168708818" sldId="265"/>
            <ac:spMk id="15" creationId="{ED72D84E-E23B-4468-A3FA-F490DE8DCC5F}"/>
          </ac:spMkLst>
        </pc:spChg>
        <pc:spChg chg="del">
          <ac:chgData name="하권" userId="546ba1eaca679e52" providerId="LiveId" clId="{1246CB15-0479-45DB-9430-22AE0D0A67C3}" dt="2021-03-28T03:44:05.436" v="314" actId="478"/>
          <ac:spMkLst>
            <pc:docMk/>
            <pc:sldMk cId="2168708818" sldId="265"/>
            <ac:spMk id="16" creationId="{B3D45BCC-5ADC-477A-BDDA-D3CF8B618A2B}"/>
          </ac:spMkLst>
        </pc:spChg>
        <pc:graphicFrameChg chg="mod modGraphic">
          <ac:chgData name="하권" userId="546ba1eaca679e52" providerId="LiveId" clId="{1246CB15-0479-45DB-9430-22AE0D0A67C3}" dt="2021-03-28T16:10:51.348" v="8234"/>
          <ac:graphicFrameMkLst>
            <pc:docMk/>
            <pc:sldMk cId="2168708818" sldId="265"/>
            <ac:graphicFrameMk id="23" creationId="{43B23105-51C7-48DD-9A89-F27E217D50A0}"/>
          </ac:graphicFrameMkLst>
        </pc:graphicFrameChg>
        <pc:picChg chg="add del mod">
          <ac:chgData name="하권" userId="546ba1eaca679e52" providerId="LiveId" clId="{1246CB15-0479-45DB-9430-22AE0D0A67C3}" dt="2021-03-28T16:10:51.348" v="8234"/>
          <ac:picMkLst>
            <pc:docMk/>
            <pc:sldMk cId="2168708818" sldId="265"/>
            <ac:picMk id="4" creationId="{A73C4FA9-E689-4B6E-920C-636CBFCD71D4}"/>
          </ac:picMkLst>
        </pc:picChg>
      </pc:sldChg>
      <pc:sldChg chg="modSp mod">
        <pc:chgData name="하권" userId="546ba1eaca679e52" providerId="LiveId" clId="{1246CB15-0479-45DB-9430-22AE0D0A67C3}" dt="2021-03-28T16:10:51.348" v="8234"/>
        <pc:sldMkLst>
          <pc:docMk/>
          <pc:sldMk cId="2406829552" sldId="266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2" creationId="{AA97D24A-FBB8-4F74-A173-E782BC56E659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3" creationId="{CE86E934-9F54-4488-B07F-5738DE1F149A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5" creationId="{EA0D2AC1-E615-4993-AA7E-CE2786D20E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6" creationId="{22D68254-F6C6-429B-AEE1-CB636BB63AB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7" creationId="{BA25B39C-8806-4E4F-870E-4E83E8D0856D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8" creationId="{C7E58808-D73F-432A-826A-D505EB6A71DE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9" creationId="{75C2BE5E-43CE-441C-9561-BD61C30831D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10" creationId="{C186E705-6E29-4B11-8426-04ECDFAEB8C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11" creationId="{DEEE7A58-CC47-4D5C-BB7A-58EF9AAAE2D4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406829552" sldId="266"/>
            <ac:spMk id="12" creationId="{14FC6ACC-8DA1-4713-9E3A-35B9B0930E9E}"/>
          </ac:spMkLst>
        </pc:spChg>
        <pc:graphicFrameChg chg="mod modGraphic">
          <ac:chgData name="하권" userId="546ba1eaca679e52" providerId="LiveId" clId="{1246CB15-0479-45DB-9430-22AE0D0A67C3}" dt="2021-03-28T16:10:51.348" v="8234"/>
          <ac:graphicFrameMkLst>
            <pc:docMk/>
            <pc:sldMk cId="2406829552" sldId="266"/>
            <ac:graphicFrameMk id="23" creationId="{43B23105-51C7-48DD-9A89-F27E217D50A0}"/>
          </ac:graphicFrameMkLst>
        </pc:graphicFrameChg>
        <pc:picChg chg="mod">
          <ac:chgData name="하권" userId="546ba1eaca679e52" providerId="LiveId" clId="{1246CB15-0479-45DB-9430-22AE0D0A67C3}" dt="2021-03-28T16:10:51.348" v="8234"/>
          <ac:picMkLst>
            <pc:docMk/>
            <pc:sldMk cId="2406829552" sldId="266"/>
            <ac:picMk id="4" creationId="{A73C4FA9-E689-4B6E-920C-636CBFCD71D4}"/>
          </ac:picMkLst>
        </pc:picChg>
      </pc:sldChg>
      <pc:sldChg chg="addSp modSp mod">
        <pc:chgData name="하권" userId="546ba1eaca679e52" providerId="LiveId" clId="{1246CB15-0479-45DB-9430-22AE0D0A67C3}" dt="2021-03-28T16:10:51.348" v="8234"/>
        <pc:sldMkLst>
          <pc:docMk/>
          <pc:sldMk cId="788348263" sldId="267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788348263" sldId="267"/>
            <ac:spMk id="2" creationId="{1216615C-A98F-4C45-9419-5CB4796241F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788348263" sldId="267"/>
            <ac:spMk id="4" creationId="{8EE63C0D-956C-4482-B84F-75A6BC3F22D9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788348263" sldId="267"/>
            <ac:spMk id="7" creationId="{7EBECDF7-958D-48E7-A1C2-83EAE4A5C02D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788348263" sldId="267"/>
            <ac:spMk id="8" creationId="{EBA4B6FB-C8E8-4246-9259-2E240CFF391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788348263" sldId="267"/>
            <ac:spMk id="9" creationId="{7EC91306-ED26-4CF8-BC81-01BA39F1FB41}"/>
          </ac:spMkLst>
        </pc:spChg>
        <pc:graphicFrameChg chg="mod">
          <ac:chgData name="하권" userId="546ba1eaca679e52" providerId="LiveId" clId="{1246CB15-0479-45DB-9430-22AE0D0A67C3}" dt="2021-03-28T16:10:51.348" v="8234"/>
          <ac:graphicFrameMkLst>
            <pc:docMk/>
            <pc:sldMk cId="788348263" sldId="267"/>
            <ac:graphicFrameMk id="6" creationId="{FAC56236-2B39-4C30-BBF8-2C53C9A138B5}"/>
          </ac:graphicFrameMkLst>
        </pc:graphicFrameChg>
        <pc:graphicFrameChg chg="add mod modGraphic">
          <ac:chgData name="하권" userId="546ba1eaca679e52" providerId="LiveId" clId="{1246CB15-0479-45DB-9430-22AE0D0A67C3}" dt="2021-03-28T16:10:51.348" v="8234"/>
          <ac:graphicFrameMkLst>
            <pc:docMk/>
            <pc:sldMk cId="788348263" sldId="267"/>
            <ac:graphicFrameMk id="10" creationId="{8532F7D8-C45B-41F2-B8FF-F73A1673AA48}"/>
          </ac:graphicFrameMkLst>
        </pc:graphicFrameChg>
        <pc:picChg chg="mod">
          <ac:chgData name="하권" userId="546ba1eaca679e52" providerId="LiveId" clId="{1246CB15-0479-45DB-9430-22AE0D0A67C3}" dt="2021-03-28T16:10:51.348" v="8234"/>
          <ac:picMkLst>
            <pc:docMk/>
            <pc:sldMk cId="788348263" sldId="267"/>
            <ac:picMk id="5" creationId="{D95506AC-A1A1-4668-AF3A-13B9D1916F8A}"/>
          </ac:picMkLst>
        </pc:picChg>
      </pc:sldChg>
      <pc:sldChg chg="modSp">
        <pc:chgData name="하권" userId="546ba1eaca679e52" providerId="LiveId" clId="{1246CB15-0479-45DB-9430-22AE0D0A67C3}" dt="2021-03-28T16:10:51.348" v="8234"/>
        <pc:sldMkLst>
          <pc:docMk/>
          <pc:sldMk cId="4215930437" sldId="268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4215930437" sldId="268"/>
            <ac:spMk id="2" creationId="{FDD98238-20C7-4F7C-8A86-37DFF86F31E3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4215930437" sldId="268"/>
            <ac:picMk id="4" creationId="{2D4EFEFB-8BB9-4840-A653-37DD7E6B32AE}"/>
          </ac:picMkLst>
        </pc:picChg>
      </pc:sldChg>
      <pc:sldChg chg="modSp mod">
        <pc:chgData name="하권" userId="546ba1eaca679e52" providerId="LiveId" clId="{1246CB15-0479-45DB-9430-22AE0D0A67C3}" dt="2021-03-28T16:10:51.348" v="8234"/>
        <pc:sldMkLst>
          <pc:docMk/>
          <pc:sldMk cId="2062435692" sldId="269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2" creationId="{FEA8BD43-30EB-4F25-A155-B8F46533B5F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3" creationId="{58C784A5-6695-45D3-A855-5CEE54C8D71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6" creationId="{7097C09E-E606-461C-9933-4ECA6AD80E7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7" creationId="{92A60EDB-5770-4989-9560-6137436A1957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8" creationId="{1D99505C-6EBE-4E1D-9E35-2571C97F4BFD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11" creationId="{D02E90B3-A796-4721-8BE8-718212D56D9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12" creationId="{6758A2B6-9088-486B-8442-4AF7DEE7710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13" creationId="{B31DB985-6DB5-46AC-AB12-B129F57976B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62435692" sldId="269"/>
            <ac:spMk id="17" creationId="{ABF0EAA4-813C-4CAB-85A1-93E6CC5EDB3F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2062435692" sldId="269"/>
            <ac:picMk id="4" creationId="{FB7F5A5B-D1A6-4E02-B5B5-1BF6EAECD2EC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2062435692" sldId="269"/>
            <ac:picMk id="5" creationId="{9CD2594F-0805-4C19-A389-1710F01DF08A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2062435692" sldId="269"/>
            <ac:picMk id="9" creationId="{CBABB6DF-45BD-44C5-B4D2-D0B218299802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2062435692" sldId="269"/>
            <ac:picMk id="10" creationId="{D5E6F1B4-99CA-4A35-B78F-AD5737D943BA}"/>
          </ac:picMkLst>
        </pc:pic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2062435692" sldId="269"/>
            <ac:cxnSpMk id="14" creationId="{F8158C33-075E-4170-AE6E-15EEAF74BC31}"/>
          </ac:cxnSpMkLst>
        </pc:cxn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2062435692" sldId="269"/>
            <ac:cxnSpMk id="15" creationId="{8398C4AB-C71C-4686-BC09-C8E2675C5089}"/>
          </ac:cxnSpMkLst>
        </pc:cxn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2062435692" sldId="269"/>
            <ac:cxnSpMk id="16" creationId="{F7D528C9-2ACE-405F-9BB5-D55017AC5528}"/>
          </ac:cxnSpMkLst>
        </pc:cxnChg>
      </pc:sldChg>
      <pc:sldChg chg="delSp modSp mod">
        <pc:chgData name="하권" userId="546ba1eaca679e52" providerId="LiveId" clId="{1246CB15-0479-45DB-9430-22AE0D0A67C3}" dt="2021-03-28T16:10:51.348" v="8234"/>
        <pc:sldMkLst>
          <pc:docMk/>
          <pc:sldMk cId="1298359051" sldId="270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298359051" sldId="270"/>
            <ac:spMk id="2" creationId="{04F4445B-2A76-4139-AEEA-F550CBA11B6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298359051" sldId="270"/>
            <ac:spMk id="5" creationId="{41253E8A-B466-40CB-9EBE-ACE3FF97D364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298359051" sldId="270"/>
            <ac:spMk id="7" creationId="{2D8A7280-E9CD-4489-92C7-90579A73BD51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298359051" sldId="270"/>
            <ac:spMk id="8" creationId="{37256A19-A397-4AA4-859D-C8F15D21412F}"/>
          </ac:spMkLst>
        </pc:spChg>
        <pc:spChg chg="del mod">
          <ac:chgData name="하권" userId="546ba1eaca679e52" providerId="LiveId" clId="{1246CB15-0479-45DB-9430-22AE0D0A67C3}" dt="2021-03-28T10:50:58.936" v="1146" actId="478"/>
          <ac:spMkLst>
            <pc:docMk/>
            <pc:sldMk cId="1298359051" sldId="270"/>
            <ac:spMk id="10" creationId="{ADC72A03-607B-4A7E-B796-208B09F31896}"/>
          </ac:spMkLst>
        </pc:spChg>
        <pc:spChg chg="del mod">
          <ac:chgData name="하권" userId="546ba1eaca679e52" providerId="LiveId" clId="{1246CB15-0479-45DB-9430-22AE0D0A67C3}" dt="2021-03-28T10:50:59.596" v="1147" actId="478"/>
          <ac:spMkLst>
            <pc:docMk/>
            <pc:sldMk cId="1298359051" sldId="270"/>
            <ac:spMk id="11" creationId="{8214C850-8EA6-4A20-A14B-3FD2EE46A7E2}"/>
          </ac:spMkLst>
        </pc:spChg>
        <pc:spChg chg="del mod">
          <ac:chgData name="하권" userId="546ba1eaca679e52" providerId="LiveId" clId="{1246CB15-0479-45DB-9430-22AE0D0A67C3}" dt="2021-03-28T10:51:00.057" v="1148" actId="478"/>
          <ac:spMkLst>
            <pc:docMk/>
            <pc:sldMk cId="1298359051" sldId="270"/>
            <ac:spMk id="12" creationId="{CD831C21-E818-4761-A969-BCFBCFD4C82C}"/>
          </ac:spMkLst>
        </pc:spChg>
        <pc:spChg chg="del">
          <ac:chgData name="하권" userId="546ba1eaca679e52" providerId="LiveId" clId="{1246CB15-0479-45DB-9430-22AE0D0A67C3}" dt="2021-03-28T10:51:00.555" v="1149" actId="478"/>
          <ac:spMkLst>
            <pc:docMk/>
            <pc:sldMk cId="1298359051" sldId="270"/>
            <ac:spMk id="13" creationId="{AEFED94B-F60F-4F0F-8A68-13B9960E7868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1298359051" sldId="270"/>
            <ac:picMk id="6" creationId="{E882E786-6D84-45F9-86B2-54408CEBB64C}"/>
          </ac:picMkLst>
        </pc:picChg>
        <pc:picChg chg="del">
          <ac:chgData name="하권" userId="546ba1eaca679e52" providerId="LiveId" clId="{1246CB15-0479-45DB-9430-22AE0D0A67C3}" dt="2021-03-28T10:50:58.009" v="1145" actId="478"/>
          <ac:picMkLst>
            <pc:docMk/>
            <pc:sldMk cId="1298359051" sldId="270"/>
            <ac:picMk id="9" creationId="{9D78454D-9886-4CEB-B78E-041338DB7736}"/>
          </ac:picMkLst>
        </pc:picChg>
      </pc:sldChg>
      <pc:sldChg chg="addSp delSp modSp mod">
        <pc:chgData name="하권" userId="546ba1eaca679e52" providerId="LiveId" clId="{1246CB15-0479-45DB-9430-22AE0D0A67C3}" dt="2021-03-28T16:10:51.348" v="8234"/>
        <pc:sldMkLst>
          <pc:docMk/>
          <pc:sldMk cId="1715606858" sldId="271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715606858" sldId="271"/>
            <ac:spMk id="2" creationId="{6097E022-6BD7-4A69-8810-5FDED259DA71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715606858" sldId="271"/>
            <ac:spMk id="3" creationId="{741E31FA-1529-4D83-ACB0-E1C92DB8251A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715606858" sldId="271"/>
            <ac:spMk id="6" creationId="{82EFF272-20DA-44DE-99A6-CDBD3D78C25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715606858" sldId="271"/>
            <ac:spMk id="7" creationId="{D3817A1E-49BB-493F-BBE5-63F199A2F8C2}"/>
          </ac:spMkLst>
        </pc:spChg>
        <pc:spChg chg="del">
          <ac:chgData name="하권" userId="546ba1eaca679e52" providerId="LiveId" clId="{1246CB15-0479-45DB-9430-22AE0D0A67C3}" dt="2021-03-28T10:50:13.320" v="1135" actId="478"/>
          <ac:spMkLst>
            <pc:docMk/>
            <pc:sldMk cId="1715606858" sldId="271"/>
            <ac:spMk id="8" creationId="{E99BCA31-6495-4FC4-96C3-D127CD127A4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715606858" sldId="271"/>
            <ac:spMk id="10" creationId="{0F7A5389-1393-454D-8F50-3BBD0125DA08}"/>
          </ac:spMkLst>
        </pc:spChg>
        <pc:spChg chg="add mod ord">
          <ac:chgData name="하권" userId="546ba1eaca679e52" providerId="LiveId" clId="{1246CB15-0479-45DB-9430-22AE0D0A67C3}" dt="2021-03-28T16:10:51.348" v="8234"/>
          <ac:spMkLst>
            <pc:docMk/>
            <pc:sldMk cId="1715606858" sldId="271"/>
            <ac:spMk id="12" creationId="{63611C0C-DF2B-4B79-9F36-A62AA5223587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1715606858" sldId="271"/>
            <ac:picMk id="4" creationId="{85D85949-3802-43D3-9E9B-D119FB33CB09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1715606858" sldId="271"/>
            <ac:picMk id="5" creationId="{36B30E54-C427-40FD-8536-A4E0CF6FE33A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1715606858" sldId="271"/>
            <ac:picMk id="9" creationId="{2718408D-43CA-4845-A28F-A265805AA711}"/>
          </ac:picMkLst>
        </pc:picChg>
      </pc:sldChg>
      <pc:sldChg chg="modSp mod">
        <pc:chgData name="하권" userId="546ba1eaca679e52" providerId="LiveId" clId="{1246CB15-0479-45DB-9430-22AE0D0A67C3}" dt="2021-03-28T16:10:51.348" v="8234"/>
        <pc:sldMkLst>
          <pc:docMk/>
          <pc:sldMk cId="561206569" sldId="272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561206569" sldId="272"/>
            <ac:spMk id="2" creationId="{6EDC826D-237C-4CBF-AC23-5D0AA2DE0D9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561206569" sldId="272"/>
            <ac:spMk id="3" creationId="{C306FD41-3B03-456D-B410-81553F7A48A1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561206569" sldId="272"/>
            <ac:spMk id="8" creationId="{2B6FCA0F-0F84-4871-AACE-264B2DD1F76D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561206569" sldId="272"/>
            <ac:picMk id="4" creationId="{274A2F60-E3E8-4365-9896-38EA4875769D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561206569" sldId="272"/>
            <ac:picMk id="5" creationId="{7A848F42-D847-442D-8A2C-1634E492D6E7}"/>
          </ac:picMkLst>
        </pc:pic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561206569" sldId="272"/>
            <ac:cxnSpMk id="6" creationId="{A1E01496-F797-489B-B3BF-BA5AF759EA74}"/>
          </ac:cxnSpMkLst>
        </pc:cxn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561206569" sldId="272"/>
            <ac:cxnSpMk id="7" creationId="{D4F89AD5-78F5-4DA6-BFAC-2B0771573907}"/>
          </ac:cxnSpMkLst>
        </pc:cxnChg>
      </pc:sldChg>
      <pc:sldChg chg="addSp delSp modSp mod">
        <pc:chgData name="하권" userId="546ba1eaca679e52" providerId="LiveId" clId="{1246CB15-0479-45DB-9430-22AE0D0A67C3}" dt="2021-03-28T16:10:51.348" v="8234"/>
        <pc:sldMkLst>
          <pc:docMk/>
          <pc:sldMk cId="233574822" sldId="273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3" creationId="{8482A9C5-C5A4-407C-8433-43CEBC55556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7" creationId="{F97C1332-4E92-4011-A661-221941C88EAC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8" creationId="{8B299BAB-DA9A-43F5-A754-6F62001C544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13" creationId="{938EA0BA-3638-4209-A612-C441661930DE}"/>
          </ac:spMkLst>
        </pc:spChg>
        <pc:spChg chg="mod or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15" creationId="{FD48D147-65B1-475D-8020-913F42FEFA2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18" creationId="{4DEAEA76-2BF2-4679-88EE-ABF3E55AA5B0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19" creationId="{9DDDE660-C5E0-47DA-A0DD-57B53A2D0883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33574822" sldId="273"/>
            <ac:spMk id="20" creationId="{89347503-8C44-4112-8AA9-C24847D9BC36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233574822" sldId="273"/>
            <ac:picMk id="4" creationId="{8B30DE81-EB62-47BE-93BE-557B5FA8E116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233574822" sldId="273"/>
            <ac:picMk id="5" creationId="{94A075C7-E8EB-4F6C-901F-F2B328AA96A4}"/>
          </ac:picMkLst>
        </pc:picChg>
        <pc:picChg chg="del">
          <ac:chgData name="하권" userId="546ba1eaca679e52" providerId="LiveId" clId="{1246CB15-0479-45DB-9430-22AE0D0A67C3}" dt="2021-03-28T10:44:53.456" v="934" actId="478"/>
          <ac:picMkLst>
            <pc:docMk/>
            <pc:sldMk cId="233574822" sldId="273"/>
            <ac:picMk id="10" creationId="{7D8A102B-C354-4A28-A63C-0413772D03B2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233574822" sldId="273"/>
            <ac:picMk id="11" creationId="{023A198F-E990-41F2-8B2F-387D1672701B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233574822" sldId="273"/>
            <ac:picMk id="16" creationId="{07FC5A42-A3BE-414C-AE1D-14FACF255854}"/>
          </ac:picMkLst>
        </pc:pic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233574822" sldId="273"/>
            <ac:picMk id="17" creationId="{EB418E54-D18E-40D7-A222-6E3DACC1F6CE}"/>
          </ac:picMkLst>
        </pc:picChg>
        <pc:picChg chg="add del mod">
          <ac:chgData name="하권" userId="546ba1eaca679e52" providerId="LiveId" clId="{1246CB15-0479-45DB-9430-22AE0D0A67C3}" dt="2021-03-28T10:44:19.181" v="933" actId="478"/>
          <ac:picMkLst>
            <pc:docMk/>
            <pc:sldMk cId="233574822" sldId="273"/>
            <ac:picMk id="21" creationId="{1A670670-FAE7-40C1-850C-1CDB180AECBA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233574822" sldId="273"/>
            <ac:picMk id="22" creationId="{2A4C964D-0959-4846-8376-63CE15193363}"/>
          </ac:picMkLst>
        </pc:pic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233574822" sldId="273"/>
            <ac:cxnSpMk id="9" creationId="{CC381FB4-B280-4220-9BA3-18514330051A}"/>
          </ac:cxnSpMkLst>
        </pc:cxn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233574822" sldId="273"/>
            <ac:cxnSpMk id="14" creationId="{798AD131-DE29-4B6D-8F5A-58FC80AF4996}"/>
          </ac:cxnSpMkLst>
        </pc:cxn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233574822" sldId="273"/>
            <ac:cxnSpMk id="23" creationId="{EDD6D4CD-B41E-401E-A2A4-DE1D64B0CA21}"/>
          </ac:cxnSpMkLst>
        </pc:cxnChg>
      </pc:sldChg>
      <pc:sldChg chg="modSp">
        <pc:chgData name="하권" userId="546ba1eaca679e52" providerId="LiveId" clId="{1246CB15-0479-45DB-9430-22AE0D0A67C3}" dt="2021-03-28T16:10:51.348" v="8234"/>
        <pc:sldMkLst>
          <pc:docMk/>
          <pc:sldMk cId="2515324483" sldId="274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515324483" sldId="274"/>
            <ac:spMk id="2" creationId="{46F58CBD-B244-43D9-A426-0E3768C04C6A}"/>
          </ac:spMkLst>
        </pc:spChg>
        <pc:graphicFrameChg chg="mod">
          <ac:chgData name="하권" userId="546ba1eaca679e52" providerId="LiveId" clId="{1246CB15-0479-45DB-9430-22AE0D0A67C3}" dt="2021-03-28T16:10:51.348" v="8234"/>
          <ac:graphicFrameMkLst>
            <pc:docMk/>
            <pc:sldMk cId="2515324483" sldId="274"/>
            <ac:graphicFrameMk id="3" creationId="{7089B6E8-3117-46BE-83F9-673D9166D4D6}"/>
          </ac:graphicFrameMkLst>
        </pc:graphicFrame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1680402443" sldId="275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2" creationId="{EE2B08CB-5A2A-4F3B-8717-FE4156E34E2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3" creationId="{35C2BDAB-AB53-45A5-954E-5DBC605999E3}"/>
          </ac:spMkLst>
        </pc:spChg>
        <pc:spChg chg="del">
          <ac:chgData name="하권" userId="546ba1eaca679e52" providerId="LiveId" clId="{1246CB15-0479-45DB-9430-22AE0D0A67C3}" dt="2021-03-28T03:28:56.336" v="93" actId="478"/>
          <ac:spMkLst>
            <pc:docMk/>
            <pc:sldMk cId="1680402443" sldId="275"/>
            <ac:spMk id="5" creationId="{EEF00F81-CCC1-4E27-9628-46D927AAE3A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7" creationId="{51E21243-4C67-45FB-8089-A6D4DAA2AE49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8" creationId="{33D797EE-0E12-452D-901B-273DC30B6043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10" creationId="{03226D26-2A71-49A6-A8DC-EC2A585B6B87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11" creationId="{FA9A5B9D-985B-41AD-8F41-5467B7CDDA0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13" creationId="{045D704D-BF3E-4A7D-B084-B8F978355C64}"/>
          </ac:spMkLst>
        </pc:spChg>
        <pc:spChg chg="del">
          <ac:chgData name="하권" userId="546ba1eaca679e52" providerId="LiveId" clId="{1246CB15-0479-45DB-9430-22AE0D0A67C3}" dt="2021-03-28T03:29:01.198" v="96" actId="478"/>
          <ac:spMkLst>
            <pc:docMk/>
            <pc:sldMk cId="1680402443" sldId="275"/>
            <ac:spMk id="14" creationId="{74418142-945F-4721-A71B-C092D39F2156}"/>
          </ac:spMkLst>
        </pc:spChg>
        <pc:spChg chg="del">
          <ac:chgData name="하권" userId="546ba1eaca679e52" providerId="LiveId" clId="{1246CB15-0479-45DB-9430-22AE0D0A67C3}" dt="2021-03-28T03:29:02.439" v="98" actId="478"/>
          <ac:spMkLst>
            <pc:docMk/>
            <pc:sldMk cId="1680402443" sldId="275"/>
            <ac:spMk id="15" creationId="{7C755017-3B26-469D-A85D-AB22FEA82C2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17" creationId="{6039F13D-BC9D-4B3A-AD69-DD82A1391A29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680402443" sldId="275"/>
            <ac:spMk id="20" creationId="{8BCE7543-E2BC-4220-986E-6588ABD069D9}"/>
          </ac:spMkLst>
        </pc:spChg>
        <pc:picChg chg="del">
          <ac:chgData name="하권" userId="546ba1eaca679e52" providerId="LiveId" clId="{1246CB15-0479-45DB-9430-22AE0D0A67C3}" dt="2021-03-28T03:28:54.517" v="92" actId="478"/>
          <ac:picMkLst>
            <pc:docMk/>
            <pc:sldMk cId="1680402443" sldId="275"/>
            <ac:picMk id="4" creationId="{9A6A9B4D-2AFF-4200-87A2-07CAA91D5088}"/>
          </ac:picMkLst>
        </pc:picChg>
        <pc:picChg chg="mod ord">
          <ac:chgData name="하권" userId="546ba1eaca679e52" providerId="LiveId" clId="{1246CB15-0479-45DB-9430-22AE0D0A67C3}" dt="2021-03-28T16:10:51.348" v="8234"/>
          <ac:picMkLst>
            <pc:docMk/>
            <pc:sldMk cId="1680402443" sldId="275"/>
            <ac:picMk id="6" creationId="{5FD21DC0-25DE-4950-A623-75940A6E6891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1680402443" sldId="275"/>
            <ac:picMk id="12" creationId="{1BE89887-6D87-43EE-8317-586C0BADF75A}"/>
          </ac:picMkLst>
        </pc:picChg>
        <pc:picChg chg="add del mod">
          <ac:chgData name="하권" userId="546ba1eaca679e52" providerId="LiveId" clId="{1246CB15-0479-45DB-9430-22AE0D0A67C3}" dt="2021-03-28T03:30:16.881" v="129"/>
          <ac:picMkLst>
            <pc:docMk/>
            <pc:sldMk cId="1680402443" sldId="275"/>
            <ac:picMk id="16" creationId="{1198DE2E-E6EB-4089-A303-2F3823132067}"/>
          </ac:picMkLst>
        </pc:pic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1680402443" sldId="275"/>
            <ac:cxnSpMk id="9" creationId="{6A7DC166-9A38-475A-A700-DA7EC62A7695}"/>
          </ac:cxnSpMkLst>
        </pc:cxnChg>
      </pc:sldChg>
      <pc:sldChg chg="delSp modSp add mod">
        <pc:chgData name="하권" userId="546ba1eaca679e52" providerId="LiveId" clId="{1246CB15-0479-45DB-9430-22AE0D0A67C3}" dt="2021-03-28T16:10:51.348" v="8234"/>
        <pc:sldMkLst>
          <pc:docMk/>
          <pc:sldMk cId="4046380125" sldId="276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4046380125" sldId="276"/>
            <ac:spMk id="2" creationId="{43F69729-2E35-4291-ACCE-C290801BF37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4046380125" sldId="276"/>
            <ac:spMk id="3" creationId="{FE47CDB8-1AC1-4D16-A896-A5B4D6A70373}"/>
          </ac:spMkLst>
        </pc:spChg>
        <pc:spChg chg="del">
          <ac:chgData name="하권" userId="546ba1eaca679e52" providerId="LiveId" clId="{1246CB15-0479-45DB-9430-22AE0D0A67C3}" dt="2021-03-28T03:27:22.401" v="65" actId="478"/>
          <ac:spMkLst>
            <pc:docMk/>
            <pc:sldMk cId="4046380125" sldId="276"/>
            <ac:spMk id="7" creationId="{0798E6C1-B2DC-4862-8321-E583FF1B5493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4046380125" sldId="276"/>
            <ac:spMk id="8" creationId="{BA910D6D-F031-4B96-B7FD-8B6D9A7ABDEC}"/>
          </ac:spMkLst>
        </pc:spChg>
        <pc:spChg chg="del">
          <ac:chgData name="하권" userId="546ba1eaca679e52" providerId="LiveId" clId="{1246CB15-0479-45DB-9430-22AE0D0A67C3}" dt="2021-03-28T03:27:21.972" v="64" actId="478"/>
          <ac:spMkLst>
            <pc:docMk/>
            <pc:sldMk cId="4046380125" sldId="276"/>
            <ac:spMk id="9" creationId="{6AB9DEFC-B6BA-4D94-B068-9F64594317FC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4046380125" sldId="276"/>
            <ac:spMk id="14" creationId="{BE60A200-5EDF-4C09-8094-7FBCD9ECC1C8}"/>
          </ac:spMkLst>
        </pc:spChg>
        <pc:picChg chg="del">
          <ac:chgData name="하권" userId="546ba1eaca679e52" providerId="LiveId" clId="{1246CB15-0479-45DB-9430-22AE0D0A67C3}" dt="2021-03-28T03:27:21.318" v="63" actId="478"/>
          <ac:picMkLst>
            <pc:docMk/>
            <pc:sldMk cId="4046380125" sldId="276"/>
            <ac:picMk id="4" creationId="{CE91156F-E993-445D-B64A-A57753DA7E0E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4046380125" sldId="276"/>
            <ac:picMk id="5" creationId="{32205AA2-A20D-47C3-90E9-D095153EED5D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4046380125" sldId="276"/>
            <ac:picMk id="6" creationId="{069AAA1A-C643-4D52-98D6-7D747092D1D5}"/>
          </ac:picMkLst>
        </pc:pic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4046380125" sldId="276"/>
            <ac:cxnSpMk id="10" creationId="{41185818-5830-4117-A459-C39668F60893}"/>
          </ac:cxnSpMkLst>
        </pc:cxnChg>
        <pc:cxnChg chg="mod">
          <ac:chgData name="하권" userId="546ba1eaca679e52" providerId="LiveId" clId="{1246CB15-0479-45DB-9430-22AE0D0A67C3}" dt="2021-03-28T16:10:51.348" v="8234"/>
          <ac:cxnSpMkLst>
            <pc:docMk/>
            <pc:sldMk cId="4046380125" sldId="276"/>
            <ac:cxnSpMk id="15" creationId="{C2884C8D-559F-40D5-A6CF-FEEBDA4B734C}"/>
          </ac:cxnSpMkLst>
        </pc:cxnChg>
      </pc:sldChg>
      <pc:sldChg chg="delSp modSp add mod">
        <pc:chgData name="하권" userId="546ba1eaca679e52" providerId="LiveId" clId="{1246CB15-0479-45DB-9430-22AE0D0A67C3}" dt="2021-03-28T16:10:51.348" v="8234"/>
        <pc:sldMkLst>
          <pc:docMk/>
          <pc:sldMk cId="1469293776" sldId="277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469293776" sldId="277"/>
            <ac:spMk id="2" creationId="{AA97D24A-FBB8-4F74-A173-E782BC56E659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469293776" sldId="277"/>
            <ac:spMk id="3" creationId="{CE86E934-9F54-4488-B07F-5738DE1F149A}"/>
          </ac:spMkLst>
        </pc:spChg>
        <pc:spChg chg="del">
          <ac:chgData name="하권" userId="546ba1eaca679e52" providerId="LiveId" clId="{1246CB15-0479-45DB-9430-22AE0D0A67C3}" dt="2021-03-28T03:45:14.844" v="326" actId="478"/>
          <ac:spMkLst>
            <pc:docMk/>
            <pc:sldMk cId="1469293776" sldId="277"/>
            <ac:spMk id="5" creationId="{EA0D2AC1-E615-4993-AA7E-CE2786D20EEB}"/>
          </ac:spMkLst>
        </pc:spChg>
        <pc:spChg chg="del">
          <ac:chgData name="하권" userId="546ba1eaca679e52" providerId="LiveId" clId="{1246CB15-0479-45DB-9430-22AE0D0A67C3}" dt="2021-03-28T03:45:08.699" v="322" actId="478"/>
          <ac:spMkLst>
            <pc:docMk/>
            <pc:sldMk cId="1469293776" sldId="277"/>
            <ac:spMk id="6" creationId="{22D68254-F6C6-429B-AEE1-CB636BB63AB8}"/>
          </ac:spMkLst>
        </pc:spChg>
        <pc:spChg chg="del">
          <ac:chgData name="하권" userId="546ba1eaca679e52" providerId="LiveId" clId="{1246CB15-0479-45DB-9430-22AE0D0A67C3}" dt="2021-03-28T03:45:12.811" v="324" actId="478"/>
          <ac:spMkLst>
            <pc:docMk/>
            <pc:sldMk cId="1469293776" sldId="277"/>
            <ac:spMk id="7" creationId="{BA25B39C-8806-4E4F-870E-4E83E8D0856D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469293776" sldId="277"/>
            <ac:spMk id="8" creationId="{C7E58808-D73F-432A-826A-D505EB6A71DE}"/>
          </ac:spMkLst>
        </pc:spChg>
        <pc:spChg chg="del">
          <ac:chgData name="하권" userId="546ba1eaca679e52" providerId="LiveId" clId="{1246CB15-0479-45DB-9430-22AE0D0A67C3}" dt="2021-03-28T03:45:16.005" v="327" actId="478"/>
          <ac:spMkLst>
            <pc:docMk/>
            <pc:sldMk cId="1469293776" sldId="277"/>
            <ac:spMk id="9" creationId="{75C2BE5E-43CE-441C-9561-BD61C30831DB}"/>
          </ac:spMkLst>
        </pc:spChg>
        <pc:spChg chg="del">
          <ac:chgData name="하권" userId="546ba1eaca679e52" providerId="LiveId" clId="{1246CB15-0479-45DB-9430-22AE0D0A67C3}" dt="2021-03-28T03:45:13.988" v="325" actId="478"/>
          <ac:spMkLst>
            <pc:docMk/>
            <pc:sldMk cId="1469293776" sldId="277"/>
            <ac:spMk id="10" creationId="{C186E705-6E29-4B11-8426-04ECDFAEB8CF}"/>
          </ac:spMkLst>
        </pc:spChg>
        <pc:spChg chg="del">
          <ac:chgData name="하권" userId="546ba1eaca679e52" providerId="LiveId" clId="{1246CB15-0479-45DB-9430-22AE0D0A67C3}" dt="2021-03-28T03:45:11.397" v="323" actId="478"/>
          <ac:spMkLst>
            <pc:docMk/>
            <pc:sldMk cId="1469293776" sldId="277"/>
            <ac:spMk id="11" creationId="{DEEE7A58-CC47-4D5C-BB7A-58EF9AAAE2D4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469293776" sldId="277"/>
            <ac:spMk id="12" creationId="{14FC6ACC-8DA1-4713-9E3A-35B9B0930E9E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469293776" sldId="277"/>
            <ac:spMk id="13" creationId="{62F86E13-5D38-4B14-B87B-9365871A5BE4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469293776" sldId="277"/>
            <ac:spMk id="14" creationId="{C40D2C73-0564-4F5D-8505-1BA1A18EA3A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469293776" sldId="277"/>
            <ac:spMk id="15" creationId="{ED72D84E-E23B-4468-A3FA-F490DE8DCC5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469293776" sldId="277"/>
            <ac:spMk id="16" creationId="{B3D45BCC-5ADC-477A-BDDA-D3CF8B618A2B}"/>
          </ac:spMkLst>
        </pc:spChg>
        <pc:graphicFrameChg chg="mod modGraphic">
          <ac:chgData name="하권" userId="546ba1eaca679e52" providerId="LiveId" clId="{1246CB15-0479-45DB-9430-22AE0D0A67C3}" dt="2021-03-28T16:10:51.348" v="8234"/>
          <ac:graphicFrameMkLst>
            <pc:docMk/>
            <pc:sldMk cId="1469293776" sldId="277"/>
            <ac:graphicFrameMk id="23" creationId="{43B23105-51C7-48DD-9A89-F27E217D50A0}"/>
          </ac:graphicFrameMkLst>
        </pc:graphicFrameChg>
        <pc:picChg chg="mod ord">
          <ac:chgData name="하권" userId="546ba1eaca679e52" providerId="LiveId" clId="{1246CB15-0479-45DB-9430-22AE0D0A67C3}" dt="2021-03-28T16:10:51.348" v="8234"/>
          <ac:picMkLst>
            <pc:docMk/>
            <pc:sldMk cId="1469293776" sldId="277"/>
            <ac:picMk id="4" creationId="{A73C4FA9-E689-4B6E-920C-636CBFCD71D4}"/>
          </ac:picMkLst>
        </pc:picChg>
      </pc:sldChg>
      <pc:sldChg chg="add del">
        <pc:chgData name="하권" userId="546ba1eaca679e52" providerId="LiveId" clId="{1246CB15-0479-45DB-9430-22AE0D0A67C3}" dt="2021-03-28T03:28:39.679" v="88" actId="47"/>
        <pc:sldMkLst>
          <pc:docMk/>
          <pc:sldMk cId="2948797304" sldId="277"/>
        </pc:sldMkLst>
      </pc:sldChg>
      <pc:sldChg chg="add del">
        <pc:chgData name="하권" userId="546ba1eaca679e52" providerId="LiveId" clId="{1246CB15-0479-45DB-9430-22AE0D0A67C3}" dt="2021-03-28T03:28:48.978" v="91" actId="47"/>
        <pc:sldMkLst>
          <pc:docMk/>
          <pc:sldMk cId="4279237604" sldId="277"/>
        </pc:sldMkLst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1910134107" sldId="278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910134107" sldId="278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910134107" sldId="278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0:47:09.282" v="965" actId="478"/>
          <ac:spMkLst>
            <pc:docMk/>
            <pc:sldMk cId="1910134107" sldId="278"/>
            <ac:spMk id="7" creationId="{F97C1332-4E92-4011-A661-221941C88EAC}"/>
          </ac:spMkLst>
        </pc:spChg>
        <pc:spChg chg="del">
          <ac:chgData name="하권" userId="546ba1eaca679e52" providerId="LiveId" clId="{1246CB15-0479-45DB-9430-22AE0D0A67C3}" dt="2021-03-28T10:47:09.282" v="965" actId="478"/>
          <ac:spMkLst>
            <pc:docMk/>
            <pc:sldMk cId="1910134107" sldId="278"/>
            <ac:spMk id="8" creationId="{8B299BAB-DA9A-43F5-A754-6F62001C544F}"/>
          </ac:spMkLst>
        </pc:spChg>
        <pc:spChg chg="del">
          <ac:chgData name="하권" userId="546ba1eaca679e52" providerId="LiveId" clId="{1246CB15-0479-45DB-9430-22AE0D0A67C3}" dt="2021-03-28T10:47:09.282" v="965" actId="478"/>
          <ac:spMkLst>
            <pc:docMk/>
            <pc:sldMk cId="1910134107" sldId="278"/>
            <ac:spMk id="13" creationId="{938EA0BA-3638-4209-A612-C441661930DE}"/>
          </ac:spMkLst>
        </pc:spChg>
        <pc:spChg chg="del">
          <ac:chgData name="하권" userId="546ba1eaca679e52" providerId="LiveId" clId="{1246CB15-0479-45DB-9430-22AE0D0A67C3}" dt="2021-03-28T10:47:09.282" v="965" actId="478"/>
          <ac:spMkLst>
            <pc:docMk/>
            <pc:sldMk cId="1910134107" sldId="278"/>
            <ac:spMk id="15" creationId="{FD48D147-65B1-475D-8020-913F42FEFA26}"/>
          </ac:spMkLst>
        </pc:spChg>
        <pc:spChg chg="del">
          <ac:chgData name="하권" userId="546ba1eaca679e52" providerId="LiveId" clId="{1246CB15-0479-45DB-9430-22AE0D0A67C3}" dt="2021-03-28T10:47:09.282" v="965" actId="478"/>
          <ac:spMkLst>
            <pc:docMk/>
            <pc:sldMk cId="1910134107" sldId="278"/>
            <ac:spMk id="18" creationId="{4DEAEA76-2BF2-4679-88EE-ABF3E55AA5B0}"/>
          </ac:spMkLst>
        </pc:spChg>
        <pc:spChg chg="del">
          <ac:chgData name="하권" userId="546ba1eaca679e52" providerId="LiveId" clId="{1246CB15-0479-45DB-9430-22AE0D0A67C3}" dt="2021-03-28T10:47:09.282" v="965" actId="478"/>
          <ac:spMkLst>
            <pc:docMk/>
            <pc:sldMk cId="1910134107" sldId="278"/>
            <ac:spMk id="19" creationId="{9DDDE660-C5E0-47DA-A0DD-57B53A2D0883}"/>
          </ac:spMkLst>
        </pc:spChg>
        <pc:spChg chg="del">
          <ac:chgData name="하권" userId="546ba1eaca679e52" providerId="LiveId" clId="{1246CB15-0479-45DB-9430-22AE0D0A67C3}" dt="2021-03-28T10:47:09.282" v="965" actId="478"/>
          <ac:spMkLst>
            <pc:docMk/>
            <pc:sldMk cId="1910134107" sldId="278"/>
            <ac:spMk id="20" creationId="{89347503-8C44-4112-8AA9-C24847D9BC36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910134107" sldId="278"/>
            <ac:spMk id="24" creationId="{DAD2BECE-6E44-4274-8B08-798D871CA721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910134107" sldId="278"/>
            <ac:spMk id="26" creationId="{B594633D-D490-4503-AC46-2FC784F552B1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910134107" sldId="278"/>
            <ac:spMk id="29" creationId="{83BE69DD-DEA5-408C-8AA7-D4BCA785C190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910134107" sldId="278"/>
            <ac:spMk id="30" creationId="{D0E9E2C7-63C1-4E5E-BA25-F29E40DA5100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910134107" sldId="278"/>
            <ac:spMk id="31" creationId="{026D1827-571A-4C7E-869B-A929ABB87400}"/>
          </ac:spMkLst>
        </pc:spChg>
        <pc:picChg chg="del">
          <ac:chgData name="하권" userId="546ba1eaca679e52" providerId="LiveId" clId="{1246CB15-0479-45DB-9430-22AE0D0A67C3}" dt="2021-03-28T10:47:09.282" v="965" actId="478"/>
          <ac:picMkLst>
            <pc:docMk/>
            <pc:sldMk cId="1910134107" sldId="278"/>
            <ac:picMk id="4" creationId="{8B30DE81-EB62-47BE-93BE-557B5FA8E116}"/>
          </ac:picMkLst>
        </pc:picChg>
        <pc:picChg chg="del">
          <ac:chgData name="하권" userId="546ba1eaca679e52" providerId="LiveId" clId="{1246CB15-0479-45DB-9430-22AE0D0A67C3}" dt="2021-03-28T10:47:09.282" v="965" actId="478"/>
          <ac:picMkLst>
            <pc:docMk/>
            <pc:sldMk cId="1910134107" sldId="278"/>
            <ac:picMk id="5" creationId="{94A075C7-E8EB-4F6C-901F-F2B328AA96A4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910134107" sldId="278"/>
            <ac:picMk id="10" creationId="{74D6EF89-DE36-4226-A7D3-EE02A0CB2348}"/>
          </ac:picMkLst>
        </pc:picChg>
        <pc:picChg chg="del">
          <ac:chgData name="하권" userId="546ba1eaca679e52" providerId="LiveId" clId="{1246CB15-0479-45DB-9430-22AE0D0A67C3}" dt="2021-03-28T10:47:09.282" v="965" actId="478"/>
          <ac:picMkLst>
            <pc:docMk/>
            <pc:sldMk cId="1910134107" sldId="278"/>
            <ac:picMk id="11" creationId="{023A198F-E990-41F2-8B2F-387D1672701B}"/>
          </ac:picMkLst>
        </pc:picChg>
        <pc:picChg chg="del">
          <ac:chgData name="하권" userId="546ba1eaca679e52" providerId="LiveId" clId="{1246CB15-0479-45DB-9430-22AE0D0A67C3}" dt="2021-03-28T10:47:09.282" v="965" actId="478"/>
          <ac:picMkLst>
            <pc:docMk/>
            <pc:sldMk cId="1910134107" sldId="278"/>
            <ac:picMk id="16" creationId="{07FC5A42-A3BE-414C-AE1D-14FACF255854}"/>
          </ac:picMkLst>
        </pc:picChg>
        <pc:picChg chg="del">
          <ac:chgData name="하권" userId="546ba1eaca679e52" providerId="LiveId" clId="{1246CB15-0479-45DB-9430-22AE0D0A67C3}" dt="2021-03-28T10:47:09.282" v="965" actId="478"/>
          <ac:picMkLst>
            <pc:docMk/>
            <pc:sldMk cId="1910134107" sldId="278"/>
            <ac:picMk id="17" creationId="{EB418E54-D18E-40D7-A222-6E3DACC1F6CE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910134107" sldId="278"/>
            <ac:picMk id="21" creationId="{F54EAB52-0DDB-4A4E-A54D-4B05494575B1}"/>
          </ac:picMkLst>
        </pc:picChg>
        <pc:picChg chg="del">
          <ac:chgData name="하권" userId="546ba1eaca679e52" providerId="LiveId" clId="{1246CB15-0479-45DB-9430-22AE0D0A67C3}" dt="2021-03-28T10:47:09.282" v="965" actId="478"/>
          <ac:picMkLst>
            <pc:docMk/>
            <pc:sldMk cId="1910134107" sldId="278"/>
            <ac:picMk id="22" creationId="{2A4C964D-0959-4846-8376-63CE15193363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910134107" sldId="278"/>
            <ac:picMk id="28" creationId="{A69C62BB-AF97-4E15-8674-BE717A4E15F0}"/>
          </ac:picMkLst>
        </pc:picChg>
        <pc:cxnChg chg="del mod">
          <ac:chgData name="하권" userId="546ba1eaca679e52" providerId="LiveId" clId="{1246CB15-0479-45DB-9430-22AE0D0A67C3}" dt="2021-03-28T10:47:09.282" v="965" actId="478"/>
          <ac:cxnSpMkLst>
            <pc:docMk/>
            <pc:sldMk cId="1910134107" sldId="278"/>
            <ac:cxnSpMk id="9" creationId="{CC381FB4-B280-4220-9BA3-18514330051A}"/>
          </ac:cxnSpMkLst>
        </pc:cxnChg>
        <pc:cxnChg chg="del">
          <ac:chgData name="하권" userId="546ba1eaca679e52" providerId="LiveId" clId="{1246CB15-0479-45DB-9430-22AE0D0A67C3}" dt="2021-03-28T10:47:09.282" v="965" actId="478"/>
          <ac:cxnSpMkLst>
            <pc:docMk/>
            <pc:sldMk cId="1910134107" sldId="278"/>
            <ac:cxnSpMk id="14" creationId="{798AD131-DE29-4B6D-8F5A-58FC80AF4996}"/>
          </ac:cxnSpMkLst>
        </pc:cxnChg>
        <pc:cxnChg chg="del mod">
          <ac:chgData name="하권" userId="546ba1eaca679e52" providerId="LiveId" clId="{1246CB15-0479-45DB-9430-22AE0D0A67C3}" dt="2021-03-28T10:47:09.282" v="965" actId="478"/>
          <ac:cxnSpMkLst>
            <pc:docMk/>
            <pc:sldMk cId="1910134107" sldId="278"/>
            <ac:cxnSpMk id="23" creationId="{EDD6D4CD-B41E-401E-A2A4-DE1D64B0CA21}"/>
          </ac:cxnSpMkLst>
        </pc:cxn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3931001333" sldId="279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931001333" sldId="279"/>
            <ac:spMk id="2" creationId="{04F4445B-2A76-4139-AEEA-F550CBA11B6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31001333" sldId="279"/>
            <ac:spMk id="5" creationId="{41253E8A-B466-40CB-9EBE-ACE3FF97D364}"/>
          </ac:spMkLst>
        </pc:spChg>
        <pc:spChg chg="del">
          <ac:chgData name="하권" userId="546ba1eaca679e52" providerId="LiveId" clId="{1246CB15-0479-45DB-9430-22AE0D0A67C3}" dt="2021-03-28T10:51:20.887" v="1159" actId="478"/>
          <ac:spMkLst>
            <pc:docMk/>
            <pc:sldMk cId="3931001333" sldId="279"/>
            <ac:spMk id="7" creationId="{2D8A7280-E9CD-4489-92C7-90579A73BD51}"/>
          </ac:spMkLst>
        </pc:spChg>
        <pc:spChg chg="del">
          <ac:chgData name="하권" userId="546ba1eaca679e52" providerId="LiveId" clId="{1246CB15-0479-45DB-9430-22AE0D0A67C3}" dt="2021-03-28T10:51:21.622" v="1160" actId="478"/>
          <ac:spMkLst>
            <pc:docMk/>
            <pc:sldMk cId="3931001333" sldId="279"/>
            <ac:spMk id="8" creationId="{37256A19-A397-4AA4-859D-C8F15D21412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31001333" sldId="279"/>
            <ac:spMk id="10" creationId="{ADC72A03-607B-4A7E-B796-208B09F3189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31001333" sldId="279"/>
            <ac:spMk id="11" creationId="{8214C850-8EA6-4A20-A14B-3FD2EE46A7E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31001333" sldId="279"/>
            <ac:spMk id="12" creationId="{CD831C21-E818-4761-A969-BCFBCFD4C82C}"/>
          </ac:spMkLst>
        </pc:spChg>
        <pc:spChg chg="del">
          <ac:chgData name="하권" userId="546ba1eaca679e52" providerId="LiveId" clId="{1246CB15-0479-45DB-9430-22AE0D0A67C3}" dt="2021-03-28T10:51:22.458" v="1161" actId="478"/>
          <ac:spMkLst>
            <pc:docMk/>
            <pc:sldMk cId="3931001333" sldId="279"/>
            <ac:spMk id="13" creationId="{AEFED94B-F60F-4F0F-8A68-13B9960E7868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931001333" sldId="279"/>
            <ac:picMk id="4" creationId="{6A04CD37-3D33-4494-BC52-B93DBFFD65DA}"/>
          </ac:picMkLst>
        </pc:picChg>
        <pc:picChg chg="del">
          <ac:chgData name="하권" userId="546ba1eaca679e52" providerId="LiveId" clId="{1246CB15-0479-45DB-9430-22AE0D0A67C3}" dt="2021-03-28T10:51:19.888" v="1158" actId="478"/>
          <ac:picMkLst>
            <pc:docMk/>
            <pc:sldMk cId="3931001333" sldId="279"/>
            <ac:picMk id="6" creationId="{E882E786-6D84-45F9-86B2-54408CEBB64C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3931001333" sldId="279"/>
            <ac:picMk id="9" creationId="{9D78454D-9886-4CEB-B78E-041338DB7736}"/>
          </ac:picMkLst>
        </pc:pic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3931001333" sldId="279"/>
            <ac:cxnSpMk id="14" creationId="{656748EF-9106-496D-B7A4-CE1416D50F61}"/>
          </ac:cxnSpMkLst>
        </pc:cxn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3931001333" sldId="279"/>
            <ac:cxnSpMk id="18" creationId="{835AE0BE-BE3E-4592-95CE-11A0C7EBD234}"/>
          </ac:cxnSpMkLst>
        </pc:cxn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3931001333" sldId="279"/>
            <ac:cxnSpMk id="19" creationId="{1BD899CD-8F6A-419D-A962-6C621C4FD7ED}"/>
          </ac:cxnSpMkLst>
        </pc:cxn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2319027376" sldId="280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319027376" sldId="280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319027376" sldId="280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319027376" sldId="280"/>
            <ac:spMk id="12" creationId="{B28FB28D-2DA0-41F5-B2FB-C943A32490E6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319027376" sldId="280"/>
            <ac:spMk id="22" creationId="{650639DC-D161-4CD8-9670-A28070C39100}"/>
          </ac:spMkLst>
        </pc:spChg>
        <pc:spChg chg="del">
          <ac:chgData name="하권" userId="546ba1eaca679e52" providerId="LiveId" clId="{1246CB15-0479-45DB-9430-22AE0D0A67C3}" dt="2021-03-28T11:03:15.773" v="1369" actId="478"/>
          <ac:spMkLst>
            <pc:docMk/>
            <pc:sldMk cId="2319027376" sldId="280"/>
            <ac:spMk id="24" creationId="{DAD2BECE-6E44-4274-8B08-798D871CA721}"/>
          </ac:spMkLst>
        </pc:spChg>
        <pc:spChg chg="del mod">
          <ac:chgData name="하권" userId="546ba1eaca679e52" providerId="LiveId" clId="{1246CB15-0479-45DB-9430-22AE0D0A67C3}" dt="2021-03-28T11:06:27.787" v="1758" actId="478"/>
          <ac:spMkLst>
            <pc:docMk/>
            <pc:sldMk cId="2319027376" sldId="280"/>
            <ac:spMk id="26" creationId="{B594633D-D490-4503-AC46-2FC784F552B1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319027376" sldId="280"/>
            <ac:spMk id="27" creationId="{64484777-6D54-4DEB-83C1-9B2D37A281FA}"/>
          </ac:spMkLst>
        </pc:spChg>
        <pc:spChg chg="del">
          <ac:chgData name="하권" userId="546ba1eaca679e52" providerId="LiveId" clId="{1246CB15-0479-45DB-9430-22AE0D0A67C3}" dt="2021-03-28T11:03:22.037" v="1375" actId="478"/>
          <ac:spMkLst>
            <pc:docMk/>
            <pc:sldMk cId="2319027376" sldId="280"/>
            <ac:spMk id="29" creationId="{83BE69DD-DEA5-408C-8AA7-D4BCA785C190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319027376" sldId="280"/>
            <ac:spMk id="30" creationId="{32EDD64A-A748-471E-A927-4DC9863233FD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319027376" sldId="280"/>
            <ac:picMk id="5" creationId="{2B542AC6-A8CE-4B35-B84A-9915AEDBFF80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319027376" sldId="280"/>
            <ac:picMk id="9" creationId="{C3E61804-8FDD-4EBF-BE38-A99E1792448A}"/>
          </ac:picMkLst>
        </pc:picChg>
        <pc:picChg chg="del">
          <ac:chgData name="하권" userId="546ba1eaca679e52" providerId="LiveId" clId="{1246CB15-0479-45DB-9430-22AE0D0A67C3}" dt="2021-03-28T11:03:14.181" v="1368" actId="478"/>
          <ac:picMkLst>
            <pc:docMk/>
            <pc:sldMk cId="2319027376" sldId="280"/>
            <ac:picMk id="10" creationId="{74D6EF89-DE36-4226-A7D3-EE02A0CB2348}"/>
          </ac:picMkLst>
        </pc:picChg>
        <pc:picChg chg="add del mod">
          <ac:chgData name="하권" userId="546ba1eaca679e52" providerId="LiveId" clId="{1246CB15-0479-45DB-9430-22AE0D0A67C3}" dt="2021-03-28T11:06:31.548" v="1759" actId="478"/>
          <ac:picMkLst>
            <pc:docMk/>
            <pc:sldMk cId="2319027376" sldId="280"/>
            <ac:picMk id="13" creationId="{E229E68D-88F7-4506-A851-66DB134A0CB8}"/>
          </ac:picMkLst>
        </pc:picChg>
        <pc:picChg chg="add del mod">
          <ac:chgData name="하권" userId="546ba1eaca679e52" providerId="LiveId" clId="{1246CB15-0479-45DB-9430-22AE0D0A67C3}" dt="2021-03-28T11:07:07.027" v="1770" actId="478"/>
          <ac:picMkLst>
            <pc:docMk/>
            <pc:sldMk cId="2319027376" sldId="280"/>
            <ac:picMk id="16" creationId="{71EB296A-D380-462B-AD26-FDA72B8233F0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319027376" sldId="280"/>
            <ac:picMk id="18" creationId="{A72AB8B4-352B-4328-AE7D-3298DA6D2270}"/>
          </ac:picMkLst>
        </pc:picChg>
        <pc:picChg chg="del">
          <ac:chgData name="하권" userId="546ba1eaca679e52" providerId="LiveId" clId="{1246CB15-0479-45DB-9430-22AE0D0A67C3}" dt="2021-03-28T11:03:21.484" v="1374" actId="478"/>
          <ac:picMkLst>
            <pc:docMk/>
            <pc:sldMk cId="2319027376" sldId="280"/>
            <ac:picMk id="21" creationId="{F54EAB52-0DDB-4A4E-A54D-4B05494575B1}"/>
          </ac:picMkLst>
        </pc:picChg>
        <pc:picChg chg="del">
          <ac:chgData name="하권" userId="546ba1eaca679e52" providerId="LiveId" clId="{1246CB15-0479-45DB-9430-22AE0D0A67C3}" dt="2021-03-28T11:03:22.436" v="1376" actId="478"/>
          <ac:picMkLst>
            <pc:docMk/>
            <pc:sldMk cId="2319027376" sldId="280"/>
            <ac:picMk id="28" creationId="{A69C62BB-AF97-4E15-8674-BE717A4E15F0}"/>
          </ac:picMkLst>
        </pc:pic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2319027376" sldId="280"/>
            <ac:cxnSpMk id="7" creationId="{F373F09F-7FE9-4CDA-9E05-2B763AEA69B2}"/>
          </ac:cxnSpMkLst>
        </pc:cxn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2319027376" sldId="280"/>
            <ac:cxnSpMk id="19" creationId="{162768D7-3227-49C1-AD85-9FD82541C2F1}"/>
          </ac:cxnSpMkLst>
        </pc:cxn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76101404" sldId="281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76101404" sldId="281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76101404" sldId="281"/>
            <ac:spMk id="3" creationId="{8482A9C5-C5A4-407C-8433-43CEBC555568}"/>
          </ac:spMkLst>
        </pc:spChg>
        <pc:spChg chg="del mod">
          <ac:chgData name="하권" userId="546ba1eaca679e52" providerId="LiveId" clId="{1246CB15-0479-45DB-9430-22AE0D0A67C3}" dt="2021-03-28T11:08:10.214" v="1790" actId="478"/>
          <ac:spMkLst>
            <pc:docMk/>
            <pc:sldMk cId="76101404" sldId="281"/>
            <ac:spMk id="12" creationId="{B28FB28D-2DA0-41F5-B2FB-C943A32490E6}"/>
          </ac:spMkLst>
        </pc:spChg>
        <pc:spChg chg="del">
          <ac:chgData name="하권" userId="546ba1eaca679e52" providerId="LiveId" clId="{1246CB15-0479-45DB-9430-22AE0D0A67C3}" dt="2021-03-28T11:08:10.214" v="1790" actId="478"/>
          <ac:spMkLst>
            <pc:docMk/>
            <pc:sldMk cId="76101404" sldId="281"/>
            <ac:spMk id="22" creationId="{650639DC-D161-4CD8-9670-A28070C39100}"/>
          </ac:spMkLst>
        </pc:spChg>
        <pc:spChg chg="del">
          <ac:chgData name="하권" userId="546ba1eaca679e52" providerId="LiveId" clId="{1246CB15-0479-45DB-9430-22AE0D0A67C3}" dt="2021-03-28T11:08:10.214" v="1790" actId="478"/>
          <ac:spMkLst>
            <pc:docMk/>
            <pc:sldMk cId="76101404" sldId="281"/>
            <ac:spMk id="27" creationId="{64484777-6D54-4DEB-83C1-9B2D37A281FA}"/>
          </ac:spMkLst>
        </pc:spChg>
        <pc:spChg chg="del">
          <ac:chgData name="하권" userId="546ba1eaca679e52" providerId="LiveId" clId="{1246CB15-0479-45DB-9430-22AE0D0A67C3}" dt="2021-03-28T11:08:10.214" v="1790" actId="478"/>
          <ac:spMkLst>
            <pc:docMk/>
            <pc:sldMk cId="76101404" sldId="281"/>
            <ac:spMk id="30" creationId="{32EDD64A-A748-471E-A927-4DC9863233FD}"/>
          </ac:spMkLst>
        </pc:spChg>
        <pc:picChg chg="del">
          <ac:chgData name="하권" userId="546ba1eaca679e52" providerId="LiveId" clId="{1246CB15-0479-45DB-9430-22AE0D0A67C3}" dt="2021-03-28T11:08:10.214" v="1790" actId="478"/>
          <ac:picMkLst>
            <pc:docMk/>
            <pc:sldMk cId="76101404" sldId="281"/>
            <ac:picMk id="5" creationId="{2B542AC6-A8CE-4B35-B84A-9915AEDBFF80}"/>
          </ac:picMkLst>
        </pc:picChg>
        <pc:picChg chg="add del mod">
          <ac:chgData name="하권" userId="546ba1eaca679e52" providerId="LiveId" clId="{1246CB15-0479-45DB-9430-22AE0D0A67C3}" dt="2021-03-28T11:09:07.247" v="1795" actId="478"/>
          <ac:picMkLst>
            <pc:docMk/>
            <pc:sldMk cId="76101404" sldId="281"/>
            <ac:picMk id="6" creationId="{9C04A21F-DB12-4E4D-AA51-3D7C1AE9950D}"/>
          </ac:picMkLst>
        </pc:picChg>
        <pc:picChg chg="del">
          <ac:chgData name="하권" userId="546ba1eaca679e52" providerId="LiveId" clId="{1246CB15-0479-45DB-9430-22AE0D0A67C3}" dt="2021-03-28T11:08:10.214" v="1790" actId="478"/>
          <ac:picMkLst>
            <pc:docMk/>
            <pc:sldMk cId="76101404" sldId="281"/>
            <ac:picMk id="9" creationId="{C3E61804-8FDD-4EBF-BE38-A99E1792448A}"/>
          </ac:picMkLst>
        </pc:picChg>
        <pc:picChg chg="add del mod">
          <ac:chgData name="하권" userId="546ba1eaca679e52" providerId="LiveId" clId="{1246CB15-0479-45DB-9430-22AE0D0A67C3}" dt="2021-03-28T11:09:07.247" v="1795" actId="478"/>
          <ac:picMkLst>
            <pc:docMk/>
            <pc:sldMk cId="76101404" sldId="281"/>
            <ac:picMk id="10" creationId="{DC0460A2-98DC-480F-B074-727B4590C9C6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76101404" sldId="281"/>
            <ac:picMk id="13" creationId="{8B56472C-9F68-4FA7-8E37-B29EB492D2D7}"/>
          </ac:picMkLst>
        </pc:picChg>
        <pc:picChg chg="del">
          <ac:chgData name="하권" userId="546ba1eaca679e52" providerId="LiveId" clId="{1246CB15-0479-45DB-9430-22AE0D0A67C3}" dt="2021-03-28T11:08:10.214" v="1790" actId="478"/>
          <ac:picMkLst>
            <pc:docMk/>
            <pc:sldMk cId="76101404" sldId="281"/>
            <ac:picMk id="18" creationId="{A72AB8B4-352B-4328-AE7D-3298DA6D2270}"/>
          </ac:picMkLst>
        </pc:picChg>
        <pc:cxnChg chg="del">
          <ac:chgData name="하권" userId="546ba1eaca679e52" providerId="LiveId" clId="{1246CB15-0479-45DB-9430-22AE0D0A67C3}" dt="2021-03-28T11:08:10.214" v="1790" actId="478"/>
          <ac:cxnSpMkLst>
            <pc:docMk/>
            <pc:sldMk cId="76101404" sldId="281"/>
            <ac:cxnSpMk id="7" creationId="{F373F09F-7FE9-4CDA-9E05-2B763AEA69B2}"/>
          </ac:cxnSpMkLst>
        </pc:cxnChg>
        <pc:cxnChg chg="del">
          <ac:chgData name="하권" userId="546ba1eaca679e52" providerId="LiveId" clId="{1246CB15-0479-45DB-9430-22AE0D0A67C3}" dt="2021-03-28T11:08:10.214" v="1790" actId="478"/>
          <ac:cxnSpMkLst>
            <pc:docMk/>
            <pc:sldMk cId="76101404" sldId="281"/>
            <ac:cxnSpMk id="19" creationId="{162768D7-3227-49C1-AD85-9FD82541C2F1}"/>
          </ac:cxnSpMkLst>
        </pc:cxn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1478042108" sldId="282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478042108" sldId="282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478042108" sldId="282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478042108" sldId="282"/>
            <ac:spMk id="12" creationId="{FB12F629-80E5-4842-A2EE-349884A795DA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478042108" sldId="282"/>
            <ac:spMk id="14" creationId="{4E951483-83C4-4FBE-93BE-C64C3CD90A31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478042108" sldId="282"/>
            <ac:spMk id="15" creationId="{658695A1-FCAC-480F-9DF3-A055BBB77A6D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478042108" sldId="282"/>
            <ac:spMk id="16" creationId="{CBBED954-A7FE-4753-A2DC-055F00DED7F4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478042108" sldId="282"/>
            <ac:spMk id="17" creationId="{A1D50BA9-A3B2-4229-AA54-68D3F2C9A67E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478042108" sldId="282"/>
            <ac:spMk id="18" creationId="{B66AB4BE-9BBB-45D9-92F8-6EBECD852207}"/>
          </ac:spMkLst>
        </pc:spChg>
        <pc:spChg chg="add del mod">
          <ac:chgData name="하권" userId="546ba1eaca679e52" providerId="LiveId" clId="{1246CB15-0479-45DB-9430-22AE0D0A67C3}" dt="2021-03-28T11:16:30.851" v="2355" actId="478"/>
          <ac:spMkLst>
            <pc:docMk/>
            <pc:sldMk cId="1478042108" sldId="282"/>
            <ac:spMk id="19" creationId="{CFCC6561-ABD4-432E-8A44-637D6B32CD9A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478042108" sldId="282"/>
            <ac:picMk id="5" creationId="{D5FEE2B6-3B40-4EE1-821E-B111C745708D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478042108" sldId="282"/>
            <ac:picMk id="7" creationId="{90D9EA69-E6B9-46B4-86F1-265C309904A2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478042108" sldId="282"/>
            <ac:picMk id="9" creationId="{22D885B5-597C-4327-8788-99E4C45EC85C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478042108" sldId="282"/>
            <ac:picMk id="11" creationId="{9B6C735B-7CDB-4F2A-87ED-F2E06D9EC47F}"/>
          </ac:picMkLst>
        </pc:picChg>
        <pc:picChg chg="del">
          <ac:chgData name="하권" userId="546ba1eaca679e52" providerId="LiveId" clId="{1246CB15-0479-45DB-9430-22AE0D0A67C3}" dt="2021-03-28T11:12:41.995" v="2035" actId="478"/>
          <ac:picMkLst>
            <pc:docMk/>
            <pc:sldMk cId="1478042108" sldId="282"/>
            <ac:picMk id="13" creationId="{8B56472C-9F68-4FA7-8E37-B29EB492D2D7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305073852" sldId="283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05073852" sldId="283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05073852" sldId="283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1:17:18.635" v="2358" actId="478"/>
          <ac:spMkLst>
            <pc:docMk/>
            <pc:sldMk cId="305073852" sldId="283"/>
            <ac:spMk id="12" creationId="{FB12F629-80E5-4842-A2EE-349884A795DA}"/>
          </ac:spMkLst>
        </pc:spChg>
        <pc:spChg chg="del">
          <ac:chgData name="하권" userId="546ba1eaca679e52" providerId="LiveId" clId="{1246CB15-0479-45DB-9430-22AE0D0A67C3}" dt="2021-03-28T11:17:18.635" v="2358" actId="478"/>
          <ac:spMkLst>
            <pc:docMk/>
            <pc:sldMk cId="305073852" sldId="283"/>
            <ac:spMk id="14" creationId="{4E951483-83C4-4FBE-93BE-C64C3CD90A31}"/>
          </ac:spMkLst>
        </pc:spChg>
        <pc:spChg chg="del">
          <ac:chgData name="하권" userId="546ba1eaca679e52" providerId="LiveId" clId="{1246CB15-0479-45DB-9430-22AE0D0A67C3}" dt="2021-03-28T11:17:18.635" v="2358" actId="478"/>
          <ac:spMkLst>
            <pc:docMk/>
            <pc:sldMk cId="305073852" sldId="283"/>
            <ac:spMk id="15" creationId="{658695A1-FCAC-480F-9DF3-A055BBB77A6D}"/>
          </ac:spMkLst>
        </pc:spChg>
        <pc:spChg chg="del">
          <ac:chgData name="하권" userId="546ba1eaca679e52" providerId="LiveId" clId="{1246CB15-0479-45DB-9430-22AE0D0A67C3}" dt="2021-03-28T11:17:18.635" v="2358" actId="478"/>
          <ac:spMkLst>
            <pc:docMk/>
            <pc:sldMk cId="305073852" sldId="283"/>
            <ac:spMk id="16" creationId="{CBBED954-A7FE-4753-A2DC-055F00DED7F4}"/>
          </ac:spMkLst>
        </pc:spChg>
        <pc:spChg chg="del">
          <ac:chgData name="하권" userId="546ba1eaca679e52" providerId="LiveId" clId="{1246CB15-0479-45DB-9430-22AE0D0A67C3}" dt="2021-03-28T11:17:18.635" v="2358" actId="478"/>
          <ac:spMkLst>
            <pc:docMk/>
            <pc:sldMk cId="305073852" sldId="283"/>
            <ac:spMk id="17" creationId="{A1D50BA9-A3B2-4229-AA54-68D3F2C9A67E}"/>
          </ac:spMkLst>
        </pc:spChg>
        <pc:spChg chg="del">
          <ac:chgData name="하권" userId="546ba1eaca679e52" providerId="LiveId" clId="{1246CB15-0479-45DB-9430-22AE0D0A67C3}" dt="2021-03-28T11:17:18.635" v="2358" actId="478"/>
          <ac:spMkLst>
            <pc:docMk/>
            <pc:sldMk cId="305073852" sldId="283"/>
            <ac:spMk id="18" creationId="{B66AB4BE-9BBB-45D9-92F8-6EBECD85220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05073852" sldId="283"/>
            <ac:spMk id="19" creationId="{CA1D4FBF-FB62-4A3F-A65C-39ED2F23D9F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05073852" sldId="283"/>
            <ac:spMk id="21" creationId="{7998590C-4A8B-4590-902F-ABD9C131AA1A}"/>
          </ac:spMkLst>
        </pc:spChg>
        <pc:spChg chg="add del">
          <ac:chgData name="하권" userId="546ba1eaca679e52" providerId="LiveId" clId="{1246CB15-0479-45DB-9430-22AE0D0A67C3}" dt="2021-03-28T11:19:33.276" v="2707" actId="478"/>
          <ac:spMkLst>
            <pc:docMk/>
            <pc:sldMk cId="305073852" sldId="283"/>
            <ac:spMk id="22" creationId="{1BD2F4EC-B42D-410B-B032-CB8CA52F2D23}"/>
          </ac:spMkLst>
        </pc:spChg>
        <pc:spChg chg="add del mod">
          <ac:chgData name="하권" userId="546ba1eaca679e52" providerId="LiveId" clId="{1246CB15-0479-45DB-9430-22AE0D0A67C3}" dt="2021-03-28T11:19:59.537" v="2715" actId="478"/>
          <ac:spMkLst>
            <pc:docMk/>
            <pc:sldMk cId="305073852" sldId="283"/>
            <ac:spMk id="24" creationId="{59E191C3-5D8F-44BB-B017-CDFB6197AFBA}"/>
          </ac:spMkLst>
        </pc:spChg>
        <pc:picChg chg="del">
          <ac:chgData name="하권" userId="546ba1eaca679e52" providerId="LiveId" clId="{1246CB15-0479-45DB-9430-22AE0D0A67C3}" dt="2021-03-28T11:17:18.635" v="2358" actId="478"/>
          <ac:picMkLst>
            <pc:docMk/>
            <pc:sldMk cId="305073852" sldId="283"/>
            <ac:picMk id="5" creationId="{D5FEE2B6-3B40-4EE1-821E-B111C745708D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05073852" sldId="283"/>
            <ac:picMk id="6" creationId="{D1481AF1-13B8-4286-A7B9-D1832E825493}"/>
          </ac:picMkLst>
        </pc:picChg>
        <pc:picChg chg="del">
          <ac:chgData name="하권" userId="546ba1eaca679e52" providerId="LiveId" clId="{1246CB15-0479-45DB-9430-22AE0D0A67C3}" dt="2021-03-28T11:17:18.635" v="2358" actId="478"/>
          <ac:picMkLst>
            <pc:docMk/>
            <pc:sldMk cId="305073852" sldId="283"/>
            <ac:picMk id="7" creationId="{90D9EA69-E6B9-46B4-86F1-265C309904A2}"/>
          </ac:picMkLst>
        </pc:picChg>
        <pc:picChg chg="del">
          <ac:chgData name="하권" userId="546ba1eaca679e52" providerId="LiveId" clId="{1246CB15-0479-45DB-9430-22AE0D0A67C3}" dt="2021-03-28T11:17:18.635" v="2358" actId="478"/>
          <ac:picMkLst>
            <pc:docMk/>
            <pc:sldMk cId="305073852" sldId="283"/>
            <ac:picMk id="9" creationId="{22D885B5-597C-4327-8788-99E4C45EC85C}"/>
          </ac:picMkLst>
        </pc:picChg>
        <pc:picChg chg="del">
          <ac:chgData name="하권" userId="546ba1eaca679e52" providerId="LiveId" clId="{1246CB15-0479-45DB-9430-22AE0D0A67C3}" dt="2021-03-28T11:17:19.178" v="2359" actId="478"/>
          <ac:picMkLst>
            <pc:docMk/>
            <pc:sldMk cId="305073852" sldId="283"/>
            <ac:picMk id="11" creationId="{9B6C735B-7CDB-4F2A-87ED-F2E06D9EC47F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05073852" sldId="283"/>
            <ac:picMk id="23" creationId="{90C8999C-32F9-429B-9C05-C44FD1A6758B}"/>
          </ac:picMkLst>
        </pc:pic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305073852" sldId="283"/>
            <ac:cxnSpMk id="20" creationId="{B04A8189-391F-439C-BE32-05D81C5215F9}"/>
          </ac:cxnSpMkLst>
        </pc:cxn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305073852" sldId="283"/>
            <ac:cxnSpMk id="26" creationId="{189B39E5-403B-4FE9-8952-92C8622CED1C}"/>
          </ac:cxnSpMkLst>
        </pc:cxn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1935784493" sldId="284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935784493" sldId="284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935784493" sldId="284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1:20:19.201" v="2722" actId="478"/>
          <ac:spMkLst>
            <pc:docMk/>
            <pc:sldMk cId="1935784493" sldId="284"/>
            <ac:spMk id="19" creationId="{CA1D4FBF-FB62-4A3F-A65C-39ED2F23D9FB}"/>
          </ac:spMkLst>
        </pc:spChg>
        <pc:spChg chg="del">
          <ac:chgData name="하권" userId="546ba1eaca679e52" providerId="LiveId" clId="{1246CB15-0479-45DB-9430-22AE0D0A67C3}" dt="2021-03-28T11:20:19.201" v="2722" actId="478"/>
          <ac:spMkLst>
            <pc:docMk/>
            <pc:sldMk cId="1935784493" sldId="284"/>
            <ac:spMk id="21" creationId="{7998590C-4A8B-4590-902F-ABD9C131AA1A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935784493" sldId="284"/>
            <ac:picMk id="5" creationId="{624BEC17-59DA-4CE9-8E47-8988E708F53D}"/>
          </ac:picMkLst>
        </pc:picChg>
        <pc:picChg chg="del">
          <ac:chgData name="하권" userId="546ba1eaca679e52" providerId="LiveId" clId="{1246CB15-0479-45DB-9430-22AE0D0A67C3}" dt="2021-03-28T11:20:19.201" v="2722" actId="478"/>
          <ac:picMkLst>
            <pc:docMk/>
            <pc:sldMk cId="1935784493" sldId="284"/>
            <ac:picMk id="6" creationId="{D1481AF1-13B8-4286-A7B9-D1832E825493}"/>
          </ac:picMkLst>
        </pc:picChg>
        <pc:picChg chg="del">
          <ac:chgData name="하권" userId="546ba1eaca679e52" providerId="LiveId" clId="{1246CB15-0479-45DB-9430-22AE0D0A67C3}" dt="2021-03-28T11:20:17.907" v="2721" actId="478"/>
          <ac:picMkLst>
            <pc:docMk/>
            <pc:sldMk cId="1935784493" sldId="284"/>
            <ac:picMk id="23" creationId="{90C8999C-32F9-429B-9C05-C44FD1A6758B}"/>
          </ac:picMkLst>
        </pc:picChg>
        <pc:cxnChg chg="del">
          <ac:chgData name="하권" userId="546ba1eaca679e52" providerId="LiveId" clId="{1246CB15-0479-45DB-9430-22AE0D0A67C3}" dt="2021-03-28T11:20:19.201" v="2722" actId="478"/>
          <ac:cxnSpMkLst>
            <pc:docMk/>
            <pc:sldMk cId="1935784493" sldId="284"/>
            <ac:cxnSpMk id="20" creationId="{B04A8189-391F-439C-BE32-05D81C5215F9}"/>
          </ac:cxnSpMkLst>
        </pc:cxnChg>
        <pc:cxnChg chg="del">
          <ac:chgData name="하권" userId="546ba1eaca679e52" providerId="LiveId" clId="{1246CB15-0479-45DB-9430-22AE0D0A67C3}" dt="2021-03-28T11:20:19.201" v="2722" actId="478"/>
          <ac:cxnSpMkLst>
            <pc:docMk/>
            <pc:sldMk cId="1935784493" sldId="284"/>
            <ac:cxnSpMk id="26" creationId="{189B39E5-403B-4FE9-8952-92C8622CED1C}"/>
          </ac:cxnSpMkLst>
        </pc:cxnChg>
      </pc:sldChg>
      <pc:sldChg chg="addSp delSp modSp add mod ord">
        <pc:chgData name="하권" userId="546ba1eaca679e52" providerId="LiveId" clId="{1246CB15-0479-45DB-9430-22AE0D0A67C3}" dt="2021-03-28T16:10:51.348" v="8234"/>
        <pc:sldMkLst>
          <pc:docMk/>
          <pc:sldMk cId="582872602" sldId="285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582872602" sldId="285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582872602" sldId="285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582872602" sldId="285"/>
            <ac:spMk id="14" creationId="{C2392504-81DC-4F88-B933-8F9D5D796C6C}"/>
          </ac:spMkLst>
        </pc:spChg>
        <pc:spChg chg="del">
          <ac:chgData name="하권" userId="546ba1eaca679e52" providerId="LiveId" clId="{1246CB15-0479-45DB-9430-22AE0D0A67C3}" dt="2021-03-28T11:21:21.135" v="2867" actId="478"/>
          <ac:spMkLst>
            <pc:docMk/>
            <pc:sldMk cId="582872602" sldId="285"/>
            <ac:spMk id="24" creationId="{DAD2BECE-6E44-4274-8B08-798D871CA721}"/>
          </ac:spMkLst>
        </pc:spChg>
        <pc:spChg chg="del">
          <ac:chgData name="하권" userId="546ba1eaca679e52" providerId="LiveId" clId="{1246CB15-0479-45DB-9430-22AE0D0A67C3}" dt="2021-03-28T11:21:22.514" v="2868" actId="478"/>
          <ac:spMkLst>
            <pc:docMk/>
            <pc:sldMk cId="582872602" sldId="285"/>
            <ac:spMk id="26" creationId="{B594633D-D490-4503-AC46-2FC784F552B1}"/>
          </ac:spMkLst>
        </pc:spChg>
        <pc:spChg chg="del">
          <ac:chgData name="하권" userId="546ba1eaca679e52" providerId="LiveId" clId="{1246CB15-0479-45DB-9430-22AE0D0A67C3}" dt="2021-03-28T11:21:21.135" v="2867" actId="478"/>
          <ac:spMkLst>
            <pc:docMk/>
            <pc:sldMk cId="582872602" sldId="285"/>
            <ac:spMk id="29" creationId="{83BE69DD-DEA5-408C-8AA7-D4BCA785C190}"/>
          </ac:spMkLst>
        </pc:spChg>
        <pc:spChg chg="del">
          <ac:chgData name="하권" userId="546ba1eaca679e52" providerId="LiveId" clId="{1246CB15-0479-45DB-9430-22AE0D0A67C3}" dt="2021-03-28T11:21:21.135" v="2867" actId="478"/>
          <ac:spMkLst>
            <pc:docMk/>
            <pc:sldMk cId="582872602" sldId="285"/>
            <ac:spMk id="30" creationId="{D0E9E2C7-63C1-4E5E-BA25-F29E40DA5100}"/>
          </ac:spMkLst>
        </pc:spChg>
        <pc:spChg chg="del">
          <ac:chgData name="하권" userId="546ba1eaca679e52" providerId="LiveId" clId="{1246CB15-0479-45DB-9430-22AE0D0A67C3}" dt="2021-03-28T11:21:21.135" v="2867" actId="478"/>
          <ac:spMkLst>
            <pc:docMk/>
            <pc:sldMk cId="582872602" sldId="285"/>
            <ac:spMk id="31" creationId="{026D1827-571A-4C7E-869B-A929ABB87400}"/>
          </ac:spMkLst>
        </pc:spChg>
        <pc:picChg chg="del">
          <ac:chgData name="하권" userId="546ba1eaca679e52" providerId="LiveId" clId="{1246CB15-0479-45DB-9430-22AE0D0A67C3}" dt="2021-03-28T11:21:21.135" v="2867" actId="478"/>
          <ac:picMkLst>
            <pc:docMk/>
            <pc:sldMk cId="582872602" sldId="285"/>
            <ac:picMk id="10" creationId="{74D6EF89-DE36-4226-A7D3-EE02A0CB2348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582872602" sldId="285"/>
            <ac:picMk id="12" creationId="{EC5CE20A-6698-41F7-861E-7DBDB83C9D41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582872602" sldId="285"/>
            <ac:picMk id="13" creationId="{5B1C68D1-2B7D-471B-8AAA-3BC1D149403A}"/>
          </ac:picMkLst>
        </pc:picChg>
        <pc:picChg chg="del">
          <ac:chgData name="하권" userId="546ba1eaca679e52" providerId="LiveId" clId="{1246CB15-0479-45DB-9430-22AE0D0A67C3}" dt="2021-03-28T11:21:21.135" v="2867" actId="478"/>
          <ac:picMkLst>
            <pc:docMk/>
            <pc:sldMk cId="582872602" sldId="285"/>
            <ac:picMk id="21" creationId="{F54EAB52-0DDB-4A4E-A54D-4B05494575B1}"/>
          </ac:picMkLst>
        </pc:picChg>
        <pc:picChg chg="del">
          <ac:chgData name="하권" userId="546ba1eaca679e52" providerId="LiveId" clId="{1246CB15-0479-45DB-9430-22AE0D0A67C3}" dt="2021-03-28T11:21:21.135" v="2867" actId="478"/>
          <ac:picMkLst>
            <pc:docMk/>
            <pc:sldMk cId="582872602" sldId="285"/>
            <ac:picMk id="28" creationId="{A69C62BB-AF97-4E15-8674-BE717A4E15F0}"/>
          </ac:picMkLst>
        </pc:picChg>
      </pc:sldChg>
      <pc:sldChg chg="addSp delSp modSp add mod delAnim modAnim">
        <pc:chgData name="하권" userId="546ba1eaca679e52" providerId="LiveId" clId="{1246CB15-0479-45DB-9430-22AE0D0A67C3}" dt="2021-03-28T16:10:51.348" v="8234"/>
        <pc:sldMkLst>
          <pc:docMk/>
          <pc:sldMk cId="596418926" sldId="286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596418926" sldId="286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596418926" sldId="286"/>
            <ac:spMk id="3" creationId="{8482A9C5-C5A4-407C-8433-43CEBC55556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596418926" sldId="286"/>
            <ac:spMk id="14" creationId="{C2392504-81DC-4F88-B933-8F9D5D796C6C}"/>
          </ac:spMkLst>
        </pc:spChg>
        <pc:picChg chg="add del mod">
          <ac:chgData name="하권" userId="546ba1eaca679e52" providerId="LiveId" clId="{1246CB15-0479-45DB-9430-22AE0D0A67C3}" dt="2021-03-28T11:44:32.772" v="2951" actId="478"/>
          <ac:picMkLst>
            <pc:docMk/>
            <pc:sldMk cId="596418926" sldId="286"/>
            <ac:picMk id="5" creationId="{F0DA3FAE-9934-4F63-BBDF-60BF7D651284}"/>
          </ac:picMkLst>
        </pc:pic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596418926" sldId="286"/>
            <ac:picMk id="7" creationId="{DDA5EE6F-B9C8-48A8-921F-53ED7C09A11B}"/>
          </ac:picMkLst>
        </pc:picChg>
        <pc:picChg chg="add del mod">
          <ac:chgData name="하권" userId="546ba1eaca679e52" providerId="LiveId" clId="{1246CB15-0479-45DB-9430-22AE0D0A67C3}" dt="2021-03-28T11:41:47.001" v="2945" actId="478"/>
          <ac:picMkLst>
            <pc:docMk/>
            <pc:sldMk cId="596418926" sldId="286"/>
            <ac:picMk id="8" creationId="{8ED11E34-751B-4415-A76C-91B5F3E4E355}"/>
          </ac:picMkLst>
        </pc:picChg>
        <pc:picChg chg="add del mod">
          <ac:chgData name="하권" userId="546ba1eaca679e52" providerId="LiveId" clId="{1246CB15-0479-45DB-9430-22AE0D0A67C3}" dt="2021-03-28T11:42:15.423" v="2947" actId="478"/>
          <ac:picMkLst>
            <pc:docMk/>
            <pc:sldMk cId="596418926" sldId="286"/>
            <ac:picMk id="9" creationId="{EBB5D9EB-0C08-411A-8DEA-B15E728BB3FA}"/>
          </ac:picMkLst>
        </pc:picChg>
        <pc:picChg chg="add del mod">
          <ac:chgData name="하권" userId="546ba1eaca679e52" providerId="LiveId" clId="{1246CB15-0479-45DB-9430-22AE0D0A67C3}" dt="2021-03-28T13:50:33.815" v="5494" actId="478"/>
          <ac:picMkLst>
            <pc:docMk/>
            <pc:sldMk cId="596418926" sldId="286"/>
            <ac:picMk id="10" creationId="{DC89D769-5198-4E14-92F7-4425160149A2}"/>
          </ac:picMkLst>
        </pc:picChg>
        <pc:picChg chg="del">
          <ac:chgData name="하권" userId="546ba1eaca679e52" providerId="LiveId" clId="{1246CB15-0479-45DB-9430-22AE0D0A67C3}" dt="2021-03-28T11:36:46.278" v="2926" actId="478"/>
          <ac:picMkLst>
            <pc:docMk/>
            <pc:sldMk cId="596418926" sldId="286"/>
            <ac:picMk id="12" creationId="{EC5CE20A-6698-41F7-861E-7DBDB83C9D41}"/>
          </ac:picMkLst>
        </pc:picChg>
        <pc:picChg chg="del">
          <ac:chgData name="하권" userId="546ba1eaca679e52" providerId="LiveId" clId="{1246CB15-0479-45DB-9430-22AE0D0A67C3}" dt="2021-03-28T11:36:53.693" v="2932" actId="478"/>
          <ac:picMkLst>
            <pc:docMk/>
            <pc:sldMk cId="596418926" sldId="286"/>
            <ac:picMk id="13" creationId="{5B1C68D1-2B7D-471B-8AAA-3BC1D149403A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596418926" sldId="286"/>
            <ac:picMk id="15" creationId="{7FBA5948-6E24-41D7-BC78-F2E400A2AEF1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1514184888" sldId="287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514184888" sldId="287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14184888" sldId="287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514184888" sldId="287"/>
            <ac:spMk id="9" creationId="{B16B1066-5F2E-4D47-87FA-0CC6499E25B4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514184888" sldId="287"/>
            <ac:spMk id="13" creationId="{FF0B76EE-23E5-4E48-A51C-3606B905F7A7}"/>
          </ac:spMkLst>
        </pc:spChg>
        <pc:picChg chg="del">
          <ac:chgData name="하권" userId="546ba1eaca679e52" providerId="LiveId" clId="{1246CB15-0479-45DB-9430-22AE0D0A67C3}" dt="2021-03-28T11:54:42.762" v="2980" actId="478"/>
          <ac:picMkLst>
            <pc:docMk/>
            <pc:sldMk cId="1514184888" sldId="287"/>
            <ac:picMk id="5" creationId="{624BEC17-59DA-4CE9-8E47-8988E708F53D}"/>
          </ac:picMkLst>
        </pc:picChg>
        <pc:picChg chg="add del mod">
          <ac:chgData name="하권" userId="546ba1eaca679e52" providerId="LiveId" clId="{1246CB15-0479-45DB-9430-22AE0D0A67C3}" dt="2021-03-28T11:56:46.083" v="3097" actId="478"/>
          <ac:picMkLst>
            <pc:docMk/>
            <pc:sldMk cId="1514184888" sldId="287"/>
            <ac:picMk id="6" creationId="{1DD84D80-05F7-4736-8E0C-9849184DC41F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514184888" sldId="287"/>
            <ac:picMk id="8" creationId="{DC91459D-4AA4-4169-A5BD-1667202102E8}"/>
          </ac:picMkLst>
        </pc:picChg>
        <pc:picChg chg="add del mod">
          <ac:chgData name="하권" userId="546ba1eaca679e52" providerId="LiveId" clId="{1246CB15-0479-45DB-9430-22AE0D0A67C3}" dt="2021-03-28T11:59:46.170" v="3195" actId="478"/>
          <ac:picMkLst>
            <pc:docMk/>
            <pc:sldMk cId="1514184888" sldId="287"/>
            <ac:picMk id="11" creationId="{08B2602F-DF02-4EE4-B279-5B432CCE3F15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514184888" sldId="287"/>
            <ac:picMk id="15" creationId="{F3C81251-DF67-495F-B41A-41FB0B7B5168}"/>
          </ac:picMkLst>
        </pc:picChg>
        <pc:picChg chg="add del">
          <ac:chgData name="하권" userId="546ba1eaca679e52" providerId="LiveId" clId="{1246CB15-0479-45DB-9430-22AE0D0A67C3}" dt="2021-03-28T13:22:01.580" v="5437" actId="478"/>
          <ac:picMkLst>
            <pc:docMk/>
            <pc:sldMk cId="1514184888" sldId="287"/>
            <ac:picMk id="17" creationId="{DAA79D86-D2AD-4DC5-AF59-1484840F944B}"/>
          </ac:picMkLst>
        </pc:picChg>
      </pc:sldChg>
      <pc:sldChg chg="addSp delSp modSp new del mod">
        <pc:chgData name="하권" userId="546ba1eaca679e52" providerId="LiveId" clId="{1246CB15-0479-45DB-9430-22AE0D0A67C3}" dt="2021-03-28T12:05:16.153" v="3418" actId="47"/>
        <pc:sldMkLst>
          <pc:docMk/>
          <pc:sldMk cId="3227276777" sldId="288"/>
        </pc:sldMkLst>
        <pc:picChg chg="add del mod">
          <ac:chgData name="하권" userId="546ba1eaca679e52" providerId="LiveId" clId="{1246CB15-0479-45DB-9430-22AE0D0A67C3}" dt="2021-03-28T12:05:02.522" v="3411" actId="478"/>
          <ac:picMkLst>
            <pc:docMk/>
            <pc:sldMk cId="3227276777" sldId="288"/>
            <ac:picMk id="4" creationId="{3D0E3CF5-42C6-4A81-9525-3F01DBE75F4C}"/>
          </ac:picMkLst>
        </pc:picChg>
        <pc:picChg chg="add del">
          <ac:chgData name="하권" userId="546ba1eaca679e52" providerId="LiveId" clId="{1246CB15-0479-45DB-9430-22AE0D0A67C3}" dt="2021-03-28T12:05:08.700" v="3414" actId="21"/>
          <ac:picMkLst>
            <pc:docMk/>
            <pc:sldMk cId="3227276777" sldId="288"/>
            <ac:picMk id="6" creationId="{7032F6A4-D551-44FB-9D74-FD205CA039BD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20509288" sldId="289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0509288" sldId="289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509288" sldId="289"/>
            <ac:spMk id="3" creationId="{8482A9C5-C5A4-407C-8433-43CEBC55556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0509288" sldId="289"/>
            <ac:spMk id="9" creationId="{B16B1066-5F2E-4D47-87FA-0CC6499E25B4}"/>
          </ac:spMkLst>
        </pc:spChg>
        <pc:spChg chg="del">
          <ac:chgData name="하권" userId="546ba1eaca679e52" providerId="LiveId" clId="{1246CB15-0479-45DB-9430-22AE0D0A67C3}" dt="2021-03-28T12:00:50.281" v="3204" actId="478"/>
          <ac:spMkLst>
            <pc:docMk/>
            <pc:sldMk cId="20509288" sldId="289"/>
            <ac:spMk id="13" creationId="{FF0B76EE-23E5-4E48-A51C-3606B905F7A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0509288" sldId="289"/>
            <ac:spMk id="14" creationId="{FB6C1ABB-B315-41FA-9E9D-D8ACDAFA8BC8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0509288" sldId="289"/>
            <ac:picMk id="5" creationId="{1EFE8038-3689-44B0-92B4-E9E86B023777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20509288" sldId="289"/>
            <ac:picMk id="7" creationId="{EE5ED270-89EE-4E16-B26E-030762011216}"/>
          </ac:picMkLst>
        </pc:picChg>
        <pc:picChg chg="del">
          <ac:chgData name="하권" userId="546ba1eaca679e52" providerId="LiveId" clId="{1246CB15-0479-45DB-9430-22AE0D0A67C3}" dt="2021-03-28T12:00:49.496" v="3203" actId="478"/>
          <ac:picMkLst>
            <pc:docMk/>
            <pc:sldMk cId="20509288" sldId="289"/>
            <ac:picMk id="8" creationId="{DC91459D-4AA4-4169-A5BD-1667202102E8}"/>
          </ac:picMkLst>
        </pc:pic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20509288" sldId="289"/>
            <ac:picMk id="10" creationId="{D825CEC6-C563-464F-A49E-8EDAE3234E4B}"/>
          </ac:picMkLst>
        </pc:picChg>
        <pc:picChg chg="del">
          <ac:chgData name="하권" userId="546ba1eaca679e52" providerId="LiveId" clId="{1246CB15-0479-45DB-9430-22AE0D0A67C3}" dt="2021-03-28T12:00:50.968" v="3205" actId="478"/>
          <ac:picMkLst>
            <pc:docMk/>
            <pc:sldMk cId="20509288" sldId="289"/>
            <ac:picMk id="15" creationId="{F3C81251-DF67-495F-B41A-41FB0B7B5168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4157122335" sldId="290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4157122335" sldId="290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4157122335" sldId="290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2:05:10.992" v="3415" actId="478"/>
          <ac:spMkLst>
            <pc:docMk/>
            <pc:sldMk cId="4157122335" sldId="290"/>
            <ac:spMk id="9" creationId="{B16B1066-5F2E-4D47-87FA-0CC6499E25B4}"/>
          </ac:spMkLst>
        </pc:spChg>
        <pc:spChg chg="del">
          <ac:chgData name="하권" userId="546ba1eaca679e52" providerId="LiveId" clId="{1246CB15-0479-45DB-9430-22AE0D0A67C3}" dt="2021-03-28T12:05:10.992" v="3415" actId="478"/>
          <ac:spMkLst>
            <pc:docMk/>
            <pc:sldMk cId="4157122335" sldId="290"/>
            <ac:spMk id="14" creationId="{FB6C1ABB-B315-41FA-9E9D-D8ACDAFA8BC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157122335" sldId="290"/>
            <ac:spMk id="16" creationId="{326E7314-7938-46A4-B37A-ED77B84FA449}"/>
          </ac:spMkLst>
        </pc:spChg>
        <pc:picChg chg="del">
          <ac:chgData name="하권" userId="546ba1eaca679e52" providerId="LiveId" clId="{1246CB15-0479-45DB-9430-22AE0D0A67C3}" dt="2021-03-28T12:05:10.992" v="3415" actId="478"/>
          <ac:picMkLst>
            <pc:docMk/>
            <pc:sldMk cId="4157122335" sldId="290"/>
            <ac:picMk id="5" creationId="{1EFE8038-3689-44B0-92B4-E9E86B023777}"/>
          </ac:picMkLst>
        </pc:picChg>
        <pc:picChg chg="add del mod">
          <ac:chgData name="하권" userId="546ba1eaca679e52" providerId="LiveId" clId="{1246CB15-0479-45DB-9430-22AE0D0A67C3}" dt="2021-03-28T12:06:06.513" v="3424" actId="478"/>
          <ac:picMkLst>
            <pc:docMk/>
            <pc:sldMk cId="4157122335" sldId="290"/>
            <ac:picMk id="6" creationId="{EF6B3B43-337D-48AD-B66E-55BFA1F830F2}"/>
          </ac:picMkLst>
        </pc:picChg>
        <pc:picChg chg="del">
          <ac:chgData name="하권" userId="546ba1eaca679e52" providerId="LiveId" clId="{1246CB15-0479-45DB-9430-22AE0D0A67C3}" dt="2021-03-28T12:05:10.992" v="3415" actId="478"/>
          <ac:picMkLst>
            <pc:docMk/>
            <pc:sldMk cId="4157122335" sldId="290"/>
            <ac:picMk id="7" creationId="{EE5ED270-89EE-4E16-B26E-030762011216}"/>
          </ac:picMkLst>
        </pc:picChg>
        <pc:picChg chg="del">
          <ac:chgData name="하권" userId="546ba1eaca679e52" providerId="LiveId" clId="{1246CB15-0479-45DB-9430-22AE0D0A67C3}" dt="2021-03-28T12:05:10.992" v="3415" actId="478"/>
          <ac:picMkLst>
            <pc:docMk/>
            <pc:sldMk cId="4157122335" sldId="290"/>
            <ac:picMk id="10" creationId="{D825CEC6-C563-464F-A49E-8EDAE3234E4B}"/>
          </ac:picMkLst>
        </pc:picChg>
        <pc:picChg chg="add del mod">
          <ac:chgData name="하권" userId="546ba1eaca679e52" providerId="LiveId" clId="{1246CB15-0479-45DB-9430-22AE0D0A67C3}" dt="2021-03-28T12:07:00.200" v="3441" actId="478"/>
          <ac:picMkLst>
            <pc:docMk/>
            <pc:sldMk cId="4157122335" sldId="290"/>
            <ac:picMk id="11" creationId="{07747769-98A8-4B11-AB88-8A9709238109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4157122335" sldId="290"/>
            <ac:picMk id="12" creationId="{29265BA5-DEBF-4F5D-BEC8-A23F32223332}"/>
          </ac:picMkLst>
        </pc:picChg>
        <pc:picChg chg="add del mod">
          <ac:chgData name="하권" userId="546ba1eaca679e52" providerId="LiveId" clId="{1246CB15-0479-45DB-9430-22AE0D0A67C3}" dt="2021-03-28T12:06:59.920" v="3440" actId="478"/>
          <ac:picMkLst>
            <pc:docMk/>
            <pc:sldMk cId="4157122335" sldId="290"/>
            <ac:picMk id="15" creationId="{F9BDAA1C-0DED-47CF-9643-6F92C026A84B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4157122335" sldId="290"/>
            <ac:picMk id="17" creationId="{38603772-6661-442D-9795-6E67EC018C57}"/>
          </ac:picMkLst>
        </pc:pic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4157122335" sldId="290"/>
            <ac:cxnSpMk id="19" creationId="{AC1A5EF8-D4D3-44FB-B6E8-4537C807BEB9}"/>
          </ac:cxnSpMkLst>
        </pc:cxnChg>
      </pc:sldChg>
      <pc:sldChg chg="add del">
        <pc:chgData name="하권" userId="546ba1eaca679e52" providerId="LiveId" clId="{1246CB15-0479-45DB-9430-22AE0D0A67C3}" dt="2021-03-28T12:05:43.518" v="3420"/>
        <pc:sldMkLst>
          <pc:docMk/>
          <pc:sldMk cId="2689525640" sldId="291"/>
        </pc:sldMkLst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3044570847" sldId="291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044570847" sldId="291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044570847" sldId="291"/>
            <ac:spMk id="3" creationId="{8482A9C5-C5A4-407C-8433-43CEBC555568}"/>
          </ac:spMkLst>
        </pc:spChg>
        <pc:spChg chg="add del mod">
          <ac:chgData name="하권" userId="546ba1eaca679e52" providerId="LiveId" clId="{1246CB15-0479-45DB-9430-22AE0D0A67C3}" dt="2021-03-28T12:07:53.541" v="3568" actId="21"/>
          <ac:spMkLst>
            <pc:docMk/>
            <pc:sldMk cId="3044570847" sldId="291"/>
            <ac:spMk id="7" creationId="{DB078581-FAA7-4BA2-B4DD-8AB14872DB30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044570847" sldId="291"/>
            <ac:spMk id="8" creationId="{A0D0A241-AB47-4EB0-BF4C-62B50BC280E0}"/>
          </ac:spMkLst>
        </pc:sp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3044570847" sldId="291"/>
            <ac:picMk id="9" creationId="{436BC4C3-7000-4A9C-996B-399D83ED845E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3044570847" sldId="291"/>
            <ac:picMk id="11" creationId="{07747769-98A8-4B11-AB88-8A9709238109}"/>
          </ac:picMkLst>
        </pc:picChg>
        <pc:picChg chg="del">
          <ac:chgData name="하권" userId="546ba1eaca679e52" providerId="LiveId" clId="{1246CB15-0479-45DB-9430-22AE0D0A67C3}" dt="2021-03-28T12:06:57.633" v="3438" actId="478"/>
          <ac:picMkLst>
            <pc:docMk/>
            <pc:sldMk cId="3044570847" sldId="291"/>
            <ac:picMk id="12" creationId="{29265BA5-DEBF-4F5D-BEC8-A23F32223332}"/>
          </ac:picMkLst>
        </pc:picChg>
        <pc:picChg chg="del">
          <ac:chgData name="하권" userId="546ba1eaca679e52" providerId="LiveId" clId="{1246CB15-0479-45DB-9430-22AE0D0A67C3}" dt="2021-03-28T12:06:57.280" v="3437" actId="478"/>
          <ac:picMkLst>
            <pc:docMk/>
            <pc:sldMk cId="3044570847" sldId="291"/>
            <ac:picMk id="15" creationId="{F9BDAA1C-0DED-47CF-9643-6F92C026A84B}"/>
          </ac:picMkLst>
        </pc:pic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3044570847" sldId="291"/>
            <ac:cxnSpMk id="10" creationId="{74F0A409-03F5-4EB6-98E0-434289B09635}"/>
          </ac:cxnSpMkLst>
        </pc:cxn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1648156223" sldId="292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648156223" sldId="292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648156223" sldId="292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648156223" sldId="292"/>
            <ac:spMk id="13" creationId="{4799710E-C91F-43AD-A72B-EB20DBECA489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648156223" sldId="292"/>
            <ac:spMk id="14" creationId="{C302B6D6-78AE-4FC4-A8DF-3236589E868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648156223" sldId="292"/>
            <ac:spMk id="16" creationId="{32BB3434-21EF-46C3-A939-DDB53DBC4EFB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648156223" sldId="292"/>
            <ac:picMk id="5" creationId="{36B65247-A48D-41BD-B859-2BA4904C37D9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648156223" sldId="292"/>
            <ac:picMk id="7" creationId="{49BCC9F7-BF34-43E9-A98A-CEF8FBE751B5}"/>
          </ac:picMkLst>
        </pc:picChg>
        <pc:picChg chg="del mod">
          <ac:chgData name="하권" userId="546ba1eaca679e52" providerId="LiveId" clId="{1246CB15-0479-45DB-9430-22AE0D0A67C3}" dt="2021-03-28T12:06:55.656" v="3436" actId="478"/>
          <ac:picMkLst>
            <pc:docMk/>
            <pc:sldMk cId="1648156223" sldId="292"/>
            <ac:picMk id="11" creationId="{07747769-98A8-4B11-AB88-8A9709238109}"/>
          </ac:picMkLst>
        </pc:picChg>
        <pc:picChg chg="del">
          <ac:chgData name="하권" userId="546ba1eaca679e52" providerId="LiveId" clId="{1246CB15-0479-45DB-9430-22AE0D0A67C3}" dt="2021-03-28T12:12:16.559" v="3741" actId="478"/>
          <ac:picMkLst>
            <pc:docMk/>
            <pc:sldMk cId="1648156223" sldId="292"/>
            <ac:picMk id="12" creationId="{29265BA5-DEBF-4F5D-BEC8-A23F32223332}"/>
          </ac:picMkLst>
        </pc:picChg>
        <pc:picChg chg="del">
          <ac:chgData name="하권" userId="546ba1eaca679e52" providerId="LiveId" clId="{1246CB15-0479-45DB-9430-22AE0D0A67C3}" dt="2021-03-28T12:06:53.577" v="3434" actId="478"/>
          <ac:picMkLst>
            <pc:docMk/>
            <pc:sldMk cId="1648156223" sldId="292"/>
            <ac:picMk id="15" creationId="{F9BDAA1C-0DED-47CF-9643-6F92C026A84B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1893414885" sldId="293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893414885" sldId="293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893414885" sldId="293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2:14:46.706" v="3923" actId="478"/>
          <ac:spMkLst>
            <pc:docMk/>
            <pc:sldMk cId="1893414885" sldId="293"/>
            <ac:spMk id="13" creationId="{4799710E-C91F-43AD-A72B-EB20DBECA489}"/>
          </ac:spMkLst>
        </pc:spChg>
        <pc:spChg chg="del">
          <ac:chgData name="하권" userId="546ba1eaca679e52" providerId="LiveId" clId="{1246CB15-0479-45DB-9430-22AE0D0A67C3}" dt="2021-03-28T12:14:47.977" v="3925" actId="478"/>
          <ac:spMkLst>
            <pc:docMk/>
            <pc:sldMk cId="1893414885" sldId="293"/>
            <ac:spMk id="14" creationId="{C302B6D6-78AE-4FC4-A8DF-3236589E8688}"/>
          </ac:spMkLst>
        </pc:spChg>
        <pc:spChg chg="del">
          <ac:chgData name="하권" userId="546ba1eaca679e52" providerId="LiveId" clId="{1246CB15-0479-45DB-9430-22AE0D0A67C3}" dt="2021-03-28T12:14:46.187" v="3922" actId="478"/>
          <ac:spMkLst>
            <pc:docMk/>
            <pc:sldMk cId="1893414885" sldId="293"/>
            <ac:spMk id="16" creationId="{32BB3434-21EF-46C3-A939-DDB53DBC4EF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893414885" sldId="293"/>
            <ac:spMk id="17" creationId="{6A5788A9-F66B-42F2-BF10-33F2BE04E1B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893414885" sldId="293"/>
            <ac:spMk id="18" creationId="{729B14D9-9A0C-4377-807B-44ED212892C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893414885" sldId="293"/>
            <ac:spMk id="19" creationId="{D6D5E267-B9E7-4D9D-8772-CBBB4FE50CD1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893414885" sldId="293"/>
            <ac:spMk id="20" creationId="{AACC2E07-A9EB-4F30-ABF9-66BF6E253C79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893414885" sldId="293"/>
            <ac:spMk id="27" creationId="{1EF95B41-8741-4E57-BCE6-75D58609C0FA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893414885" sldId="293"/>
            <ac:spMk id="28" creationId="{23E2D5AA-098C-4D27-932C-F64BFC1398DC}"/>
          </ac:spMkLst>
        </pc:spChg>
        <pc:picChg chg="del">
          <ac:chgData name="하권" userId="546ba1eaca679e52" providerId="LiveId" clId="{1246CB15-0479-45DB-9430-22AE0D0A67C3}" dt="2021-03-28T12:14:47.158" v="3924" actId="478"/>
          <ac:picMkLst>
            <pc:docMk/>
            <pc:sldMk cId="1893414885" sldId="293"/>
            <ac:picMk id="5" creationId="{36B65247-A48D-41BD-B859-2BA4904C37D9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893414885" sldId="293"/>
            <ac:picMk id="6" creationId="{261F0F0A-F052-4430-B6F8-1F1E82733723}"/>
          </ac:picMkLst>
        </pc:picChg>
        <pc:picChg chg="del">
          <ac:chgData name="하권" userId="546ba1eaca679e52" providerId="LiveId" clId="{1246CB15-0479-45DB-9430-22AE0D0A67C3}" dt="2021-03-28T12:14:45.792" v="3921" actId="478"/>
          <ac:picMkLst>
            <pc:docMk/>
            <pc:sldMk cId="1893414885" sldId="293"/>
            <ac:picMk id="7" creationId="{49BCC9F7-BF34-43E9-A98A-CEF8FBE751B5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1893414885" sldId="293"/>
            <ac:picMk id="9" creationId="{3AE4CDE2-5728-440A-ACCE-D3041898A8D3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1893414885" sldId="293"/>
            <ac:picMk id="11" creationId="{3A16BC72-546A-4FE3-B587-F6CD3D2B5A7A}"/>
          </ac:picMkLst>
        </pc:picChg>
        <pc:picChg chg="add del mod">
          <ac:chgData name="하권" userId="546ba1eaca679e52" providerId="LiveId" clId="{1246CB15-0479-45DB-9430-22AE0D0A67C3}" dt="2021-03-28T12:21:10.676" v="4159" actId="478"/>
          <ac:picMkLst>
            <pc:docMk/>
            <pc:sldMk cId="1893414885" sldId="293"/>
            <ac:picMk id="15" creationId="{CA191698-CE36-4302-ADA0-B513A17821B9}"/>
          </ac:picMkLst>
        </pc:picChg>
        <pc:picChg chg="add del">
          <ac:chgData name="하권" userId="546ba1eaca679e52" providerId="LiveId" clId="{1246CB15-0479-45DB-9430-22AE0D0A67C3}" dt="2021-03-28T12:21:27.730" v="4165" actId="21"/>
          <ac:picMkLst>
            <pc:docMk/>
            <pc:sldMk cId="1893414885" sldId="293"/>
            <ac:picMk id="22" creationId="{7CD2DF4B-FF7A-477B-AECA-D27B36205845}"/>
          </ac:picMkLst>
        </pc:picChg>
        <pc:picChg chg="add del mod">
          <ac:chgData name="하권" userId="546ba1eaca679e52" providerId="LiveId" clId="{1246CB15-0479-45DB-9430-22AE0D0A67C3}" dt="2021-03-28T12:21:27.730" v="4165" actId="21"/>
          <ac:picMkLst>
            <pc:docMk/>
            <pc:sldMk cId="1893414885" sldId="293"/>
            <ac:picMk id="24" creationId="{9C496A91-A4F3-46D1-BF0F-3F3A0427F87A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893414885" sldId="293"/>
            <ac:picMk id="26" creationId="{6538928E-2F95-4A59-9B12-CCB239757D25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2858239247" sldId="294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858239247" sldId="294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858239247" sldId="294"/>
            <ac:spMk id="3" creationId="{8482A9C5-C5A4-407C-8433-43CEBC555568}"/>
          </ac:spMkLst>
        </pc:spChg>
        <pc:spChg chg="add del mod">
          <ac:chgData name="하권" userId="546ba1eaca679e52" providerId="LiveId" clId="{1246CB15-0479-45DB-9430-22AE0D0A67C3}" dt="2021-03-28T12:26:41.854" v="4474" actId="478"/>
          <ac:spMkLst>
            <pc:docMk/>
            <pc:sldMk cId="2858239247" sldId="294"/>
            <ac:spMk id="11" creationId="{FEB6A11F-7E69-44AE-855D-6D3BF5CB0E70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858239247" sldId="294"/>
            <ac:spMk id="12" creationId="{9AC6E3C2-5EA5-4C98-8357-BBBB2ACF90F6}"/>
          </ac:spMkLst>
        </pc:spChg>
        <pc:spChg chg="del">
          <ac:chgData name="하권" userId="546ba1eaca679e52" providerId="LiveId" clId="{1246CB15-0479-45DB-9430-22AE0D0A67C3}" dt="2021-03-28T12:21:29.973" v="4166" actId="478"/>
          <ac:spMkLst>
            <pc:docMk/>
            <pc:sldMk cId="2858239247" sldId="294"/>
            <ac:spMk id="13" creationId="{4799710E-C91F-43AD-A72B-EB20DBECA489}"/>
          </ac:spMkLst>
        </pc:spChg>
        <pc:spChg chg="del">
          <ac:chgData name="하권" userId="546ba1eaca679e52" providerId="LiveId" clId="{1246CB15-0479-45DB-9430-22AE0D0A67C3}" dt="2021-03-28T12:21:29.973" v="4166" actId="478"/>
          <ac:spMkLst>
            <pc:docMk/>
            <pc:sldMk cId="2858239247" sldId="294"/>
            <ac:spMk id="14" creationId="{C302B6D6-78AE-4FC4-A8DF-3236589E868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858239247" sldId="294"/>
            <ac:spMk id="15" creationId="{B58E3264-4103-4E53-9686-946301D67326}"/>
          </ac:spMkLst>
        </pc:spChg>
        <pc:spChg chg="del">
          <ac:chgData name="하권" userId="546ba1eaca679e52" providerId="LiveId" clId="{1246CB15-0479-45DB-9430-22AE0D0A67C3}" dt="2021-03-28T12:21:29.973" v="4166" actId="478"/>
          <ac:spMkLst>
            <pc:docMk/>
            <pc:sldMk cId="2858239247" sldId="294"/>
            <ac:spMk id="16" creationId="{32BB3434-21EF-46C3-A939-DDB53DBC4EF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858239247" sldId="294"/>
            <ac:spMk id="17" creationId="{4C40C214-C35D-4A23-B993-AA3489A897F6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858239247" sldId="294"/>
            <ac:spMk id="18" creationId="{2FCA39AA-CBAD-4855-B0E8-A95C882F97DD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858239247" sldId="294"/>
            <ac:spMk id="19" creationId="{6CB03D5C-2083-4E93-8C60-E8C74B3505B5}"/>
          </ac:spMkLst>
        </pc:spChg>
        <pc:picChg chg="del">
          <ac:chgData name="하권" userId="546ba1eaca679e52" providerId="LiveId" clId="{1246CB15-0479-45DB-9430-22AE0D0A67C3}" dt="2021-03-28T12:21:29.973" v="4166" actId="478"/>
          <ac:picMkLst>
            <pc:docMk/>
            <pc:sldMk cId="2858239247" sldId="294"/>
            <ac:picMk id="5" creationId="{36B65247-A48D-41BD-B859-2BA4904C37D9}"/>
          </ac:picMkLst>
        </pc:picChg>
        <pc:picChg chg="del">
          <ac:chgData name="하권" userId="546ba1eaca679e52" providerId="LiveId" clId="{1246CB15-0479-45DB-9430-22AE0D0A67C3}" dt="2021-03-28T12:21:29.973" v="4166" actId="478"/>
          <ac:picMkLst>
            <pc:docMk/>
            <pc:sldMk cId="2858239247" sldId="294"/>
            <ac:picMk id="7" creationId="{49BCC9F7-BF34-43E9-A98A-CEF8FBE751B5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858239247" sldId="294"/>
            <ac:picMk id="9" creationId="{8B842BAC-51B8-4F25-B4A4-440DD9A09314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858239247" sldId="294"/>
            <ac:picMk id="10" creationId="{4F28B3F9-5588-44E2-A51F-9FB666EFE7A1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3681993404" sldId="295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681993404" sldId="295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681993404" sldId="295"/>
            <ac:spMk id="3" creationId="{8482A9C5-C5A4-407C-8433-43CEBC55556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681993404" sldId="295"/>
            <ac:spMk id="12" creationId="{9AC6E3C2-5EA5-4C98-8357-BBBB2ACF90F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681993404" sldId="295"/>
            <ac:spMk id="15" creationId="{B58E3264-4103-4E53-9686-946301D6732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681993404" sldId="295"/>
            <ac:spMk id="17" creationId="{4C40C214-C35D-4A23-B993-AA3489A897F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681993404" sldId="295"/>
            <ac:spMk id="18" creationId="{2FCA39AA-CBAD-4855-B0E8-A95C882F97DD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681993404" sldId="295"/>
            <ac:spMk id="19" creationId="{6CB03D5C-2083-4E93-8C60-E8C74B3505B5}"/>
          </ac:spMkLst>
        </pc:sp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3681993404" sldId="295"/>
            <ac:picMk id="5" creationId="{7FC25924-11EE-4831-93A6-7537F8ED276A}"/>
          </ac:picMkLst>
        </pc:pic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3681993404" sldId="295"/>
            <ac:picMk id="7" creationId="{2548646F-D6E5-4EB2-83F7-0436802DF488}"/>
          </ac:picMkLst>
        </pc:picChg>
        <pc:picChg chg="del">
          <ac:chgData name="하권" userId="546ba1eaca679e52" providerId="LiveId" clId="{1246CB15-0479-45DB-9430-22AE0D0A67C3}" dt="2021-03-28T12:30:17.603" v="4543" actId="478"/>
          <ac:picMkLst>
            <pc:docMk/>
            <pc:sldMk cId="3681993404" sldId="295"/>
            <ac:picMk id="9" creationId="{8B842BAC-51B8-4F25-B4A4-440DD9A09314}"/>
          </ac:picMkLst>
        </pc:picChg>
        <pc:picChg chg="del">
          <ac:chgData name="하권" userId="546ba1eaca679e52" providerId="LiveId" clId="{1246CB15-0479-45DB-9430-22AE0D0A67C3}" dt="2021-03-28T12:30:16.876" v="4542" actId="478"/>
          <ac:picMkLst>
            <pc:docMk/>
            <pc:sldMk cId="3681993404" sldId="295"/>
            <ac:picMk id="10" creationId="{4F28B3F9-5588-44E2-A51F-9FB666EFE7A1}"/>
          </ac:picMkLst>
        </pc:picChg>
        <pc:picChg chg="add del">
          <ac:chgData name="하권" userId="546ba1eaca679e52" providerId="LiveId" clId="{1246CB15-0479-45DB-9430-22AE0D0A67C3}" dt="2021-03-28T12:34:56.890" v="4671" actId="478"/>
          <ac:picMkLst>
            <pc:docMk/>
            <pc:sldMk cId="3681993404" sldId="295"/>
            <ac:picMk id="11" creationId="{91D4D38A-6EC3-4274-8AF3-0097A219BA25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3993918785" sldId="296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993918785" sldId="296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93918785" sldId="296"/>
            <ac:spMk id="3" creationId="{8482A9C5-C5A4-407C-8433-43CEBC55556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93918785" sldId="296"/>
            <ac:spMk id="17" creationId="{6A5788A9-F66B-42F2-BF10-33F2BE04E1B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93918785" sldId="296"/>
            <ac:spMk id="18" creationId="{729B14D9-9A0C-4377-807B-44ED212892C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93918785" sldId="296"/>
            <ac:spMk id="19" creationId="{D6D5E267-B9E7-4D9D-8772-CBBB4FE50CD1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93918785" sldId="296"/>
            <ac:spMk id="20" creationId="{AACC2E07-A9EB-4F30-ABF9-66BF6E253C79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93918785" sldId="296"/>
            <ac:spMk id="27" creationId="{1EF95B41-8741-4E57-BCE6-75D58609C0FA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993918785" sldId="296"/>
            <ac:spMk id="28" creationId="{23E2D5AA-098C-4D27-932C-F64BFC1398DC}"/>
          </ac:spMkLst>
        </pc:sp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3993918785" sldId="296"/>
            <ac:picMk id="5" creationId="{DAAC1CB0-5A93-43EC-AB80-72197C71EA48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3993918785" sldId="296"/>
            <ac:picMk id="6" creationId="{261F0F0A-F052-4430-B6F8-1F1E82733723}"/>
          </ac:picMkLst>
        </pc:pic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3993918785" sldId="296"/>
            <ac:picMk id="8" creationId="{CFBB60B3-BF16-4233-A787-763A42457E26}"/>
          </ac:picMkLst>
        </pc:picChg>
        <pc:picChg chg="del">
          <ac:chgData name="하권" userId="546ba1eaca679e52" providerId="LiveId" clId="{1246CB15-0479-45DB-9430-22AE0D0A67C3}" dt="2021-03-28T12:29:14.365" v="4530" actId="478"/>
          <ac:picMkLst>
            <pc:docMk/>
            <pc:sldMk cId="3993918785" sldId="296"/>
            <ac:picMk id="9" creationId="{3AE4CDE2-5728-440A-ACCE-D3041898A8D3}"/>
          </ac:picMkLst>
        </pc:picChg>
        <pc:picChg chg="del">
          <ac:chgData name="하권" userId="546ba1eaca679e52" providerId="LiveId" clId="{1246CB15-0479-45DB-9430-22AE0D0A67C3}" dt="2021-03-28T12:29:18.676" v="4533" actId="478"/>
          <ac:picMkLst>
            <pc:docMk/>
            <pc:sldMk cId="3993918785" sldId="296"/>
            <ac:picMk id="11" creationId="{3A16BC72-546A-4FE3-B587-F6CD3D2B5A7A}"/>
          </ac:picMkLst>
        </pc:picChg>
        <pc:picChg chg="add mod ord">
          <ac:chgData name="하권" userId="546ba1eaca679e52" providerId="LiveId" clId="{1246CB15-0479-45DB-9430-22AE0D0A67C3}" dt="2021-03-28T16:10:51.348" v="8234"/>
          <ac:picMkLst>
            <pc:docMk/>
            <pc:sldMk cId="3993918785" sldId="296"/>
            <ac:picMk id="12" creationId="{13E3020B-D9C0-47C5-B409-0E50DBCC4064}"/>
          </ac:picMkLst>
        </pc:picChg>
        <pc:picChg chg="del">
          <ac:chgData name="하권" userId="546ba1eaca679e52" providerId="LiveId" clId="{1246CB15-0479-45DB-9430-22AE0D0A67C3}" dt="2021-03-28T12:29:46.459" v="4536" actId="478"/>
          <ac:picMkLst>
            <pc:docMk/>
            <pc:sldMk cId="3993918785" sldId="296"/>
            <ac:picMk id="26" creationId="{6538928E-2F95-4A59-9B12-CCB239757D25}"/>
          </ac:picMkLst>
        </pc:picChg>
      </pc:sldChg>
      <pc:sldChg chg="delSp modSp add mod">
        <pc:chgData name="하권" userId="546ba1eaca679e52" providerId="LiveId" clId="{1246CB15-0479-45DB-9430-22AE0D0A67C3}" dt="2021-03-28T16:10:51.348" v="8234"/>
        <pc:sldMkLst>
          <pc:docMk/>
          <pc:sldMk cId="2986353294" sldId="297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986353294" sldId="297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986353294" sldId="297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2:35:01.483" v="4673" actId="478"/>
          <ac:spMkLst>
            <pc:docMk/>
            <pc:sldMk cId="2986353294" sldId="297"/>
            <ac:spMk id="12" creationId="{9AC6E3C2-5EA5-4C98-8357-BBBB2ACF90F6}"/>
          </ac:spMkLst>
        </pc:spChg>
        <pc:spChg chg="del">
          <ac:chgData name="하권" userId="546ba1eaca679e52" providerId="LiveId" clId="{1246CB15-0479-45DB-9430-22AE0D0A67C3}" dt="2021-03-28T12:35:01.483" v="4673" actId="478"/>
          <ac:spMkLst>
            <pc:docMk/>
            <pc:sldMk cId="2986353294" sldId="297"/>
            <ac:spMk id="15" creationId="{B58E3264-4103-4E53-9686-946301D67326}"/>
          </ac:spMkLst>
        </pc:spChg>
        <pc:spChg chg="del">
          <ac:chgData name="하권" userId="546ba1eaca679e52" providerId="LiveId" clId="{1246CB15-0479-45DB-9430-22AE0D0A67C3}" dt="2021-03-28T12:35:01.483" v="4673" actId="478"/>
          <ac:spMkLst>
            <pc:docMk/>
            <pc:sldMk cId="2986353294" sldId="297"/>
            <ac:spMk id="17" creationId="{4C40C214-C35D-4A23-B993-AA3489A897F6}"/>
          </ac:spMkLst>
        </pc:spChg>
        <pc:spChg chg="del">
          <ac:chgData name="하권" userId="546ba1eaca679e52" providerId="LiveId" clId="{1246CB15-0479-45DB-9430-22AE0D0A67C3}" dt="2021-03-28T12:35:01.483" v="4673" actId="478"/>
          <ac:spMkLst>
            <pc:docMk/>
            <pc:sldMk cId="2986353294" sldId="297"/>
            <ac:spMk id="18" creationId="{2FCA39AA-CBAD-4855-B0E8-A95C882F97DD}"/>
          </ac:spMkLst>
        </pc:spChg>
        <pc:spChg chg="del">
          <ac:chgData name="하권" userId="546ba1eaca679e52" providerId="LiveId" clId="{1246CB15-0479-45DB-9430-22AE0D0A67C3}" dt="2021-03-28T12:35:03.051" v="4674" actId="478"/>
          <ac:spMkLst>
            <pc:docMk/>
            <pc:sldMk cId="2986353294" sldId="297"/>
            <ac:spMk id="19" creationId="{6CB03D5C-2083-4E93-8C60-E8C74B3505B5}"/>
          </ac:spMkLst>
        </pc:spChg>
        <pc:picChg chg="del">
          <ac:chgData name="하권" userId="546ba1eaca679e52" providerId="LiveId" clId="{1246CB15-0479-45DB-9430-22AE0D0A67C3}" dt="2021-03-28T12:35:01.483" v="4673" actId="478"/>
          <ac:picMkLst>
            <pc:docMk/>
            <pc:sldMk cId="2986353294" sldId="297"/>
            <ac:picMk id="5" creationId="{7FC25924-11EE-4831-93A6-7537F8ED276A}"/>
          </ac:picMkLst>
        </pc:picChg>
        <pc:picChg chg="del">
          <ac:chgData name="하권" userId="546ba1eaca679e52" providerId="LiveId" clId="{1246CB15-0479-45DB-9430-22AE0D0A67C3}" dt="2021-03-28T12:35:01.483" v="4673" actId="478"/>
          <ac:picMkLst>
            <pc:docMk/>
            <pc:sldMk cId="2986353294" sldId="297"/>
            <ac:picMk id="7" creationId="{2548646F-D6E5-4EB2-83F7-0436802DF488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2986353294" sldId="297"/>
            <ac:picMk id="11" creationId="{91D4D38A-6EC3-4274-8AF3-0097A219BA25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1030162758" sldId="298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030162758" sldId="298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030162758" sldId="298"/>
            <ac:spMk id="3" creationId="{8482A9C5-C5A4-407C-8433-43CEBC555568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030162758" sldId="298"/>
            <ac:picMk id="5" creationId="{BC849D88-85B1-4EDF-BA19-B4A65CAF0F34}"/>
          </ac:picMkLst>
        </pc:picChg>
        <pc:picChg chg="del">
          <ac:chgData name="하권" userId="546ba1eaca679e52" providerId="LiveId" clId="{1246CB15-0479-45DB-9430-22AE0D0A67C3}" dt="2021-03-28T12:36:32.189" v="4744" actId="478"/>
          <ac:picMkLst>
            <pc:docMk/>
            <pc:sldMk cId="1030162758" sldId="298"/>
            <ac:picMk id="11" creationId="{91D4D38A-6EC3-4274-8AF3-0097A219BA25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2683733346" sldId="299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683733346" sldId="299"/>
            <ac:spMk id="2" creationId="{13ADAF8A-728C-4EBE-B4E8-1382F7CB90EB}"/>
          </ac:spMkLst>
        </pc:spChg>
        <pc:spChg chg="del">
          <ac:chgData name="하권" userId="546ba1eaca679e52" providerId="LiveId" clId="{1246CB15-0479-45DB-9430-22AE0D0A67C3}" dt="2021-03-28T12:37:33.659" v="4751" actId="478"/>
          <ac:spMkLst>
            <pc:docMk/>
            <pc:sldMk cId="2683733346" sldId="299"/>
            <ac:spMk id="3" creationId="{8482A9C5-C5A4-407C-8433-43CEBC555568}"/>
          </ac:spMkLst>
        </pc:spChg>
        <pc:spChg chg="add del mod">
          <ac:chgData name="하권" userId="546ba1eaca679e52" providerId="LiveId" clId="{1246CB15-0479-45DB-9430-22AE0D0A67C3}" dt="2021-03-28T12:37:32.181" v="4750" actId="478"/>
          <ac:spMkLst>
            <pc:docMk/>
            <pc:sldMk cId="2683733346" sldId="299"/>
            <ac:spMk id="6" creationId="{A6F54214-B124-4816-A721-357F95203995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683733346" sldId="299"/>
            <ac:spMk id="8" creationId="{E7BA60AD-30E2-4BD9-8A22-D02261DAB80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683733346" sldId="299"/>
            <ac:spMk id="14" creationId="{4B6AEAC0-5991-4FB6-8BF6-5D018EE33F70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683733346" sldId="299"/>
            <ac:spMk id="15" creationId="{68A20C3C-ECC1-4406-B97A-E2C5E99B19C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683733346" sldId="299"/>
            <ac:spMk id="16" creationId="{BA4798BE-929F-4018-B837-BEA233D63C8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683733346" sldId="299"/>
            <ac:spMk id="17" creationId="{BB0FB9BC-2CEA-4A99-B506-62611EDB4C9E}"/>
          </ac:spMkLst>
        </pc:spChg>
        <pc:picChg chg="del">
          <ac:chgData name="하권" userId="546ba1eaca679e52" providerId="LiveId" clId="{1246CB15-0479-45DB-9430-22AE0D0A67C3}" dt="2021-03-28T12:37:23.885" v="4748" actId="478"/>
          <ac:picMkLst>
            <pc:docMk/>
            <pc:sldMk cId="2683733346" sldId="299"/>
            <ac:picMk id="5" creationId="{BC849D88-85B1-4EDF-BA19-B4A65CAF0F34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683733346" sldId="299"/>
            <ac:picMk id="7" creationId="{FDA22DE2-AC5C-4151-9457-A9DC7EEF4BC3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683733346" sldId="299"/>
            <ac:picMk id="9" creationId="{7D48A953-D959-4928-879B-D2A5E3DF9D61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683733346" sldId="299"/>
            <ac:picMk id="11" creationId="{8CCEC779-8F8E-429A-85AD-96507B9C5D2E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683733346" sldId="299"/>
            <ac:picMk id="13" creationId="{6A4D6391-92EE-42E4-AE26-89C036C83BEC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3419037223" sldId="300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419037223" sldId="300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419037223" sldId="300"/>
            <ac:spMk id="8" creationId="{E7BA60AD-30E2-4BD9-8A22-D02261DAB80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419037223" sldId="300"/>
            <ac:spMk id="12" creationId="{67E2C94B-620E-48B1-A308-EAC75FF344D9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419037223" sldId="300"/>
            <ac:spMk id="14" creationId="{6D0E0825-B964-4A7A-A024-4D606AF1D47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419037223" sldId="300"/>
            <ac:spMk id="15" creationId="{660AB352-88D6-4611-A9BD-BEAA773B7499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419037223" sldId="300"/>
            <ac:spMk id="16" creationId="{8F59D42D-3C13-47E3-A3AD-C85A0F2C3C49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419037223" sldId="300"/>
            <ac:picMk id="4" creationId="{F87E28D1-3B81-40E4-9F82-30F3DFD783CB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419037223" sldId="300"/>
            <ac:picMk id="6" creationId="{35D1E7A7-9928-4EC0-9563-95316CA5A310}"/>
          </ac:picMkLst>
        </pc:picChg>
        <pc:picChg chg="del">
          <ac:chgData name="하권" userId="546ba1eaca679e52" providerId="LiveId" clId="{1246CB15-0479-45DB-9430-22AE0D0A67C3}" dt="2021-03-28T12:39:02.857" v="4854" actId="478"/>
          <ac:picMkLst>
            <pc:docMk/>
            <pc:sldMk cId="3419037223" sldId="300"/>
            <ac:picMk id="7" creationId="{FDA22DE2-AC5C-4151-9457-A9DC7EEF4BC3}"/>
          </ac:picMkLst>
        </pc:picChg>
        <pc:picChg chg="del">
          <ac:chgData name="하권" userId="546ba1eaca679e52" providerId="LiveId" clId="{1246CB15-0479-45DB-9430-22AE0D0A67C3}" dt="2021-03-28T12:39:02.283" v="4853" actId="478"/>
          <ac:picMkLst>
            <pc:docMk/>
            <pc:sldMk cId="3419037223" sldId="300"/>
            <ac:picMk id="9" creationId="{7D48A953-D959-4928-879B-D2A5E3DF9D61}"/>
          </ac:picMkLst>
        </pc:picChg>
        <pc:picChg chg="del">
          <ac:chgData name="하권" userId="546ba1eaca679e52" providerId="LiveId" clId="{1246CB15-0479-45DB-9430-22AE0D0A67C3}" dt="2021-03-28T12:39:02.283" v="4853" actId="478"/>
          <ac:picMkLst>
            <pc:docMk/>
            <pc:sldMk cId="3419037223" sldId="300"/>
            <ac:picMk id="11" creationId="{8CCEC779-8F8E-429A-85AD-96507B9C5D2E}"/>
          </ac:picMkLst>
        </pc:picChg>
        <pc:picChg chg="del mod">
          <ac:chgData name="하권" userId="546ba1eaca679e52" providerId="LiveId" clId="{1246CB15-0479-45DB-9430-22AE0D0A67C3}" dt="2021-03-28T12:39:02.283" v="4853" actId="478"/>
          <ac:picMkLst>
            <pc:docMk/>
            <pc:sldMk cId="3419037223" sldId="300"/>
            <ac:picMk id="13" creationId="{6A4D6391-92EE-42E4-AE26-89C036C83BEC}"/>
          </ac:picMkLst>
        </pc:picChg>
        <pc:picChg chg="add del">
          <ac:chgData name="하권" userId="546ba1eaca679e52" providerId="LiveId" clId="{1246CB15-0479-45DB-9430-22AE0D0A67C3}" dt="2021-03-28T12:45:30.625" v="5269" actId="478"/>
          <ac:picMkLst>
            <pc:docMk/>
            <pc:sldMk cId="3419037223" sldId="300"/>
            <ac:picMk id="17" creationId="{3BF6954E-C2FA-4E92-98CD-B6F04C4005EF}"/>
          </ac:picMkLst>
        </pc:picChg>
        <pc:picChg chg="add del mod">
          <ac:chgData name="하권" userId="546ba1eaca679e52" providerId="LiveId" clId="{1246CB15-0479-45DB-9430-22AE0D0A67C3}" dt="2021-03-28T12:45:25.129" v="5267" actId="478"/>
          <ac:picMkLst>
            <pc:docMk/>
            <pc:sldMk cId="3419037223" sldId="300"/>
            <ac:picMk id="19" creationId="{783D4A70-660D-45D8-B938-B9E85F8691F2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886226860" sldId="301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886226860" sldId="301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886226860" sldId="301"/>
            <ac:spMk id="8" creationId="{E7BA60AD-30E2-4BD9-8A22-D02261DAB80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886226860" sldId="301"/>
            <ac:spMk id="11" creationId="{2E1C5E6D-5F8E-4362-8573-027BE3E9C972}"/>
          </ac:spMkLst>
        </pc:spChg>
        <pc:spChg chg="del">
          <ac:chgData name="하권" userId="546ba1eaca679e52" providerId="LiveId" clId="{1246CB15-0479-45DB-9430-22AE0D0A67C3}" dt="2021-03-28T12:45:35.826" v="5272" actId="478"/>
          <ac:spMkLst>
            <pc:docMk/>
            <pc:sldMk cId="886226860" sldId="301"/>
            <ac:spMk id="12" creationId="{67E2C94B-620E-48B1-A308-EAC75FF344D9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886226860" sldId="301"/>
            <ac:spMk id="13" creationId="{4175EC80-7ED7-4645-BC47-799DFE6F9B73}"/>
          </ac:spMkLst>
        </pc:spChg>
        <pc:spChg chg="del">
          <ac:chgData name="하권" userId="546ba1eaca679e52" providerId="LiveId" clId="{1246CB15-0479-45DB-9430-22AE0D0A67C3}" dt="2021-03-28T12:45:35.826" v="5272" actId="478"/>
          <ac:spMkLst>
            <pc:docMk/>
            <pc:sldMk cId="886226860" sldId="301"/>
            <ac:spMk id="14" creationId="{6D0E0825-B964-4A7A-A024-4D606AF1D477}"/>
          </ac:spMkLst>
        </pc:spChg>
        <pc:spChg chg="del">
          <ac:chgData name="하권" userId="546ba1eaca679e52" providerId="LiveId" clId="{1246CB15-0479-45DB-9430-22AE0D0A67C3}" dt="2021-03-28T12:45:35.826" v="5272" actId="478"/>
          <ac:spMkLst>
            <pc:docMk/>
            <pc:sldMk cId="886226860" sldId="301"/>
            <ac:spMk id="15" creationId="{660AB352-88D6-4611-A9BD-BEAA773B7499}"/>
          </ac:spMkLst>
        </pc:spChg>
        <pc:spChg chg="del">
          <ac:chgData name="하권" userId="546ba1eaca679e52" providerId="LiveId" clId="{1246CB15-0479-45DB-9430-22AE0D0A67C3}" dt="2021-03-28T12:45:35.826" v="5272" actId="478"/>
          <ac:spMkLst>
            <pc:docMk/>
            <pc:sldMk cId="886226860" sldId="301"/>
            <ac:spMk id="16" creationId="{8F59D42D-3C13-47E3-A3AD-C85A0F2C3C49}"/>
          </ac:spMkLst>
        </pc:spChg>
        <pc:picChg chg="del">
          <ac:chgData name="하권" userId="546ba1eaca679e52" providerId="LiveId" clId="{1246CB15-0479-45DB-9430-22AE0D0A67C3}" dt="2021-03-28T12:45:35.826" v="5272" actId="478"/>
          <ac:picMkLst>
            <pc:docMk/>
            <pc:sldMk cId="886226860" sldId="301"/>
            <ac:picMk id="4" creationId="{F87E28D1-3B81-40E4-9F82-30F3DFD783CB}"/>
          </ac:picMkLst>
        </pc:picChg>
        <pc:picChg chg="add del mod">
          <ac:chgData name="하권" userId="546ba1eaca679e52" providerId="LiveId" clId="{1246CB15-0479-45DB-9430-22AE0D0A67C3}" dt="2021-03-28T15:06:24.229" v="5944" actId="478"/>
          <ac:picMkLst>
            <pc:docMk/>
            <pc:sldMk cId="886226860" sldId="301"/>
            <ac:picMk id="5" creationId="{A9A0ADB3-CE63-4D7C-BEBD-6FEF8EB1E70C}"/>
          </ac:picMkLst>
        </pc:picChg>
        <pc:picChg chg="del">
          <ac:chgData name="하권" userId="546ba1eaca679e52" providerId="LiveId" clId="{1246CB15-0479-45DB-9430-22AE0D0A67C3}" dt="2021-03-28T12:45:33.442" v="5270" actId="478"/>
          <ac:picMkLst>
            <pc:docMk/>
            <pc:sldMk cId="886226860" sldId="301"/>
            <ac:picMk id="6" creationId="{35D1E7A7-9928-4EC0-9563-95316CA5A310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886226860" sldId="301"/>
            <ac:picMk id="17" creationId="{3BF6954E-C2FA-4E92-98CD-B6F04C4005EF}"/>
          </ac:picMkLst>
        </pc:picChg>
      </pc:sldChg>
      <pc:sldChg chg="delSp modSp add mod">
        <pc:chgData name="하권" userId="546ba1eaca679e52" providerId="LiveId" clId="{1246CB15-0479-45DB-9430-22AE0D0A67C3}" dt="2021-03-28T16:10:51.348" v="8234"/>
        <pc:sldMkLst>
          <pc:docMk/>
          <pc:sldMk cId="93176754" sldId="302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93176754" sldId="302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93176754" sldId="302"/>
            <ac:spMk id="8" creationId="{E7BA60AD-30E2-4BD9-8A22-D02261DAB80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93176754" sldId="302"/>
            <ac:spMk id="11" creationId="{2E1C5E6D-5F8E-4362-8573-027BE3E9C97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93176754" sldId="302"/>
            <ac:spMk id="13" creationId="{4175EC80-7ED7-4645-BC47-799DFE6F9B73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93176754" sldId="302"/>
            <ac:picMk id="5" creationId="{A9A0ADB3-CE63-4D7C-BEBD-6FEF8EB1E70C}"/>
          </ac:picMkLst>
        </pc:picChg>
        <pc:picChg chg="del">
          <ac:chgData name="하권" userId="546ba1eaca679e52" providerId="LiveId" clId="{1246CB15-0479-45DB-9430-22AE0D0A67C3}" dt="2021-03-28T13:18:15.819" v="5345" actId="478"/>
          <ac:picMkLst>
            <pc:docMk/>
            <pc:sldMk cId="93176754" sldId="302"/>
            <ac:picMk id="17" creationId="{3BF6954E-C2FA-4E92-98CD-B6F04C4005EF}"/>
          </ac:picMkLst>
        </pc:pic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2960752081" sldId="303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960752081" sldId="303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960752081" sldId="303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3:22:06.819" v="5443" actId="478"/>
          <ac:spMkLst>
            <pc:docMk/>
            <pc:sldMk cId="2960752081" sldId="303"/>
            <ac:spMk id="9" creationId="{B16B1066-5F2E-4D47-87FA-0CC6499E25B4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960752081" sldId="303"/>
            <ac:spMk id="11" creationId="{AEA3CF94-5818-43D4-B652-EEC3CB81E909}"/>
          </ac:spMkLst>
        </pc:spChg>
        <pc:spChg chg="del">
          <ac:chgData name="하권" userId="546ba1eaca679e52" providerId="LiveId" clId="{1246CB15-0479-45DB-9430-22AE0D0A67C3}" dt="2021-03-28T13:22:04.364" v="5440" actId="478"/>
          <ac:spMkLst>
            <pc:docMk/>
            <pc:sldMk cId="2960752081" sldId="303"/>
            <ac:spMk id="13" creationId="{FF0B76EE-23E5-4E48-A51C-3606B905F7A7}"/>
          </ac:spMkLst>
        </pc:spChg>
        <pc:picChg chg="del">
          <ac:chgData name="하권" userId="546ba1eaca679e52" providerId="LiveId" clId="{1246CB15-0479-45DB-9430-22AE0D0A67C3}" dt="2021-03-28T13:22:04.722" v="5441" actId="478"/>
          <ac:picMkLst>
            <pc:docMk/>
            <pc:sldMk cId="2960752081" sldId="303"/>
            <ac:picMk id="8" creationId="{DC91459D-4AA4-4169-A5BD-1667202102E8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960752081" sldId="303"/>
            <ac:picMk id="10" creationId="{F64747AC-CF02-405D-A64D-2D9C7868E8F0}"/>
          </ac:picMkLst>
        </pc:picChg>
        <pc:picChg chg="del">
          <ac:chgData name="하권" userId="546ba1eaca679e52" providerId="LiveId" clId="{1246CB15-0479-45DB-9430-22AE0D0A67C3}" dt="2021-03-28T13:22:03.522" v="5439" actId="478"/>
          <ac:picMkLst>
            <pc:docMk/>
            <pc:sldMk cId="2960752081" sldId="303"/>
            <ac:picMk id="15" creationId="{F3C81251-DF67-495F-B41A-41FB0B7B5168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2960752081" sldId="303"/>
            <ac:picMk id="17" creationId="{DAA79D86-D2AD-4DC5-AF59-1484840F944B}"/>
          </ac:picMkLst>
        </pc:picChg>
      </pc:sldChg>
      <pc:sldChg chg="addSp delSp modSp add mod delAnim modAnim">
        <pc:chgData name="하권" userId="546ba1eaca679e52" providerId="LiveId" clId="{1246CB15-0479-45DB-9430-22AE0D0A67C3}" dt="2021-03-28T16:10:51.348" v="8234"/>
        <pc:sldMkLst>
          <pc:docMk/>
          <pc:sldMk cId="1279166486" sldId="304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279166486" sldId="304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279166486" sldId="304"/>
            <ac:spMk id="3" creationId="{8482A9C5-C5A4-407C-8433-43CEBC555568}"/>
          </ac:spMkLst>
        </pc:spChg>
        <pc:spChg chg="del mod">
          <ac:chgData name="하권" userId="546ba1eaca679e52" providerId="LiveId" clId="{1246CB15-0479-45DB-9430-22AE0D0A67C3}" dt="2021-03-28T14:05:31.114" v="5619" actId="478"/>
          <ac:spMkLst>
            <pc:docMk/>
            <pc:sldMk cId="1279166486" sldId="304"/>
            <ac:spMk id="14" creationId="{C2392504-81DC-4F88-B933-8F9D5D796C6C}"/>
          </ac:spMkLst>
        </pc:spChg>
        <pc:spChg chg="add del mod">
          <ac:chgData name="하권" userId="546ba1eaca679e52" providerId="LiveId" clId="{1246CB15-0479-45DB-9430-22AE0D0A67C3}" dt="2021-03-28T14:05:30.440" v="5618" actId="478"/>
          <ac:spMkLst>
            <pc:docMk/>
            <pc:sldMk cId="1279166486" sldId="304"/>
            <ac:spMk id="16" creationId="{2A33DCA2-E2DB-40DB-9D38-732E399FA56F}"/>
          </ac:spMkLst>
        </pc:spChg>
        <pc:spChg chg="add del mod">
          <ac:chgData name="하권" userId="546ba1eaca679e52" providerId="LiveId" clId="{1246CB15-0479-45DB-9430-22AE0D0A67C3}" dt="2021-03-28T14:05:31.873" v="5620" actId="478"/>
          <ac:spMkLst>
            <pc:docMk/>
            <pc:sldMk cId="1279166486" sldId="304"/>
            <ac:spMk id="17" creationId="{E2897E7F-A5D4-4DFB-8A2D-C62DD1E69759}"/>
          </ac:spMkLst>
        </pc:spChg>
        <pc:spChg chg="add del mod">
          <ac:chgData name="하권" userId="546ba1eaca679e52" providerId="LiveId" clId="{1246CB15-0479-45DB-9430-22AE0D0A67C3}" dt="2021-03-28T14:05:32.609" v="5621" actId="478"/>
          <ac:spMkLst>
            <pc:docMk/>
            <pc:sldMk cId="1279166486" sldId="304"/>
            <ac:spMk id="18" creationId="{EA970236-64A8-462F-A3C7-31C18C2D8AD2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279166486" sldId="304"/>
            <ac:spMk id="30" creationId="{D1BCAE48-83F4-47F0-AF3C-231E9E5EA5D7}"/>
          </ac:spMkLst>
        </pc:spChg>
        <pc:spChg chg="add del">
          <ac:chgData name="하권" userId="546ba1eaca679e52" providerId="LiveId" clId="{1246CB15-0479-45DB-9430-22AE0D0A67C3}" dt="2021-03-28T14:23:48.336" v="5695" actId="478"/>
          <ac:spMkLst>
            <pc:docMk/>
            <pc:sldMk cId="1279166486" sldId="304"/>
            <ac:spMk id="31" creationId="{AA869891-B1CC-4F3E-9F2B-847C5BDBAFBD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279166486" sldId="304"/>
            <ac:spMk id="32" creationId="{5EC8B6C3-061A-4375-9DA8-4BDF7CF0BD1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279166486" sldId="304"/>
            <ac:spMk id="73" creationId="{ECA07E9C-768E-44ED-B0B9-B2C166AB071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279166486" sldId="304"/>
            <ac:spMk id="82" creationId="{1F13DF3B-B085-491C-A50C-1B85815F3911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279166486" sldId="304"/>
            <ac:spMk id="83" creationId="{C7344A5D-48B4-4B8F-A3F2-AE17CC3DE34D}"/>
          </ac:spMkLst>
        </pc:spChg>
        <pc:picChg chg="add del mod">
          <ac:chgData name="하권" userId="546ba1eaca679e52" providerId="LiveId" clId="{1246CB15-0479-45DB-9430-22AE0D0A67C3}" dt="2021-03-28T14:05:28.645" v="5615" actId="478"/>
          <ac:picMkLst>
            <pc:docMk/>
            <pc:sldMk cId="1279166486" sldId="304"/>
            <ac:picMk id="5" creationId="{82ABD67D-CFA7-498B-B8CF-DBF2AE860FA2}"/>
          </ac:picMkLst>
        </pc:picChg>
        <pc:picChg chg="del mod">
          <ac:chgData name="하권" userId="546ba1eaca679e52" providerId="LiveId" clId="{1246CB15-0479-45DB-9430-22AE0D0A67C3}" dt="2021-03-28T14:05:29.456" v="5616" actId="478"/>
          <ac:picMkLst>
            <pc:docMk/>
            <pc:sldMk cId="1279166486" sldId="304"/>
            <ac:picMk id="7" creationId="{DDA5EE6F-B9C8-48A8-921F-53ED7C09A11B}"/>
          </ac:picMkLst>
        </pc:picChg>
        <pc:picChg chg="add del mod">
          <ac:chgData name="하권" userId="546ba1eaca679e52" providerId="LiveId" clId="{1246CB15-0479-45DB-9430-22AE0D0A67C3}" dt="2021-03-28T14:05:29.761" v="5617" actId="478"/>
          <ac:picMkLst>
            <pc:docMk/>
            <pc:sldMk cId="1279166486" sldId="304"/>
            <ac:picMk id="8" creationId="{468D44CC-B21A-422B-AB92-7C684598F944}"/>
          </ac:picMkLst>
        </pc:picChg>
        <pc:picChg chg="del">
          <ac:chgData name="하권" userId="546ba1eaca679e52" providerId="LiveId" clId="{1246CB15-0479-45DB-9430-22AE0D0A67C3}" dt="2021-03-28T13:29:22.595" v="5465" actId="478"/>
          <ac:picMkLst>
            <pc:docMk/>
            <pc:sldMk cId="1279166486" sldId="304"/>
            <ac:picMk id="10" creationId="{DC89D769-5198-4E14-92F7-4425160149A2}"/>
          </ac:picMkLst>
        </pc:picChg>
        <pc:picChg chg="add del mod">
          <ac:chgData name="하권" userId="546ba1eaca679e52" providerId="LiveId" clId="{1246CB15-0479-45DB-9430-22AE0D0A67C3}" dt="2021-03-28T14:05:28.314" v="5614" actId="478"/>
          <ac:picMkLst>
            <pc:docMk/>
            <pc:sldMk cId="1279166486" sldId="304"/>
            <ac:picMk id="11" creationId="{19B994E2-EECC-43F1-AC28-5C1E89DB8709}"/>
          </ac:picMkLst>
        </pc:picChg>
        <pc:picChg chg="add del mod">
          <ac:chgData name="하권" userId="546ba1eaca679e52" providerId="LiveId" clId="{1246CB15-0479-45DB-9430-22AE0D0A67C3}" dt="2021-03-28T14:05:27.609" v="5613" actId="478"/>
          <ac:picMkLst>
            <pc:docMk/>
            <pc:sldMk cId="1279166486" sldId="304"/>
            <ac:picMk id="13" creationId="{98C96853-E994-49F1-8894-8786A94B7C48}"/>
          </ac:picMkLst>
        </pc:picChg>
        <pc:picChg chg="del">
          <ac:chgData name="하권" userId="546ba1eaca679e52" providerId="LiveId" clId="{1246CB15-0479-45DB-9430-22AE0D0A67C3}" dt="2021-03-28T13:29:23.905" v="5466" actId="478"/>
          <ac:picMkLst>
            <pc:docMk/>
            <pc:sldMk cId="1279166486" sldId="304"/>
            <ac:picMk id="15" creationId="{7FBA5948-6E24-41D7-BC78-F2E400A2AEF1}"/>
          </ac:picMkLst>
        </pc:picChg>
        <pc:picChg chg="add del mod">
          <ac:chgData name="하권" userId="546ba1eaca679e52" providerId="LiveId" clId="{1246CB15-0479-45DB-9430-22AE0D0A67C3}" dt="2021-03-28T14:17:33.097" v="5657" actId="478"/>
          <ac:picMkLst>
            <pc:docMk/>
            <pc:sldMk cId="1279166486" sldId="304"/>
            <ac:picMk id="20" creationId="{D2BBB6C4-DE72-4A81-AD3D-E930EE05E5B3}"/>
          </ac:picMkLst>
        </pc:picChg>
        <pc:picChg chg="add del mod modCrop">
          <ac:chgData name="하권" userId="546ba1eaca679e52" providerId="LiveId" clId="{1246CB15-0479-45DB-9430-22AE0D0A67C3}" dt="2021-03-28T14:39:48.897" v="5780" actId="478"/>
          <ac:picMkLst>
            <pc:docMk/>
            <pc:sldMk cId="1279166486" sldId="304"/>
            <ac:picMk id="22" creationId="{26464ED7-4B7B-4AE8-921A-01C2BD98583F}"/>
          </ac:picMkLst>
        </pc:picChg>
        <pc:picChg chg="add del mod">
          <ac:chgData name="하권" userId="546ba1eaca679e52" providerId="LiveId" clId="{1246CB15-0479-45DB-9430-22AE0D0A67C3}" dt="2021-03-28T14:37:01.217" v="5774" actId="478"/>
          <ac:picMkLst>
            <pc:docMk/>
            <pc:sldMk cId="1279166486" sldId="304"/>
            <ac:picMk id="24" creationId="{CFB516A9-D95F-4613-BDC0-23769045674E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279166486" sldId="304"/>
            <ac:picMk id="26" creationId="{90095C55-8487-4BE8-A3EA-9922A3E3642C}"/>
          </ac:picMkLst>
        </pc:picChg>
        <pc:picChg chg="add del mod ord">
          <ac:chgData name="하권" userId="546ba1eaca679e52" providerId="LiveId" clId="{1246CB15-0479-45DB-9430-22AE0D0A67C3}" dt="2021-03-28T14:44:34.986" v="5861" actId="478"/>
          <ac:picMkLst>
            <pc:docMk/>
            <pc:sldMk cId="1279166486" sldId="304"/>
            <ac:picMk id="34" creationId="{0808AE42-9976-4CF7-BA61-6BB9A73FCB0E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1279166486" sldId="304"/>
            <ac:picMk id="72" creationId="{09D8DE00-FB34-438E-87A3-6533CC62024D}"/>
          </ac:picMkLst>
        </pc:picChg>
        <pc:picChg chg="add del">
          <ac:chgData name="하권" userId="546ba1eaca679e52" providerId="LiveId" clId="{1246CB15-0479-45DB-9430-22AE0D0A67C3}" dt="2021-03-28T14:53:00.481" v="5923" actId="478"/>
          <ac:picMkLst>
            <pc:docMk/>
            <pc:sldMk cId="1279166486" sldId="304"/>
            <ac:picMk id="85" creationId="{2DDE9330-48B6-41E7-8EB2-FA43E6A25B21}"/>
          </ac:picMkLst>
        </pc:picChg>
        <pc:picChg chg="add del mod">
          <ac:chgData name="하권" userId="546ba1eaca679e52" providerId="LiveId" clId="{1246CB15-0479-45DB-9430-22AE0D0A67C3}" dt="2021-03-28T14:57:16.371" v="5925" actId="21"/>
          <ac:picMkLst>
            <pc:docMk/>
            <pc:sldMk cId="1279166486" sldId="304"/>
            <ac:picMk id="86" creationId="{6DE79428-1619-4910-BC1B-16EDF3E6F8D6}"/>
          </ac:picMkLst>
        </pc:picChg>
        <pc:cxnChg chg="add del mod">
          <ac:chgData name="하권" userId="546ba1eaca679e52" providerId="LiveId" clId="{1246CB15-0479-45DB-9430-22AE0D0A67C3}" dt="2021-03-28T14:23:18.086" v="5684" actId="478"/>
          <ac:cxnSpMkLst>
            <pc:docMk/>
            <pc:sldMk cId="1279166486" sldId="304"/>
            <ac:cxnSpMk id="28" creationId="{3B181074-F048-4DCD-A9B8-03AC1BF565DE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36" creationId="{F00D2F88-2B90-48D4-A41D-A55CE861D4A4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37" creationId="{0BA126F4-3F3E-4094-A954-B4432EB4E9FF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39" creationId="{421B6AC2-78E5-435B-BDAB-551C662EA388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40" creationId="{845F2DB5-7B60-4F39-B966-22E6568AE7D0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42" creationId="{B837372C-60F0-44BB-9CFC-80ADD4A81991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45" creationId="{2161A52B-C326-46E2-AB01-9C402329E4CD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48" creationId="{4917FC1B-A1A6-4325-9BED-5AC0427BA565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53" creationId="{0E74B50E-D523-4933-8F48-A5D5CF5BC840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56" creationId="{43D99E73-0E9B-46EE-BA59-34E8558FCE02}"/>
          </ac:cxnSpMkLst>
        </pc:cxnChg>
        <pc:cxnChg chg="add del mod">
          <ac:chgData name="하권" userId="546ba1eaca679e52" providerId="LiveId" clId="{1246CB15-0479-45DB-9430-22AE0D0A67C3}" dt="2021-03-28T14:44:34.355" v="5860" actId="478"/>
          <ac:cxnSpMkLst>
            <pc:docMk/>
            <pc:sldMk cId="1279166486" sldId="304"/>
            <ac:cxnSpMk id="60" creationId="{AF53E4AD-92E7-4D13-A170-A97804BF605A}"/>
          </ac:cxnSpMkLst>
        </pc:cxnChg>
        <pc:cxnChg chg="add del mod">
          <ac:chgData name="하권" userId="546ba1eaca679e52" providerId="LiveId" clId="{1246CB15-0479-45DB-9430-22AE0D0A67C3}" dt="2021-03-28T14:44:37.322" v="5863" actId="478"/>
          <ac:cxnSpMkLst>
            <pc:docMk/>
            <pc:sldMk cId="1279166486" sldId="304"/>
            <ac:cxnSpMk id="61" creationId="{0C45D4BC-6028-48D0-96F7-4E5D7A5A5C33}"/>
          </ac:cxnSpMkLst>
        </pc:cxnChg>
        <pc:cxnChg chg="add del mod">
          <ac:chgData name="하권" userId="546ba1eaca679e52" providerId="LiveId" clId="{1246CB15-0479-45DB-9430-22AE0D0A67C3}" dt="2021-03-28T14:44:36.305" v="5862" actId="478"/>
          <ac:cxnSpMkLst>
            <pc:docMk/>
            <pc:sldMk cId="1279166486" sldId="304"/>
            <ac:cxnSpMk id="64" creationId="{52295336-FB50-43B2-90FC-4991DF7E8B8A}"/>
          </ac:cxnSpMkLst>
        </pc:cxn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1279166486" sldId="304"/>
            <ac:cxnSpMk id="75" creationId="{8E0084AF-EBB3-491D-A4D4-FD3BA614A342}"/>
          </ac:cxnSpMkLst>
        </pc:cxnChg>
        <pc:cxnChg chg="add mod">
          <ac:chgData name="하권" userId="546ba1eaca679e52" providerId="LiveId" clId="{1246CB15-0479-45DB-9430-22AE0D0A67C3}" dt="2021-03-28T16:10:51.348" v="8234"/>
          <ac:cxnSpMkLst>
            <pc:docMk/>
            <pc:sldMk cId="1279166486" sldId="304"/>
            <ac:cxnSpMk id="78" creationId="{526B8BCB-3038-469B-8704-B216E08D250B}"/>
          </ac:cxnSpMkLst>
        </pc:cxnChg>
      </pc:sldChg>
      <pc:sldChg chg="addSp delSp modSp add mod addAnim delAnim">
        <pc:chgData name="하권" userId="546ba1eaca679e52" providerId="LiveId" clId="{1246CB15-0479-45DB-9430-22AE0D0A67C3}" dt="2021-03-28T16:15:04.431" v="8263" actId="14100"/>
        <pc:sldMkLst>
          <pc:docMk/>
          <pc:sldMk cId="883235827" sldId="305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883235827" sldId="305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883235827" sldId="305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3:50:41.710" v="5499" actId="478"/>
          <ac:spMkLst>
            <pc:docMk/>
            <pc:sldMk cId="883235827" sldId="305"/>
            <ac:spMk id="14" creationId="{C2392504-81DC-4F88-B933-8F9D5D796C6C}"/>
          </ac:spMkLst>
        </pc:spChg>
        <pc:picChg chg="del">
          <ac:chgData name="하권" userId="546ba1eaca679e52" providerId="LiveId" clId="{1246CB15-0479-45DB-9430-22AE0D0A67C3}" dt="2021-03-28T13:50:40.829" v="5498" actId="478"/>
          <ac:picMkLst>
            <pc:docMk/>
            <pc:sldMk cId="883235827" sldId="305"/>
            <ac:picMk id="7" creationId="{DDA5EE6F-B9C8-48A8-921F-53ED7C09A11B}"/>
          </ac:picMkLst>
        </pc:picChg>
        <pc:picChg chg="add del mod">
          <ac:chgData name="하권" userId="546ba1eaca679e52" providerId="LiveId" clId="{1246CB15-0479-45DB-9430-22AE0D0A67C3}" dt="2021-03-28T16:15:04.431" v="8263" actId="14100"/>
          <ac:picMkLst>
            <pc:docMk/>
            <pc:sldMk cId="883235827" sldId="305"/>
            <ac:picMk id="10" creationId="{DC89D769-5198-4E14-92F7-4425160149A2}"/>
          </ac:picMkLst>
        </pc:picChg>
        <pc:picChg chg="del">
          <ac:chgData name="하권" userId="546ba1eaca679e52" providerId="LiveId" clId="{1246CB15-0479-45DB-9430-22AE0D0A67C3}" dt="2021-03-28T13:50:42.172" v="5500" actId="478"/>
          <ac:picMkLst>
            <pc:docMk/>
            <pc:sldMk cId="883235827" sldId="305"/>
            <ac:picMk id="15" creationId="{7FBA5948-6E24-41D7-BC78-F2E400A2AEF1}"/>
          </ac:picMkLst>
        </pc:picChg>
      </pc:sldChg>
      <pc:sldChg chg="add del">
        <pc:chgData name="하권" userId="546ba1eaca679e52" providerId="LiveId" clId="{1246CB15-0479-45DB-9430-22AE0D0A67C3}" dt="2021-03-28T14:05:25.582" v="5612" actId="47"/>
        <pc:sldMkLst>
          <pc:docMk/>
          <pc:sldMk cId="3308056303" sldId="306"/>
        </pc:sldMkLst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2829396396" sldId="307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829396396" sldId="307"/>
            <ac:spMk id="2" creationId="{F65CC735-2FFE-4FE4-87FA-7F5B7C05701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829396396" sldId="307"/>
            <ac:spMk id="5" creationId="{BD8BE806-86B2-4D5F-B296-8DCE47E784A4}"/>
          </ac:spMkLst>
        </pc:spChg>
        <pc:spChg chg="del">
          <ac:chgData name="하권" userId="546ba1eaca679e52" providerId="LiveId" clId="{1246CB15-0479-45DB-9430-22AE0D0A67C3}" dt="2021-03-28T14:01:40.695" v="5519" actId="478"/>
          <ac:spMkLst>
            <pc:docMk/>
            <pc:sldMk cId="2829396396" sldId="307"/>
            <ac:spMk id="6" creationId="{614D24A1-EA9C-4236-9DD0-3FB1D190E8DD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829396396" sldId="307"/>
            <ac:spMk id="7" creationId="{A5C55132-42E0-494E-A156-9791DB75CB19}"/>
          </ac:spMkLst>
        </pc:spChg>
        <pc:graphicFrameChg chg="mod">
          <ac:chgData name="하권" userId="546ba1eaca679e52" providerId="LiveId" clId="{1246CB15-0479-45DB-9430-22AE0D0A67C3}" dt="2021-03-28T16:10:51.348" v="8234"/>
          <ac:graphicFrameMkLst>
            <pc:docMk/>
            <pc:sldMk cId="2829396396" sldId="307"/>
            <ac:graphicFrameMk id="3" creationId="{52E02E9D-515E-426F-86BA-F909C0F0A291}"/>
          </ac:graphicFrameMkLst>
        </pc:graphicFrameChg>
        <pc:graphicFrameChg chg="del">
          <ac:chgData name="하권" userId="546ba1eaca679e52" providerId="LiveId" clId="{1246CB15-0479-45DB-9430-22AE0D0A67C3}" dt="2021-03-28T14:01:38.735" v="5518" actId="478"/>
          <ac:graphicFrameMkLst>
            <pc:docMk/>
            <pc:sldMk cId="2829396396" sldId="307"/>
            <ac:graphicFrameMk id="4" creationId="{53630511-BBE2-4AC8-9863-8C6872C9186B}"/>
          </ac:graphicFrameMkLst>
        </pc:graphicFrameChg>
      </pc:sldChg>
      <pc:sldChg chg="addSp delSp modSp add mod">
        <pc:chgData name="하권" userId="546ba1eaca679e52" providerId="LiveId" clId="{1246CB15-0479-45DB-9430-22AE0D0A67C3}" dt="2021-03-28T16:10:51.348" v="8234"/>
        <pc:sldMkLst>
          <pc:docMk/>
          <pc:sldMk cId="2239535786" sldId="308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239535786" sldId="308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239535786" sldId="308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4:50:39.103" v="5916" actId="478"/>
          <ac:spMkLst>
            <pc:docMk/>
            <pc:sldMk cId="2239535786" sldId="308"/>
            <ac:spMk id="30" creationId="{D1BCAE48-83F4-47F0-AF3C-231E9E5EA5D7}"/>
          </ac:spMkLst>
        </pc:spChg>
        <pc:spChg chg="del">
          <ac:chgData name="하권" userId="546ba1eaca679e52" providerId="LiveId" clId="{1246CB15-0479-45DB-9430-22AE0D0A67C3}" dt="2021-03-28T14:50:42.584" v="5918" actId="478"/>
          <ac:spMkLst>
            <pc:docMk/>
            <pc:sldMk cId="2239535786" sldId="308"/>
            <ac:spMk id="32" creationId="{5EC8B6C3-061A-4375-9DA8-4BDF7CF0BD18}"/>
          </ac:spMkLst>
        </pc:spChg>
        <pc:spChg chg="del">
          <ac:chgData name="하권" userId="546ba1eaca679e52" providerId="LiveId" clId="{1246CB15-0479-45DB-9430-22AE0D0A67C3}" dt="2021-03-28T14:50:41.063" v="5917" actId="478"/>
          <ac:spMkLst>
            <pc:docMk/>
            <pc:sldMk cId="2239535786" sldId="308"/>
            <ac:spMk id="73" creationId="{ECA07E9C-768E-44ED-B0B9-B2C166AB0717}"/>
          </ac:spMkLst>
        </pc:spChg>
        <pc:spChg chg="del">
          <ac:chgData name="하권" userId="546ba1eaca679e52" providerId="LiveId" clId="{1246CB15-0479-45DB-9430-22AE0D0A67C3}" dt="2021-03-28T14:50:44.313" v="5920" actId="478"/>
          <ac:spMkLst>
            <pc:docMk/>
            <pc:sldMk cId="2239535786" sldId="308"/>
            <ac:spMk id="82" creationId="{1F13DF3B-B085-491C-A50C-1B85815F3911}"/>
          </ac:spMkLst>
        </pc:spChg>
        <pc:spChg chg="del">
          <ac:chgData name="하권" userId="546ba1eaca679e52" providerId="LiveId" clId="{1246CB15-0479-45DB-9430-22AE0D0A67C3}" dt="2021-03-28T14:50:44.313" v="5920" actId="478"/>
          <ac:spMkLst>
            <pc:docMk/>
            <pc:sldMk cId="2239535786" sldId="308"/>
            <ac:spMk id="83" creationId="{C7344A5D-48B4-4B8F-A3F2-AE17CC3DE34D}"/>
          </ac:spMkLst>
        </pc:spChg>
        <pc:picChg chg="add del mod">
          <ac:chgData name="하권" userId="546ba1eaca679e52" providerId="LiveId" clId="{1246CB15-0479-45DB-9430-22AE0D0A67C3}" dt="2021-03-28T15:01:27.094" v="5933" actId="478"/>
          <ac:picMkLst>
            <pc:docMk/>
            <pc:sldMk cId="2239535786" sldId="308"/>
            <ac:picMk id="5" creationId="{C12F4049-9D66-46A4-A845-BA3EFC9A7230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239535786" sldId="308"/>
            <ac:picMk id="7" creationId="{98F1BE4B-0208-42D0-B352-B3D055C46846}"/>
          </ac:picMkLst>
        </pc:picChg>
        <pc:picChg chg="add del">
          <ac:chgData name="하권" userId="546ba1eaca679e52" providerId="LiveId" clId="{1246CB15-0479-45DB-9430-22AE0D0A67C3}" dt="2021-03-28T15:23:58.466" v="6136" actId="478"/>
          <ac:picMkLst>
            <pc:docMk/>
            <pc:sldMk cId="2239535786" sldId="308"/>
            <ac:picMk id="9" creationId="{DE9D48B3-D70C-449D-A371-E9C1172C2B88}"/>
          </ac:picMkLst>
        </pc:picChg>
        <pc:picChg chg="del">
          <ac:chgData name="하권" userId="546ba1eaca679e52" providerId="LiveId" clId="{1246CB15-0479-45DB-9430-22AE0D0A67C3}" dt="2021-03-28T14:50:38.439" v="5915" actId="478"/>
          <ac:picMkLst>
            <pc:docMk/>
            <pc:sldMk cId="2239535786" sldId="308"/>
            <ac:picMk id="26" creationId="{90095C55-8487-4BE8-A3EA-9922A3E3642C}"/>
          </ac:picMkLst>
        </pc:picChg>
        <pc:picChg chg="del">
          <ac:chgData name="하권" userId="546ba1eaca679e52" providerId="LiveId" clId="{1246CB15-0479-45DB-9430-22AE0D0A67C3}" dt="2021-03-28T14:50:37.201" v="5914" actId="478"/>
          <ac:picMkLst>
            <pc:docMk/>
            <pc:sldMk cId="2239535786" sldId="308"/>
            <ac:picMk id="72" creationId="{09D8DE00-FB34-438E-87A3-6533CC62024D}"/>
          </ac:picMkLst>
        </pc:picChg>
        <pc:picChg chg="del mod">
          <ac:chgData name="하권" userId="546ba1eaca679e52" providerId="LiveId" clId="{1246CB15-0479-45DB-9430-22AE0D0A67C3}" dt="2021-03-28T14:57:51.222" v="5928" actId="478"/>
          <ac:picMkLst>
            <pc:docMk/>
            <pc:sldMk cId="2239535786" sldId="308"/>
            <ac:picMk id="85" creationId="{2DDE9330-48B6-41E7-8EB2-FA43E6A25B21}"/>
          </ac:picMkLst>
        </pc:picChg>
        <pc:cxnChg chg="del">
          <ac:chgData name="하권" userId="546ba1eaca679e52" providerId="LiveId" clId="{1246CB15-0479-45DB-9430-22AE0D0A67C3}" dt="2021-03-28T14:50:44.313" v="5920" actId="478"/>
          <ac:cxnSpMkLst>
            <pc:docMk/>
            <pc:sldMk cId="2239535786" sldId="308"/>
            <ac:cxnSpMk id="75" creationId="{8E0084AF-EBB3-491D-A4D4-FD3BA614A342}"/>
          </ac:cxnSpMkLst>
        </pc:cxnChg>
        <pc:cxnChg chg="del">
          <ac:chgData name="하권" userId="546ba1eaca679e52" providerId="LiveId" clId="{1246CB15-0479-45DB-9430-22AE0D0A67C3}" dt="2021-03-28T14:50:44.313" v="5920" actId="478"/>
          <ac:cxnSpMkLst>
            <pc:docMk/>
            <pc:sldMk cId="2239535786" sldId="308"/>
            <ac:cxnSpMk id="78" creationId="{526B8BCB-3038-469B-8704-B216E08D250B}"/>
          </ac:cxnSpMkLst>
        </pc:cxnChg>
      </pc:sldChg>
      <pc:sldChg chg="addSp delSp modSp add mod delAnim modAnim">
        <pc:chgData name="하권" userId="546ba1eaca679e52" providerId="LiveId" clId="{1246CB15-0479-45DB-9430-22AE0D0A67C3}" dt="2021-03-28T16:10:51.348" v="8234"/>
        <pc:sldMkLst>
          <pc:docMk/>
          <pc:sldMk cId="2978892615" sldId="309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978892615" sldId="309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2978892615" sldId="309"/>
            <ac:spMk id="3" creationId="{8482A9C5-C5A4-407C-8433-43CEBC555568}"/>
          </ac:spMkLst>
        </pc:sp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2978892615" sldId="309"/>
            <ac:picMk id="4" creationId="{E59D7EDE-77E9-4677-82F8-EE05460AEED9}"/>
          </ac:picMkLst>
        </pc:picChg>
        <pc:picChg chg="add del mod">
          <ac:chgData name="하권" userId="546ba1eaca679e52" providerId="LiveId" clId="{1246CB15-0479-45DB-9430-22AE0D0A67C3}" dt="2021-03-28T14:58:01.152" v="5931" actId="478"/>
          <ac:picMkLst>
            <pc:docMk/>
            <pc:sldMk cId="2978892615" sldId="309"/>
            <ac:picMk id="5" creationId="{75A067F2-B754-4997-8E79-FDDA55BC891C}"/>
          </ac:picMkLst>
        </pc:picChg>
        <pc:picChg chg="del">
          <ac:chgData name="하권" userId="546ba1eaca679e52" providerId="LiveId" clId="{1246CB15-0479-45DB-9430-22AE0D0A67C3}" dt="2021-03-28T14:57:19.415" v="5927" actId="478"/>
          <ac:picMkLst>
            <pc:docMk/>
            <pc:sldMk cId="2978892615" sldId="309"/>
            <ac:picMk id="85" creationId="{2DDE9330-48B6-41E7-8EB2-FA43E6A25B21}"/>
          </ac:picMkLst>
        </pc:picChg>
      </pc:sldChg>
      <pc:sldChg chg="addSp delSp modSp add mod">
        <pc:chgData name="하권" userId="546ba1eaca679e52" providerId="LiveId" clId="{1246CB15-0479-45DB-9430-22AE0D0A67C3}" dt="2021-03-28T16:35:11.541" v="8282"/>
        <pc:sldMkLst>
          <pc:docMk/>
          <pc:sldMk cId="3452411719" sldId="310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452411719" sldId="310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11.541" v="8282"/>
          <ac:spMkLst>
            <pc:docMk/>
            <pc:sldMk cId="3452411719" sldId="310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452411719" sldId="310"/>
            <ac:spMk id="8" creationId="{BCACE5E7-2AED-4995-BE0A-30C0249B014D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452411719" sldId="310"/>
            <ac:spMk id="10" creationId="{4DBF0D46-CFAA-4537-82F5-34E0E93BC73F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452411719" sldId="310"/>
            <ac:spMk id="12" creationId="{14B58B9E-A6BA-4841-8340-B4DB28725368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452411719" sldId="310"/>
            <ac:picMk id="6" creationId="{4989F868-2E60-48BC-8D84-0612B95CE08C}"/>
          </ac:picMkLst>
        </pc:picChg>
        <pc:picChg chg="del">
          <ac:chgData name="하권" userId="546ba1eaca679e52" providerId="LiveId" clId="{1246CB15-0479-45DB-9430-22AE0D0A67C3}" dt="2021-03-28T15:24:00.273" v="6137" actId="478"/>
          <ac:picMkLst>
            <pc:docMk/>
            <pc:sldMk cId="3452411719" sldId="310"/>
            <ac:picMk id="7" creationId="{98F1BE4B-0208-42D0-B352-B3D055C46846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3452411719" sldId="310"/>
            <ac:picMk id="9" creationId="{DE9D48B3-D70C-449D-A371-E9C1172C2B88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452411719" sldId="310"/>
            <ac:picMk id="11" creationId="{8197838D-40AF-4A99-9F8B-FE8AE7B0CE87}"/>
          </ac:picMkLst>
        </pc:picChg>
      </pc:sldChg>
      <pc:sldChg chg="addSp delSp modSp add mod">
        <pc:chgData name="하권" userId="546ba1eaca679e52" providerId="LiveId" clId="{1246CB15-0479-45DB-9430-22AE0D0A67C3}" dt="2021-03-28T16:35:14.097" v="8285"/>
        <pc:sldMkLst>
          <pc:docMk/>
          <pc:sldMk cId="3250316889" sldId="311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250316889" sldId="311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14.097" v="8285"/>
          <ac:spMkLst>
            <pc:docMk/>
            <pc:sldMk cId="3250316889" sldId="311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5:35:59.064" v="6643" actId="478"/>
          <ac:spMkLst>
            <pc:docMk/>
            <pc:sldMk cId="3250316889" sldId="311"/>
            <ac:spMk id="8" creationId="{BCACE5E7-2AED-4995-BE0A-30C0249B014D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250316889" sldId="311"/>
            <ac:spMk id="10" creationId="{4DBF0D46-CFAA-4537-82F5-34E0E93BC73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250316889" sldId="311"/>
            <ac:spMk id="12" creationId="{14B58B9E-A6BA-4841-8340-B4DB287253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3250316889" sldId="311"/>
            <ac:spMk id="15" creationId="{DEC18C2C-A4B9-4EE9-91A7-B82EB04177D5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250316889" sldId="311"/>
            <ac:picMk id="5" creationId="{AE44C6AF-022F-4292-A4B9-9595F066755E}"/>
          </ac:picMkLst>
        </pc:picChg>
        <pc:picChg chg="del">
          <ac:chgData name="하권" userId="546ba1eaca679e52" providerId="LiveId" clId="{1246CB15-0479-45DB-9430-22AE0D0A67C3}" dt="2021-03-28T15:35:59.064" v="6643" actId="478"/>
          <ac:picMkLst>
            <pc:docMk/>
            <pc:sldMk cId="3250316889" sldId="311"/>
            <ac:picMk id="6" creationId="{4989F868-2E60-48BC-8D84-0612B95CE08C}"/>
          </ac:picMkLst>
        </pc:picChg>
        <pc:picChg chg="del">
          <ac:chgData name="하권" userId="546ba1eaca679e52" providerId="LiveId" clId="{1246CB15-0479-45DB-9430-22AE0D0A67C3}" dt="2021-03-28T15:28:44.033" v="6426" actId="478"/>
          <ac:picMkLst>
            <pc:docMk/>
            <pc:sldMk cId="3250316889" sldId="311"/>
            <ac:picMk id="9" creationId="{DE9D48B3-D70C-449D-A371-E9C1172C2B88}"/>
          </ac:picMkLst>
        </pc:picChg>
        <pc:picChg chg="del">
          <ac:chgData name="하권" userId="546ba1eaca679e52" providerId="LiveId" clId="{1246CB15-0479-45DB-9430-22AE0D0A67C3}" dt="2021-03-28T15:34:26.752" v="6606" actId="478"/>
          <ac:picMkLst>
            <pc:docMk/>
            <pc:sldMk cId="3250316889" sldId="311"/>
            <ac:picMk id="11" creationId="{8197838D-40AF-4A99-9F8B-FE8AE7B0CE87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250316889" sldId="311"/>
            <ac:picMk id="13" creationId="{7CCDCEDB-8445-41E9-9FFB-0B89FD0582A9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250316889" sldId="311"/>
            <ac:picMk id="14" creationId="{630FD08F-296D-4FCB-AEDF-72C799C384D4}"/>
          </ac:picMkLst>
        </pc:picChg>
      </pc:sldChg>
      <pc:sldChg chg="addSp delSp modSp add mod">
        <pc:chgData name="하권" userId="546ba1eaca679e52" providerId="LiveId" clId="{1246CB15-0479-45DB-9430-22AE0D0A67C3}" dt="2021-03-28T16:35:16.292" v="8288"/>
        <pc:sldMkLst>
          <pc:docMk/>
          <pc:sldMk cId="2476453937" sldId="312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476453937" sldId="312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16.292" v="8288"/>
          <ac:spMkLst>
            <pc:docMk/>
            <pc:sldMk cId="2476453937" sldId="312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5:35:52.055" v="6642" actId="478"/>
          <ac:spMkLst>
            <pc:docMk/>
            <pc:sldMk cId="2476453937" sldId="312"/>
            <ac:spMk id="8" creationId="{BCACE5E7-2AED-4995-BE0A-30C0249B014D}"/>
          </ac:spMkLst>
        </pc:spChg>
        <pc:spChg chg="del">
          <ac:chgData name="하권" userId="546ba1eaca679e52" providerId="LiveId" clId="{1246CB15-0479-45DB-9430-22AE0D0A67C3}" dt="2021-03-28T15:36:06.496" v="6646" actId="478"/>
          <ac:spMkLst>
            <pc:docMk/>
            <pc:sldMk cId="2476453937" sldId="312"/>
            <ac:spMk id="10" creationId="{4DBF0D46-CFAA-4537-82F5-34E0E93BC73F}"/>
          </ac:spMkLst>
        </pc:spChg>
        <pc:spChg chg="del">
          <ac:chgData name="하권" userId="546ba1eaca679e52" providerId="LiveId" clId="{1246CB15-0479-45DB-9430-22AE0D0A67C3}" dt="2021-03-28T15:36:06.496" v="6646" actId="478"/>
          <ac:spMkLst>
            <pc:docMk/>
            <pc:sldMk cId="2476453937" sldId="312"/>
            <ac:spMk id="12" creationId="{14B58B9E-A6BA-4841-8340-B4DB28725368}"/>
          </ac:spMkLst>
        </pc:spChg>
        <pc:picChg chg="del">
          <ac:chgData name="하권" userId="546ba1eaca679e52" providerId="LiveId" clId="{1246CB15-0479-45DB-9430-22AE0D0A67C3}" dt="2021-03-28T15:36:06.496" v="6646" actId="478"/>
          <ac:picMkLst>
            <pc:docMk/>
            <pc:sldMk cId="2476453937" sldId="312"/>
            <ac:picMk id="5" creationId="{AE44C6AF-022F-4292-A4B9-9595F066755E}"/>
          </ac:picMkLst>
        </pc:picChg>
        <pc:picChg chg="del">
          <ac:chgData name="하권" userId="546ba1eaca679e52" providerId="LiveId" clId="{1246CB15-0479-45DB-9430-22AE0D0A67C3}" dt="2021-03-28T15:35:52.055" v="6642" actId="478"/>
          <ac:picMkLst>
            <pc:docMk/>
            <pc:sldMk cId="2476453937" sldId="312"/>
            <ac:picMk id="6" creationId="{4989F868-2E60-48BC-8D84-0612B95CE08C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476453937" sldId="312"/>
            <ac:picMk id="7" creationId="{1BEAC1F6-4CD7-44A0-A91B-B85A5FF7E0D4}"/>
          </ac:picMkLst>
        </pc:picChg>
        <pc:picChg chg="add del">
          <ac:chgData name="하권" userId="546ba1eaca679e52" providerId="LiveId" clId="{1246CB15-0479-45DB-9430-22AE0D0A67C3}" dt="2021-03-28T15:37:43.014" v="6746" actId="478"/>
          <ac:picMkLst>
            <pc:docMk/>
            <pc:sldMk cId="2476453937" sldId="312"/>
            <ac:picMk id="11" creationId="{DCF5785A-D289-4BC2-8C37-0BC7749FEFC3}"/>
          </ac:picMkLst>
        </pc:picChg>
        <pc:picChg chg="del">
          <ac:chgData name="하권" userId="546ba1eaca679e52" providerId="LiveId" clId="{1246CB15-0479-45DB-9430-22AE0D0A67C3}" dt="2021-03-28T15:36:06.496" v="6646" actId="478"/>
          <ac:picMkLst>
            <pc:docMk/>
            <pc:sldMk cId="2476453937" sldId="312"/>
            <ac:picMk id="13" creationId="{7CCDCEDB-8445-41E9-9FFB-0B89FD0582A9}"/>
          </ac:picMkLst>
        </pc:picChg>
      </pc:sldChg>
      <pc:sldChg chg="addSp delSp modSp add mod">
        <pc:chgData name="하권" userId="546ba1eaca679e52" providerId="LiveId" clId="{1246CB15-0479-45DB-9430-22AE0D0A67C3}" dt="2021-03-28T16:35:19.006" v="8291"/>
        <pc:sldMkLst>
          <pc:docMk/>
          <pc:sldMk cId="690027500" sldId="313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690027500" sldId="313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19.006" v="8291"/>
          <ac:spMkLst>
            <pc:docMk/>
            <pc:sldMk cId="690027500" sldId="313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5:35:48.912" v="6641" actId="478"/>
          <ac:spMkLst>
            <pc:docMk/>
            <pc:sldMk cId="690027500" sldId="313"/>
            <ac:spMk id="8" creationId="{BCACE5E7-2AED-4995-BE0A-30C0249B014D}"/>
          </ac:spMkLst>
        </pc:spChg>
        <pc:spChg chg="del">
          <ac:chgData name="하권" userId="546ba1eaca679e52" providerId="LiveId" clId="{1246CB15-0479-45DB-9430-22AE0D0A67C3}" dt="2021-03-28T15:35:48.912" v="6641" actId="478"/>
          <ac:spMkLst>
            <pc:docMk/>
            <pc:sldMk cId="690027500" sldId="313"/>
            <ac:spMk id="10" creationId="{4DBF0D46-CFAA-4537-82F5-34E0E93BC73F}"/>
          </ac:spMkLst>
        </pc:spChg>
        <pc:spChg chg="del">
          <ac:chgData name="하권" userId="546ba1eaca679e52" providerId="LiveId" clId="{1246CB15-0479-45DB-9430-22AE0D0A67C3}" dt="2021-03-28T15:35:48.912" v="6641" actId="478"/>
          <ac:spMkLst>
            <pc:docMk/>
            <pc:sldMk cId="690027500" sldId="313"/>
            <ac:spMk id="12" creationId="{14B58B9E-A6BA-4841-8340-B4DB287253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690027500" sldId="313"/>
            <ac:spMk id="14" creationId="{235B2B5B-E621-4D03-B879-A691D95BB9BA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690027500" sldId="313"/>
            <ac:spMk id="15" creationId="{B1A84F23-9C78-4B77-922B-88287FB67264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690027500" sldId="313"/>
            <ac:spMk id="22" creationId="{D6475F9F-1DBB-4F29-BF71-559CAE02C07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690027500" sldId="313"/>
            <ac:spMk id="23" creationId="{2792617F-B823-4696-8596-09B8F1283BB9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690027500" sldId="313"/>
            <ac:spMk id="24" creationId="{3DDB297A-A619-4768-8A96-E77E86FEC0BA}"/>
          </ac:spMkLst>
        </pc:spChg>
        <pc:picChg chg="del">
          <ac:chgData name="하권" userId="546ba1eaca679e52" providerId="LiveId" clId="{1246CB15-0479-45DB-9430-22AE0D0A67C3}" dt="2021-03-28T15:35:48.912" v="6641" actId="478"/>
          <ac:picMkLst>
            <pc:docMk/>
            <pc:sldMk cId="690027500" sldId="313"/>
            <ac:picMk id="5" creationId="{AE44C6AF-022F-4292-A4B9-9595F066755E}"/>
          </ac:picMkLst>
        </pc:picChg>
        <pc:picChg chg="del">
          <ac:chgData name="하권" userId="546ba1eaca679e52" providerId="LiveId" clId="{1246CB15-0479-45DB-9430-22AE0D0A67C3}" dt="2021-03-28T15:35:48.912" v="6641" actId="478"/>
          <ac:picMkLst>
            <pc:docMk/>
            <pc:sldMk cId="690027500" sldId="313"/>
            <ac:picMk id="6" creationId="{4989F868-2E60-48BC-8D84-0612B95CE08C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690027500" sldId="313"/>
            <ac:picMk id="7" creationId="{8B078EAF-EE51-4881-9CA8-D7B965563189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690027500" sldId="313"/>
            <ac:picMk id="11" creationId="{A19B04C5-338C-4C5A-84AA-19A903F35F65}"/>
          </ac:picMkLst>
        </pc:picChg>
        <pc:picChg chg="del">
          <ac:chgData name="하권" userId="546ba1eaca679e52" providerId="LiveId" clId="{1246CB15-0479-45DB-9430-22AE0D0A67C3}" dt="2021-03-28T15:35:48.912" v="6641" actId="478"/>
          <ac:picMkLst>
            <pc:docMk/>
            <pc:sldMk cId="690027500" sldId="313"/>
            <ac:picMk id="13" creationId="{7CCDCEDB-8445-41E9-9FFB-0B89FD0582A9}"/>
          </ac:picMkLst>
        </pc:picChg>
        <pc:picChg chg="add del mod">
          <ac:chgData name="하권" userId="546ba1eaca679e52" providerId="LiveId" clId="{1246CB15-0479-45DB-9430-22AE0D0A67C3}" dt="2021-03-28T15:40:53.102" v="6832" actId="478"/>
          <ac:picMkLst>
            <pc:docMk/>
            <pc:sldMk cId="690027500" sldId="313"/>
            <ac:picMk id="17" creationId="{9A0EA861-AD3A-49F4-B319-628B7C39080E}"/>
          </ac:picMkLst>
        </pc:picChg>
        <pc:picChg chg="add del mod">
          <ac:chgData name="하권" userId="546ba1eaca679e52" providerId="LiveId" clId="{1246CB15-0479-45DB-9430-22AE0D0A67C3}" dt="2021-03-28T15:40:52.701" v="6831" actId="478"/>
          <ac:picMkLst>
            <pc:docMk/>
            <pc:sldMk cId="690027500" sldId="313"/>
            <ac:picMk id="19" creationId="{20EE5143-6580-4A56-8971-6B74A5DEC726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690027500" sldId="313"/>
            <ac:picMk id="20" creationId="{72590775-85AB-4BC8-845D-2799A3848B3C}"/>
          </ac:picMkLst>
        </pc:picChg>
      </pc:sldChg>
      <pc:sldChg chg="addSp delSp modSp add mod">
        <pc:chgData name="하권" userId="546ba1eaca679e52" providerId="LiveId" clId="{1246CB15-0479-45DB-9430-22AE0D0A67C3}" dt="2021-03-28T16:35:21.468" v="8294"/>
        <pc:sldMkLst>
          <pc:docMk/>
          <pc:sldMk cId="4046817422" sldId="314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21.468" v="8294"/>
          <ac:spMkLst>
            <pc:docMk/>
            <pc:sldMk cId="4046817422" sldId="314"/>
            <ac:spMk id="3" creationId="{8482A9C5-C5A4-407C-8433-43CEBC555568}"/>
          </ac:spMkLst>
        </pc:spChg>
        <pc:spChg chg="del mod">
          <ac:chgData name="하권" userId="546ba1eaca679e52" providerId="LiveId" clId="{1246CB15-0479-45DB-9430-22AE0D0A67C3}" dt="2021-03-28T15:46:31.382" v="7175" actId="478"/>
          <ac:spMkLst>
            <pc:docMk/>
            <pc:sldMk cId="4046817422" sldId="314"/>
            <ac:spMk id="14" creationId="{235B2B5B-E621-4D03-B879-A691D95BB9BA}"/>
          </ac:spMkLst>
        </pc:spChg>
        <pc:spChg chg="del">
          <ac:chgData name="하권" userId="546ba1eaca679e52" providerId="LiveId" clId="{1246CB15-0479-45DB-9430-22AE0D0A67C3}" dt="2021-03-28T15:40:55.909" v="6834" actId="478"/>
          <ac:spMkLst>
            <pc:docMk/>
            <pc:sldMk cId="4046817422" sldId="314"/>
            <ac:spMk id="15" creationId="{B1A84F23-9C78-4B77-922B-88287FB67264}"/>
          </ac:spMkLst>
        </pc:spChg>
        <pc:spChg chg="add del mod">
          <ac:chgData name="하권" userId="546ba1eaca679e52" providerId="LiveId" clId="{1246CB15-0479-45DB-9430-22AE0D0A67C3}" dt="2021-03-28T15:46:29.959" v="7173" actId="478"/>
          <ac:spMkLst>
            <pc:docMk/>
            <pc:sldMk cId="4046817422" sldId="314"/>
            <ac:spMk id="20" creationId="{D0B13F5F-6DFE-439B-8C29-6301B3A482F6}"/>
          </ac:spMkLst>
        </pc:spChg>
        <pc:spChg chg="add del mod">
          <ac:chgData name="하권" userId="546ba1eaca679e52" providerId="LiveId" clId="{1246CB15-0479-45DB-9430-22AE0D0A67C3}" dt="2021-03-28T15:46:30.782" v="7174" actId="478"/>
          <ac:spMkLst>
            <pc:docMk/>
            <pc:sldMk cId="4046817422" sldId="314"/>
            <ac:spMk id="21" creationId="{64689BA4-A699-40E4-A6A6-7F22658F1D95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2" creationId="{4CA0A856-EF0E-49AA-B33E-3C4FE68E1AA2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3" creationId="{BDD31F07-A6E2-41CC-B172-5CFBEDC89981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4" creationId="{E2358782-43E5-4433-98FB-D3AEC17CBDDD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5" creationId="{7BDAC162-C416-4A79-9909-1D8E23DDB75E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6" creationId="{ACF97A83-5D53-4574-B382-7129E2E93CE0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7" creationId="{E3C4F18A-BFB7-40BA-9424-B259E43D2061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8" creationId="{533DC67B-4B34-4E0B-ABF0-773B39EDD75B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4046817422" sldId="314"/>
            <ac:spMk id="29" creationId="{604ABDDE-0D15-4E05-AB1F-14EF04855E97}"/>
          </ac:spMkLst>
        </pc:sp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4046817422" sldId="314"/>
            <ac:picMk id="5" creationId="{50585AAB-F7D5-4560-AC6F-8298DF3F022A}"/>
          </ac:picMkLst>
        </pc:picChg>
        <pc:picChg chg="del">
          <ac:chgData name="하권" userId="546ba1eaca679e52" providerId="LiveId" clId="{1246CB15-0479-45DB-9430-22AE0D0A67C3}" dt="2021-03-28T15:40:56.847" v="6835" actId="478"/>
          <ac:picMkLst>
            <pc:docMk/>
            <pc:sldMk cId="4046817422" sldId="314"/>
            <ac:picMk id="7" creationId="{8B078EAF-EE51-4881-9CA8-D7B965563189}"/>
          </ac:picMkLst>
        </pc:picChg>
        <pc:picChg chg="add del mod">
          <ac:chgData name="하권" userId="546ba1eaca679e52" providerId="LiveId" clId="{1246CB15-0479-45DB-9430-22AE0D0A67C3}" dt="2021-03-28T15:42:03.182" v="6850" actId="478"/>
          <ac:picMkLst>
            <pc:docMk/>
            <pc:sldMk cId="4046817422" sldId="314"/>
            <ac:picMk id="8" creationId="{BD7B9B4A-BF13-4C1B-9FCA-1DC68FE67631}"/>
          </ac:picMkLst>
        </pc:picChg>
        <pc:picChg chg="add del mod">
          <ac:chgData name="하권" userId="546ba1eaca679e52" providerId="LiveId" clId="{1246CB15-0479-45DB-9430-22AE0D0A67C3}" dt="2021-03-28T15:42:03.501" v="6851" actId="478"/>
          <ac:picMkLst>
            <pc:docMk/>
            <pc:sldMk cId="4046817422" sldId="314"/>
            <ac:picMk id="10" creationId="{CBBAD89A-CF0D-413A-B045-777149097167}"/>
          </ac:picMkLst>
        </pc:picChg>
        <pc:picChg chg="del">
          <ac:chgData name="하권" userId="546ba1eaca679e52" providerId="LiveId" clId="{1246CB15-0479-45DB-9430-22AE0D0A67C3}" dt="2021-03-28T15:40:55.661" v="6833" actId="478"/>
          <ac:picMkLst>
            <pc:docMk/>
            <pc:sldMk cId="4046817422" sldId="314"/>
            <ac:picMk id="11" creationId="{A19B04C5-338C-4C5A-84AA-19A903F35F65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4046817422" sldId="314"/>
            <ac:picMk id="16" creationId="{0E51DAF6-460E-4223-806A-349051273265}"/>
          </ac:picMkLst>
        </pc:picChg>
        <pc:picChg chg="del mod">
          <ac:chgData name="하권" userId="546ba1eaca679e52" providerId="LiveId" clId="{1246CB15-0479-45DB-9430-22AE0D0A67C3}" dt="2021-03-28T15:43:21.090" v="6958" actId="21"/>
          <ac:picMkLst>
            <pc:docMk/>
            <pc:sldMk cId="4046817422" sldId="314"/>
            <ac:picMk id="17" creationId="{9A0EA861-AD3A-49F4-B319-628B7C39080E}"/>
          </ac:picMkLst>
        </pc:picChg>
        <pc:picChg chg="add mod modCrop">
          <ac:chgData name="하권" userId="546ba1eaca679e52" providerId="LiveId" clId="{1246CB15-0479-45DB-9430-22AE0D0A67C3}" dt="2021-03-28T16:10:51.348" v="8234"/>
          <ac:picMkLst>
            <pc:docMk/>
            <pc:sldMk cId="4046817422" sldId="314"/>
            <ac:picMk id="18" creationId="{8472B3B7-132B-445A-9597-E22E5AECA7C4}"/>
          </ac:picMkLst>
        </pc:picChg>
        <pc:picChg chg="add del mod modCrop">
          <ac:chgData name="하권" userId="546ba1eaca679e52" providerId="LiveId" clId="{1246CB15-0479-45DB-9430-22AE0D0A67C3}" dt="2021-03-28T16:10:51.348" v="8234"/>
          <ac:picMkLst>
            <pc:docMk/>
            <pc:sldMk cId="4046817422" sldId="314"/>
            <ac:picMk id="19" creationId="{20EE5143-6580-4A56-8971-6B74A5DEC726}"/>
          </ac:picMkLst>
        </pc:picChg>
      </pc:sldChg>
      <pc:sldChg chg="addSp delSp modSp add mod">
        <pc:chgData name="하권" userId="546ba1eaca679e52" providerId="LiveId" clId="{1246CB15-0479-45DB-9430-22AE0D0A67C3}" dt="2021-03-28T16:35:23.885" v="8297"/>
        <pc:sldMkLst>
          <pc:docMk/>
          <pc:sldMk cId="971024347" sldId="315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971024347" sldId="315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23.885" v="8297"/>
          <ac:spMkLst>
            <pc:docMk/>
            <pc:sldMk cId="971024347" sldId="315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5:48:03.333" v="7240" actId="478"/>
          <ac:spMkLst>
            <pc:docMk/>
            <pc:sldMk cId="971024347" sldId="315"/>
            <ac:spMk id="14" creationId="{235B2B5B-E621-4D03-B879-A691D95BB9BA}"/>
          </ac:spMkLst>
        </pc:spChg>
        <pc:picChg chg="del">
          <ac:chgData name="하권" userId="546ba1eaca679e52" providerId="LiveId" clId="{1246CB15-0479-45DB-9430-22AE0D0A67C3}" dt="2021-03-28T15:44:23.349" v="6988" actId="478"/>
          <ac:picMkLst>
            <pc:docMk/>
            <pc:sldMk cId="971024347" sldId="315"/>
            <ac:picMk id="5" creationId="{50585AAB-F7D5-4560-AC6F-8298DF3F022A}"/>
          </ac:picMkLst>
        </pc:picChg>
        <pc:picChg chg="add del mod">
          <ac:chgData name="하권" userId="546ba1eaca679e52" providerId="LiveId" clId="{1246CB15-0479-45DB-9430-22AE0D0A67C3}" dt="2021-03-28T15:47:48.021" v="7237" actId="478"/>
          <ac:picMkLst>
            <pc:docMk/>
            <pc:sldMk cId="971024347" sldId="315"/>
            <ac:picMk id="6" creationId="{4DB497CA-0BFE-49B6-9E9C-71D939023D40}"/>
          </ac:picMkLst>
        </pc:picChg>
        <pc:picChg chg="del">
          <ac:chgData name="하권" userId="546ba1eaca679e52" providerId="LiveId" clId="{1246CB15-0479-45DB-9430-22AE0D0A67C3}" dt="2021-03-28T15:44:24.793" v="6989" actId="21"/>
          <ac:picMkLst>
            <pc:docMk/>
            <pc:sldMk cId="971024347" sldId="315"/>
            <ac:picMk id="8" creationId="{BD7B9B4A-BF13-4C1B-9FCA-1DC68FE67631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971024347" sldId="315"/>
            <ac:picMk id="9" creationId="{D6CFE03B-E781-4F88-87ED-CB9F3C6FAAE2}"/>
          </ac:picMkLst>
        </pc:picChg>
        <pc:picChg chg="del">
          <ac:chgData name="하권" userId="546ba1eaca679e52" providerId="LiveId" clId="{1246CB15-0479-45DB-9430-22AE0D0A67C3}" dt="2021-03-28T15:44:24.793" v="6989" actId="21"/>
          <ac:picMkLst>
            <pc:docMk/>
            <pc:sldMk cId="971024347" sldId="315"/>
            <ac:picMk id="10" creationId="{CBBAD89A-CF0D-413A-B045-777149097167}"/>
          </ac:picMkLst>
        </pc:picChg>
        <pc:picChg chg="add del mod">
          <ac:chgData name="하권" userId="546ba1eaca679e52" providerId="LiveId" clId="{1246CB15-0479-45DB-9430-22AE0D0A67C3}" dt="2021-03-28T15:49:39.837" v="7322" actId="478"/>
          <ac:picMkLst>
            <pc:docMk/>
            <pc:sldMk cId="971024347" sldId="315"/>
            <ac:picMk id="12" creationId="{A49857EC-6A40-4B76-BCFE-8C7CC23005FC}"/>
          </ac:picMkLst>
        </pc:picChg>
        <pc:picChg chg="del mod">
          <ac:chgData name="하권" userId="546ba1eaca679e52" providerId="LiveId" clId="{1246CB15-0479-45DB-9430-22AE0D0A67C3}" dt="2021-03-28T15:47:47.621" v="7236" actId="478"/>
          <ac:picMkLst>
            <pc:docMk/>
            <pc:sldMk cId="971024347" sldId="315"/>
            <ac:picMk id="17" creationId="{9A0EA861-AD3A-49F4-B319-628B7C39080E}"/>
          </ac:picMkLst>
        </pc:picChg>
        <pc:picChg chg="del">
          <ac:chgData name="하권" userId="546ba1eaca679e52" providerId="LiveId" clId="{1246CB15-0479-45DB-9430-22AE0D0A67C3}" dt="2021-03-28T15:44:23.078" v="6987" actId="478"/>
          <ac:picMkLst>
            <pc:docMk/>
            <pc:sldMk cId="971024347" sldId="315"/>
            <ac:picMk id="19" creationId="{20EE5143-6580-4A56-8971-6B74A5DEC726}"/>
          </ac:picMkLst>
        </pc:picChg>
      </pc:sldChg>
      <pc:sldChg chg="addSp delSp modSp add mod">
        <pc:chgData name="하권" userId="546ba1eaca679e52" providerId="LiveId" clId="{1246CB15-0479-45DB-9430-22AE0D0A67C3}" dt="2021-03-28T16:35:28.451" v="8301" actId="478"/>
        <pc:sldMkLst>
          <pc:docMk/>
          <pc:sldMk cId="1621928389" sldId="316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621928389" sldId="316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26.370" v="8300"/>
          <ac:spMkLst>
            <pc:docMk/>
            <pc:sldMk cId="1621928389" sldId="316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621928389" sldId="316"/>
            <ac:spMk id="6" creationId="{AAEEF16F-3C2C-4354-901B-D82BE1DDADD5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1621928389" sldId="316"/>
            <ac:spMk id="7" creationId="{61AAE2F4-1C97-4077-BB35-9C6BF77097A4}"/>
          </ac:spMkLst>
        </pc:spChg>
        <pc:spChg chg="add del mod">
          <ac:chgData name="하권" userId="546ba1eaca679e52" providerId="LiveId" clId="{1246CB15-0479-45DB-9430-22AE0D0A67C3}" dt="2021-03-28T16:35:28.451" v="8301" actId="478"/>
          <ac:spMkLst>
            <pc:docMk/>
            <pc:sldMk cId="1621928389" sldId="316"/>
            <ac:spMk id="11" creationId="{D9B5AA9F-8311-4E86-8554-89B973108891}"/>
          </ac:spMkLst>
        </pc:spChg>
        <pc:picChg chg="add del">
          <ac:chgData name="하권" userId="546ba1eaca679e52" providerId="LiveId" clId="{1246CB15-0479-45DB-9430-22AE0D0A67C3}" dt="2021-03-28T15:52:01.342" v="7445" actId="478"/>
          <ac:picMkLst>
            <pc:docMk/>
            <pc:sldMk cId="1621928389" sldId="316"/>
            <ac:picMk id="5" creationId="{35BC75D1-076D-4563-BC7A-537D4A65B5D8}"/>
          </ac:picMkLst>
        </pc:picChg>
        <pc:picChg chg="del">
          <ac:chgData name="하권" userId="546ba1eaca679e52" providerId="LiveId" clId="{1246CB15-0479-45DB-9430-22AE0D0A67C3}" dt="2021-03-28T15:49:45.211" v="7326" actId="478"/>
          <ac:picMkLst>
            <pc:docMk/>
            <pc:sldMk cId="1621928389" sldId="316"/>
            <ac:picMk id="9" creationId="{D6CFE03B-E781-4F88-87ED-CB9F3C6FAAE2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1621928389" sldId="316"/>
            <ac:picMk id="12" creationId="{A49857EC-6A40-4B76-BCFE-8C7CC23005FC}"/>
          </ac:picMkLst>
        </pc:picChg>
      </pc:sldChg>
      <pc:sldChg chg="addSp delSp modSp add mod">
        <pc:chgData name="하권" userId="546ba1eaca679e52" providerId="LiveId" clId="{1246CB15-0479-45DB-9430-22AE0D0A67C3}" dt="2021-03-28T16:35:34.037" v="8304"/>
        <pc:sldMkLst>
          <pc:docMk/>
          <pc:sldMk cId="2935180972" sldId="317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935180972" sldId="317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34.037" v="8304"/>
          <ac:spMkLst>
            <pc:docMk/>
            <pc:sldMk cId="2935180972" sldId="317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5:52:12.764" v="7451" actId="478"/>
          <ac:spMkLst>
            <pc:docMk/>
            <pc:sldMk cId="2935180972" sldId="317"/>
            <ac:spMk id="6" creationId="{AAEEF16F-3C2C-4354-901B-D82BE1DDADD5}"/>
          </ac:spMkLst>
        </pc:spChg>
        <pc:spChg chg="del">
          <ac:chgData name="하권" userId="546ba1eaca679e52" providerId="LiveId" clId="{1246CB15-0479-45DB-9430-22AE0D0A67C3}" dt="2021-03-28T15:52:03.741" v="7447" actId="478"/>
          <ac:spMkLst>
            <pc:docMk/>
            <pc:sldMk cId="2935180972" sldId="317"/>
            <ac:spMk id="7" creationId="{61AAE2F4-1C97-4077-BB35-9C6BF77097A4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935180972" sldId="317"/>
            <ac:spMk id="8" creationId="{7398BA8F-074A-4620-A9FC-66D744910A66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935180972" sldId="317"/>
            <ac:spMk id="9" creationId="{A687437F-8A32-4810-BA28-DA65A9F21F1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935180972" sldId="317"/>
            <ac:spMk id="17" creationId="{6C8437BD-5B59-4DB0-9D8D-166656B367F5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935180972" sldId="317"/>
            <ac:spMk id="18" creationId="{F55608F1-C411-4694-808A-F1A0FDFCAC57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935180972" sldId="317"/>
            <ac:spMk id="19" creationId="{2103A77F-D11F-47C9-8112-7BDC3AE9C17F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935180972" sldId="317"/>
            <ac:spMk id="20" creationId="{EC310DE6-8C4E-4044-96BA-3E8C3939DD1F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935180972" sldId="317"/>
            <ac:spMk id="21" creationId="{C1E16A67-9D98-44FB-9755-B178E770FC8E}"/>
          </ac:spMkLst>
        </pc:spChg>
        <pc:picChg chg="mod ord">
          <ac:chgData name="하권" userId="546ba1eaca679e52" providerId="LiveId" clId="{1246CB15-0479-45DB-9430-22AE0D0A67C3}" dt="2021-03-28T16:10:51.348" v="8234"/>
          <ac:picMkLst>
            <pc:docMk/>
            <pc:sldMk cId="2935180972" sldId="317"/>
            <ac:picMk id="5" creationId="{35BC75D1-076D-4563-BC7A-537D4A65B5D8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935180972" sldId="317"/>
            <ac:picMk id="10" creationId="{F54EE071-0EBD-4A3E-B5DE-CC730DB0AA22}"/>
          </ac:picMkLst>
        </pc:picChg>
        <pc:picChg chg="del">
          <ac:chgData name="하권" userId="546ba1eaca679e52" providerId="LiveId" clId="{1246CB15-0479-45DB-9430-22AE0D0A67C3}" dt="2021-03-28T15:52:02.621" v="7446" actId="478"/>
          <ac:picMkLst>
            <pc:docMk/>
            <pc:sldMk cId="2935180972" sldId="317"/>
            <ac:picMk id="12" creationId="{A49857EC-6A40-4B76-BCFE-8C7CC23005FC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935180972" sldId="317"/>
            <ac:picMk id="13" creationId="{0F6E89F3-2860-45E1-BBA8-CA7B4444056C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935180972" sldId="317"/>
            <ac:picMk id="15" creationId="{562D3E7B-BA41-4896-819C-A066E104D4FC}"/>
          </ac:picMkLst>
        </pc:picChg>
      </pc:sldChg>
      <pc:sldChg chg="modSp add mod">
        <pc:chgData name="하권" userId="546ba1eaca679e52" providerId="LiveId" clId="{1246CB15-0479-45DB-9430-22AE0D0A67C3}" dt="2021-03-28T16:35:36.485" v="8307"/>
        <pc:sldMkLst>
          <pc:docMk/>
          <pc:sldMk cId="3834483209" sldId="318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834483209" sldId="318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36.485" v="8307"/>
          <ac:spMkLst>
            <pc:docMk/>
            <pc:sldMk cId="3834483209" sldId="318"/>
            <ac:spMk id="3" creationId="{8482A9C5-C5A4-407C-8433-43CEBC55556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834483209" sldId="318"/>
            <ac:spMk id="8" creationId="{7398BA8F-074A-4620-A9FC-66D744910A66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834483209" sldId="318"/>
            <ac:spMk id="9" creationId="{A687437F-8A32-4810-BA28-DA65A9F21F17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834483209" sldId="318"/>
            <ac:spMk id="17" creationId="{6C8437BD-5B59-4DB0-9D8D-166656B367F5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834483209" sldId="318"/>
            <ac:spMk id="18" creationId="{F55608F1-C411-4694-808A-F1A0FDFCAC57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834483209" sldId="318"/>
            <ac:spMk id="19" creationId="{2103A77F-D11F-47C9-8112-7BDC3AE9C17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834483209" sldId="318"/>
            <ac:spMk id="20" creationId="{EC310DE6-8C4E-4044-96BA-3E8C3939DD1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3834483209" sldId="318"/>
            <ac:spMk id="21" creationId="{C1E16A67-9D98-44FB-9755-B178E770FC8E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3834483209" sldId="318"/>
            <ac:picMk id="5" creationId="{35BC75D1-076D-4563-BC7A-537D4A65B5D8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3834483209" sldId="318"/>
            <ac:picMk id="10" creationId="{F54EE071-0EBD-4A3E-B5DE-CC730DB0AA22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3834483209" sldId="318"/>
            <ac:picMk id="13" creationId="{0F6E89F3-2860-45E1-BBA8-CA7B4444056C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3834483209" sldId="318"/>
            <ac:picMk id="15" creationId="{562D3E7B-BA41-4896-819C-A066E104D4FC}"/>
          </ac:picMkLst>
        </pc:picChg>
      </pc:sldChg>
      <pc:sldChg chg="addSp delSp modSp add mod">
        <pc:chgData name="하권" userId="546ba1eaca679e52" providerId="LiveId" clId="{1246CB15-0479-45DB-9430-22AE0D0A67C3}" dt="2021-03-28T16:35:40.837" v="8310"/>
        <pc:sldMkLst>
          <pc:docMk/>
          <pc:sldMk cId="3652368660" sldId="319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3652368660" sldId="319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40.837" v="8310"/>
          <ac:spMkLst>
            <pc:docMk/>
            <pc:sldMk cId="3652368660" sldId="319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5:58:54.331" v="7750" actId="478"/>
          <ac:spMkLst>
            <pc:docMk/>
            <pc:sldMk cId="3652368660" sldId="319"/>
            <ac:spMk id="6" creationId="{AAEEF16F-3C2C-4354-901B-D82BE1DDADD5}"/>
          </ac:spMkLst>
        </pc:spChg>
        <pc:spChg chg="del">
          <ac:chgData name="하권" userId="546ba1eaca679e52" providerId="LiveId" clId="{1246CB15-0479-45DB-9430-22AE0D0A67C3}" dt="2021-03-28T15:58:53.747" v="7749" actId="478"/>
          <ac:spMkLst>
            <pc:docMk/>
            <pc:sldMk cId="3652368660" sldId="319"/>
            <ac:spMk id="7" creationId="{61AAE2F4-1C97-4077-BB35-9C6BF77097A4}"/>
          </ac:spMkLst>
        </pc:spChg>
        <pc:spChg chg="del">
          <ac:chgData name="하권" userId="546ba1eaca679e52" providerId="LiveId" clId="{1246CB15-0479-45DB-9430-22AE0D0A67C3}" dt="2021-03-28T15:58:57.147" v="7752" actId="478"/>
          <ac:spMkLst>
            <pc:docMk/>
            <pc:sldMk cId="3652368660" sldId="319"/>
            <ac:spMk id="11" creationId="{D9B5AA9F-8311-4E86-8554-89B973108891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3652368660" sldId="319"/>
            <ac:picMk id="5" creationId="{8D9EA39B-D9FA-468B-A06A-D8079F6D8538}"/>
          </ac:picMkLst>
        </pc:picChg>
        <pc:picChg chg="del">
          <ac:chgData name="하권" userId="546ba1eaca679e52" providerId="LiveId" clId="{1246CB15-0479-45DB-9430-22AE0D0A67C3}" dt="2021-03-28T15:58:24.700" v="7746" actId="478"/>
          <ac:picMkLst>
            <pc:docMk/>
            <pc:sldMk cId="3652368660" sldId="319"/>
            <ac:picMk id="12" creationId="{A49857EC-6A40-4B76-BCFE-8C7CC23005FC}"/>
          </ac:picMkLst>
        </pc:picChg>
      </pc:sldChg>
      <pc:sldChg chg="addSp delSp modSp add mod">
        <pc:chgData name="하권" userId="546ba1eaca679e52" providerId="LiveId" clId="{1246CB15-0479-45DB-9430-22AE0D0A67C3}" dt="2021-03-28T16:35:45.380" v="8316"/>
        <pc:sldMkLst>
          <pc:docMk/>
          <pc:sldMk cId="2471623245" sldId="320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471623245" sldId="320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45.380" v="8316"/>
          <ac:spMkLst>
            <pc:docMk/>
            <pc:sldMk cId="2471623245" sldId="320"/>
            <ac:spMk id="3" creationId="{8482A9C5-C5A4-407C-8433-43CEBC555568}"/>
          </ac:spMkLst>
        </pc:spChg>
        <pc:spChg chg="add del mod">
          <ac:chgData name="하권" userId="546ba1eaca679e52" providerId="LiveId" clId="{1246CB15-0479-45DB-9430-22AE0D0A67C3}" dt="2021-03-28T16:04:24.177" v="8120" actId="478"/>
          <ac:spMkLst>
            <pc:docMk/>
            <pc:sldMk cId="2471623245" sldId="320"/>
            <ac:spMk id="7" creationId="{6A5FBCA6-E41F-44D6-8ECD-5F921FD6F8EA}"/>
          </ac:spMkLst>
        </pc:spChg>
        <pc:spChg chg="add del mod">
          <ac:chgData name="하권" userId="546ba1eaca679e52" providerId="LiveId" clId="{1246CB15-0479-45DB-9430-22AE0D0A67C3}" dt="2021-03-28T16:04:23.506" v="8119" actId="478"/>
          <ac:spMkLst>
            <pc:docMk/>
            <pc:sldMk cId="2471623245" sldId="320"/>
            <ac:spMk id="8" creationId="{09B3F58E-21FA-40FB-9596-9F093ABCF029}"/>
          </ac:spMkLst>
        </pc:spChg>
        <pc:spChg chg="add del mod">
          <ac:chgData name="하권" userId="546ba1eaca679e52" providerId="LiveId" clId="{1246CB15-0479-45DB-9430-22AE0D0A67C3}" dt="2021-03-28T16:04:20.083" v="8116" actId="478"/>
          <ac:spMkLst>
            <pc:docMk/>
            <pc:sldMk cId="2471623245" sldId="320"/>
            <ac:spMk id="13" creationId="{42B2E850-0D46-48B0-88ED-C5BD58342F63}"/>
          </ac:spMkLst>
        </pc:spChg>
        <pc:spChg chg="add del mod">
          <ac:chgData name="하권" userId="546ba1eaca679e52" providerId="LiveId" clId="{1246CB15-0479-45DB-9430-22AE0D0A67C3}" dt="2021-03-28T16:04:33.874" v="8125" actId="478"/>
          <ac:spMkLst>
            <pc:docMk/>
            <pc:sldMk cId="2471623245" sldId="320"/>
            <ac:spMk id="14" creationId="{EFB81B59-39FD-4C8C-949F-3136B2E0D22A}"/>
          </ac:spMkLst>
        </pc:spChg>
        <pc:spChg chg="add mod">
          <ac:chgData name="하권" userId="546ba1eaca679e52" providerId="LiveId" clId="{1246CB15-0479-45DB-9430-22AE0D0A67C3}" dt="2021-03-28T16:10:51.348" v="8234"/>
          <ac:spMkLst>
            <pc:docMk/>
            <pc:sldMk cId="2471623245" sldId="320"/>
            <ac:spMk id="15" creationId="{22761F26-3FCC-47A5-91B0-54DA72DC71CE}"/>
          </ac:spMkLst>
        </pc:spChg>
        <pc:picChg chg="del mod">
          <ac:chgData name="하권" userId="546ba1eaca679e52" providerId="LiveId" clId="{1246CB15-0479-45DB-9430-22AE0D0A67C3}" dt="2021-03-28T16:00:47.345" v="7931" actId="478"/>
          <ac:picMkLst>
            <pc:docMk/>
            <pc:sldMk cId="2471623245" sldId="320"/>
            <ac:picMk id="5" creationId="{8D9EA39B-D9FA-468B-A06A-D8079F6D8538}"/>
          </ac:picMkLst>
        </pc:picChg>
        <pc:picChg chg="add del mod">
          <ac:chgData name="하권" userId="546ba1eaca679e52" providerId="LiveId" clId="{1246CB15-0479-45DB-9430-22AE0D0A67C3}" dt="2021-03-28T16:04:22.891" v="8118" actId="478"/>
          <ac:picMkLst>
            <pc:docMk/>
            <pc:sldMk cId="2471623245" sldId="320"/>
            <ac:picMk id="6" creationId="{011F99C8-8CF0-4BFC-ABEE-6009AA1ED31C}"/>
          </ac:picMkLst>
        </pc:picChg>
        <pc:picChg chg="add del mod">
          <ac:chgData name="하권" userId="546ba1eaca679e52" providerId="LiveId" clId="{1246CB15-0479-45DB-9430-22AE0D0A67C3}" dt="2021-03-28T16:04:19.138" v="8115" actId="478"/>
          <ac:picMkLst>
            <pc:docMk/>
            <pc:sldMk cId="2471623245" sldId="320"/>
            <ac:picMk id="10" creationId="{06B8B050-26C9-4004-A589-ACCF7F7A0077}"/>
          </ac:picMkLst>
        </pc:pic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471623245" sldId="320"/>
            <ac:picMk id="12" creationId="{9A486049-0C0C-4C53-8C97-755FBAF5334B}"/>
          </ac:picMkLst>
        </pc:picChg>
      </pc:sldChg>
      <pc:sldChg chg="delSp modSp add mod ord">
        <pc:chgData name="하권" userId="546ba1eaca679e52" providerId="LiveId" clId="{1246CB15-0479-45DB-9430-22AE0D0A67C3}" dt="2021-03-28T16:35:43.316" v="8313"/>
        <pc:sldMkLst>
          <pc:docMk/>
          <pc:sldMk cId="1541529271" sldId="321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1541529271" sldId="321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43.316" v="8313"/>
          <ac:spMkLst>
            <pc:docMk/>
            <pc:sldMk cId="1541529271" sldId="321"/>
            <ac:spMk id="3" creationId="{8482A9C5-C5A4-407C-8433-43CEBC555568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41529271" sldId="321"/>
            <ac:spMk id="7" creationId="{6A5FBCA6-E41F-44D6-8ECD-5F921FD6F8EA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41529271" sldId="321"/>
            <ac:spMk id="8" creationId="{09B3F58E-21FA-40FB-9596-9F093ABCF029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41529271" sldId="321"/>
            <ac:spMk id="13" creationId="{42B2E850-0D46-48B0-88ED-C5BD58342F63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k cId="1541529271" sldId="321"/>
            <ac:spMk id="14" creationId="{EFB81B59-39FD-4C8C-949F-3136B2E0D22A}"/>
          </ac:spMkLst>
        </pc:spChg>
        <pc:picChg chg="mod">
          <ac:chgData name="하권" userId="546ba1eaca679e52" providerId="LiveId" clId="{1246CB15-0479-45DB-9430-22AE0D0A67C3}" dt="2021-03-28T16:10:51.348" v="8234"/>
          <ac:picMkLst>
            <pc:docMk/>
            <pc:sldMk cId="1541529271" sldId="321"/>
            <ac:picMk id="6" creationId="{011F99C8-8CF0-4BFC-ABEE-6009AA1ED31C}"/>
          </ac:picMkLst>
        </pc:picChg>
        <pc:picChg chg="mod">
          <ac:chgData name="하권" userId="546ba1eaca679e52" providerId="LiveId" clId="{1246CB15-0479-45DB-9430-22AE0D0A67C3}" dt="2021-03-28T16:10:51.348" v="8234"/>
          <ac:picMkLst>
            <pc:docMk/>
            <pc:sldMk cId="1541529271" sldId="321"/>
            <ac:picMk id="10" creationId="{06B8B050-26C9-4004-A589-ACCF7F7A0077}"/>
          </ac:picMkLst>
        </pc:picChg>
        <pc:picChg chg="del">
          <ac:chgData name="하권" userId="546ba1eaca679e52" providerId="LiveId" clId="{1246CB15-0479-45DB-9430-22AE0D0A67C3}" dt="2021-03-28T16:04:15.683" v="8112" actId="478"/>
          <ac:picMkLst>
            <pc:docMk/>
            <pc:sldMk cId="1541529271" sldId="321"/>
            <ac:picMk id="12" creationId="{9A486049-0C0C-4C53-8C97-755FBAF5334B}"/>
          </ac:picMkLst>
        </pc:picChg>
      </pc:sldChg>
      <pc:sldChg chg="addSp delSp modSp add mod">
        <pc:chgData name="하권" userId="546ba1eaca679e52" providerId="LiveId" clId="{1246CB15-0479-45DB-9430-22AE0D0A67C3}" dt="2021-03-28T16:35:47.461" v="8319"/>
        <pc:sldMkLst>
          <pc:docMk/>
          <pc:sldMk cId="2043771467" sldId="322"/>
        </pc:sldMkLst>
        <pc:spChg chg="mod">
          <ac:chgData name="하권" userId="546ba1eaca679e52" providerId="LiveId" clId="{1246CB15-0479-45DB-9430-22AE0D0A67C3}" dt="2021-03-28T16:10:51.348" v="8234"/>
          <ac:spMkLst>
            <pc:docMk/>
            <pc:sldMk cId="2043771467" sldId="322"/>
            <ac:spMk id="2" creationId="{13ADAF8A-728C-4EBE-B4E8-1382F7CB90EB}"/>
          </ac:spMkLst>
        </pc:spChg>
        <pc:spChg chg="mod">
          <ac:chgData name="하권" userId="546ba1eaca679e52" providerId="LiveId" clId="{1246CB15-0479-45DB-9430-22AE0D0A67C3}" dt="2021-03-28T16:35:47.461" v="8319"/>
          <ac:spMkLst>
            <pc:docMk/>
            <pc:sldMk cId="2043771467" sldId="322"/>
            <ac:spMk id="3" creationId="{8482A9C5-C5A4-407C-8433-43CEBC555568}"/>
          </ac:spMkLst>
        </pc:spChg>
        <pc:spChg chg="del">
          <ac:chgData name="하권" userId="546ba1eaca679e52" providerId="LiveId" clId="{1246CB15-0479-45DB-9430-22AE0D0A67C3}" dt="2021-03-28T16:06:35.928" v="8137" actId="478"/>
          <ac:spMkLst>
            <pc:docMk/>
            <pc:sldMk cId="2043771467" sldId="322"/>
            <ac:spMk id="15" creationId="{22761F26-3FCC-47A5-91B0-54DA72DC71CE}"/>
          </ac:spMkLst>
        </pc:spChg>
        <pc:picChg chg="add mod">
          <ac:chgData name="하권" userId="546ba1eaca679e52" providerId="LiveId" clId="{1246CB15-0479-45DB-9430-22AE0D0A67C3}" dt="2021-03-28T16:10:51.348" v="8234"/>
          <ac:picMkLst>
            <pc:docMk/>
            <pc:sldMk cId="2043771467" sldId="322"/>
            <ac:picMk id="5" creationId="{41D542EA-DE35-48B2-B8BC-F4422F1CB641}"/>
          </ac:picMkLst>
        </pc:picChg>
        <pc:picChg chg="add del">
          <ac:chgData name="하권" userId="546ba1eaca679e52" providerId="LiveId" clId="{1246CB15-0479-45DB-9430-22AE0D0A67C3}" dt="2021-03-28T16:34:43.984" v="8275" actId="21"/>
          <ac:picMkLst>
            <pc:docMk/>
            <pc:sldMk cId="2043771467" sldId="322"/>
            <ac:picMk id="7" creationId="{372A13A6-8341-4530-9417-64870C45F7ED}"/>
          </ac:picMkLst>
        </pc:picChg>
        <pc:picChg chg="del">
          <ac:chgData name="하권" userId="546ba1eaca679e52" providerId="LiveId" clId="{1246CB15-0479-45DB-9430-22AE0D0A67C3}" dt="2021-03-28T16:06:34.873" v="8136" actId="478"/>
          <ac:picMkLst>
            <pc:docMk/>
            <pc:sldMk cId="2043771467" sldId="322"/>
            <ac:picMk id="12" creationId="{9A486049-0C0C-4C53-8C97-755FBAF5334B}"/>
          </ac:picMkLst>
        </pc:picChg>
      </pc:sldChg>
      <pc:sldChg chg="addSp delSp modSp add mod">
        <pc:chgData name="하권" userId="546ba1eaca679e52" providerId="LiveId" clId="{1246CB15-0479-45DB-9430-22AE0D0A67C3}" dt="2021-03-28T16:35:08.877" v="8279"/>
        <pc:sldMkLst>
          <pc:docMk/>
          <pc:sldMk cId="1886725081" sldId="323"/>
        </pc:sldMkLst>
        <pc:spChg chg="mod">
          <ac:chgData name="하권" userId="546ba1eaca679e52" providerId="LiveId" clId="{1246CB15-0479-45DB-9430-22AE0D0A67C3}" dt="2021-03-28T16:35:08.877" v="8279"/>
          <ac:spMkLst>
            <pc:docMk/>
            <pc:sldMk cId="1886725081" sldId="323"/>
            <ac:spMk id="3" creationId="{8482A9C5-C5A4-407C-8433-43CEBC555568}"/>
          </ac:spMkLst>
        </pc:spChg>
        <pc:spChg chg="mod">
          <ac:chgData name="하권" userId="546ba1eaca679e52" providerId="LiveId" clId="{1246CB15-0479-45DB-9430-22AE0D0A67C3}" dt="2021-03-28T16:15:54.934" v="8269" actId="1076"/>
          <ac:spMkLst>
            <pc:docMk/>
            <pc:sldMk cId="1886725081" sldId="323"/>
            <ac:spMk id="8" creationId="{BCACE5E7-2AED-4995-BE0A-30C0249B014D}"/>
          </ac:spMkLst>
        </pc:spChg>
        <pc:spChg chg="del">
          <ac:chgData name="하권" userId="546ba1eaca679e52" providerId="LiveId" clId="{1246CB15-0479-45DB-9430-22AE0D0A67C3}" dt="2021-03-28T16:15:47.439" v="8267" actId="478"/>
          <ac:spMkLst>
            <pc:docMk/>
            <pc:sldMk cId="1886725081" sldId="323"/>
            <ac:spMk id="10" creationId="{4DBF0D46-CFAA-4537-82F5-34E0E93BC73F}"/>
          </ac:spMkLst>
        </pc:spChg>
        <pc:spChg chg="del">
          <ac:chgData name="하권" userId="546ba1eaca679e52" providerId="LiveId" clId="{1246CB15-0479-45DB-9430-22AE0D0A67C3}" dt="2021-03-28T16:15:44.536" v="8265" actId="478"/>
          <ac:spMkLst>
            <pc:docMk/>
            <pc:sldMk cId="1886725081" sldId="323"/>
            <ac:spMk id="12" creationId="{14B58B9E-A6BA-4841-8340-B4DB28725368}"/>
          </ac:spMkLst>
        </pc:spChg>
        <pc:picChg chg="mod">
          <ac:chgData name="하권" userId="546ba1eaca679e52" providerId="LiveId" clId="{1246CB15-0479-45DB-9430-22AE0D0A67C3}" dt="2021-03-28T16:15:54.934" v="8269" actId="1076"/>
          <ac:picMkLst>
            <pc:docMk/>
            <pc:sldMk cId="1886725081" sldId="323"/>
            <ac:picMk id="6" creationId="{4989F868-2E60-48BC-8D84-0612B95CE08C}"/>
          </ac:picMkLst>
        </pc:picChg>
        <pc:picChg chg="del">
          <ac:chgData name="하권" userId="546ba1eaca679e52" providerId="LiveId" clId="{1246CB15-0479-45DB-9430-22AE0D0A67C3}" dt="2021-03-28T16:15:44.536" v="8265" actId="478"/>
          <ac:picMkLst>
            <pc:docMk/>
            <pc:sldMk cId="1886725081" sldId="323"/>
            <ac:picMk id="9" creationId="{DE9D48B3-D70C-449D-A371-E9C1172C2B88}"/>
          </ac:picMkLst>
        </pc:picChg>
        <pc:picChg chg="del">
          <ac:chgData name="하권" userId="546ba1eaca679e52" providerId="LiveId" clId="{1246CB15-0479-45DB-9430-22AE0D0A67C3}" dt="2021-03-28T16:15:44.935" v="8266" actId="478"/>
          <ac:picMkLst>
            <pc:docMk/>
            <pc:sldMk cId="1886725081" sldId="323"/>
            <ac:picMk id="11" creationId="{8197838D-40AF-4A99-9F8B-FE8AE7B0CE87}"/>
          </ac:picMkLst>
        </pc:picChg>
        <pc:picChg chg="add mod">
          <ac:chgData name="하권" userId="546ba1eaca679e52" providerId="LiveId" clId="{1246CB15-0479-45DB-9430-22AE0D0A67C3}" dt="2021-03-28T16:15:57.480" v="8271" actId="1076"/>
          <ac:picMkLst>
            <pc:docMk/>
            <pc:sldMk cId="1886725081" sldId="323"/>
            <ac:picMk id="13" creationId="{CA63EC79-1AC3-42CE-A36E-FDAABEE8E893}"/>
          </ac:picMkLst>
        </pc:picChg>
      </pc:sldChg>
      <pc:sldChg chg="addSp delSp modSp add del mod">
        <pc:chgData name="하권" userId="546ba1eaca679e52" providerId="LiveId" clId="{1246CB15-0479-45DB-9430-22AE0D0A67C3}" dt="2021-03-28T17:14:15.083" v="8422" actId="47"/>
        <pc:sldMkLst>
          <pc:docMk/>
          <pc:sldMk cId="275849947" sldId="324"/>
        </pc:sldMkLst>
        <pc:spChg chg="mod">
          <ac:chgData name="하권" userId="546ba1eaca679e52" providerId="LiveId" clId="{1246CB15-0479-45DB-9430-22AE0D0A67C3}" dt="2021-03-28T16:36:28.989" v="8345" actId="20577"/>
          <ac:spMkLst>
            <pc:docMk/>
            <pc:sldMk cId="275849947" sldId="324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6:39:06.696" v="8397" actId="164"/>
          <ac:spMkLst>
            <pc:docMk/>
            <pc:sldMk cId="275849947" sldId="324"/>
            <ac:spMk id="4" creationId="{320A1C51-4D21-4C63-94BD-CCF892D6C382}"/>
          </ac:spMkLst>
        </pc:spChg>
        <pc:spChg chg="add mod ord">
          <ac:chgData name="하권" userId="546ba1eaca679e52" providerId="LiveId" clId="{1246CB15-0479-45DB-9430-22AE0D0A67C3}" dt="2021-03-28T16:40:22.482" v="8414" actId="14100"/>
          <ac:spMkLst>
            <pc:docMk/>
            <pc:sldMk cId="275849947" sldId="324"/>
            <ac:spMk id="7" creationId="{96A880BF-815C-4AC0-A31D-A62D2F843B29}"/>
          </ac:spMkLst>
        </pc:spChg>
        <pc:spChg chg="add mod">
          <ac:chgData name="하권" userId="546ba1eaca679e52" providerId="LiveId" clId="{1246CB15-0479-45DB-9430-22AE0D0A67C3}" dt="2021-03-28T16:40:16.979" v="8413" actId="1035"/>
          <ac:spMkLst>
            <pc:docMk/>
            <pc:sldMk cId="275849947" sldId="324"/>
            <ac:spMk id="10" creationId="{589C0072-E8B6-4DA8-88FD-FD14559FB1DC}"/>
          </ac:spMkLst>
        </pc:spChg>
        <pc:spChg chg="add mod">
          <ac:chgData name="하권" userId="546ba1eaca679e52" providerId="LiveId" clId="{1246CB15-0479-45DB-9430-22AE0D0A67C3}" dt="2021-03-28T16:39:06.696" v="8397" actId="164"/>
          <ac:spMkLst>
            <pc:docMk/>
            <pc:sldMk cId="275849947" sldId="324"/>
            <ac:spMk id="11" creationId="{553B0003-C8C7-4189-A5C2-BBDEDB581E46}"/>
          </ac:spMkLst>
        </pc:spChg>
        <pc:spChg chg="add mod">
          <ac:chgData name="하권" userId="546ba1eaca679e52" providerId="LiveId" clId="{1246CB15-0479-45DB-9430-22AE0D0A67C3}" dt="2021-03-28T16:40:24.602" v="8415" actId="1076"/>
          <ac:spMkLst>
            <pc:docMk/>
            <pc:sldMk cId="275849947" sldId="324"/>
            <ac:spMk id="13" creationId="{B095E3B5-E5CC-4477-87E2-47325DF0040A}"/>
          </ac:spMkLst>
        </pc:spChg>
        <pc:spChg chg="add del mod">
          <ac:chgData name="하권" userId="546ba1eaca679e52" providerId="LiveId" clId="{1246CB15-0479-45DB-9430-22AE0D0A67C3}" dt="2021-03-28T16:40:03.788" v="8409" actId="478"/>
          <ac:spMkLst>
            <pc:docMk/>
            <pc:sldMk cId="275849947" sldId="324"/>
            <ac:spMk id="14" creationId="{71870C44-1C26-4D56-B79A-4EDDB1E649CF}"/>
          </ac:spMkLst>
        </pc:spChg>
        <pc:spChg chg="del">
          <ac:chgData name="하권" userId="546ba1eaca679e52" providerId="LiveId" clId="{1246CB15-0479-45DB-9430-22AE0D0A67C3}" dt="2021-03-28T16:34:42.156" v="8274" actId="478"/>
          <ac:spMkLst>
            <pc:docMk/>
            <pc:sldMk cId="275849947" sldId="324"/>
            <ac:spMk id="15" creationId="{22761F26-3FCC-47A5-91B0-54DA72DC71CE}"/>
          </ac:spMkLst>
        </pc:spChg>
        <pc:grpChg chg="add mod">
          <ac:chgData name="하권" userId="546ba1eaca679e52" providerId="LiveId" clId="{1246CB15-0479-45DB-9430-22AE0D0A67C3}" dt="2021-03-28T16:40:14.538" v="8411" actId="1076"/>
          <ac:grpSpMkLst>
            <pc:docMk/>
            <pc:sldMk cId="275849947" sldId="324"/>
            <ac:grpSpMk id="5" creationId="{582D0E61-58C9-4770-B753-4BEB9DE2EE39}"/>
          </ac:grpSpMkLst>
        </pc:grpChg>
        <pc:picChg chg="add mod modCrop">
          <ac:chgData name="하권" userId="546ba1eaca679e52" providerId="LiveId" clId="{1246CB15-0479-45DB-9430-22AE0D0A67C3}" dt="2021-03-28T16:39:06.696" v="8397" actId="164"/>
          <ac:picMkLst>
            <pc:docMk/>
            <pc:sldMk cId="275849947" sldId="324"/>
            <ac:picMk id="6" creationId="{8D4FD6F9-568B-4ED6-B260-2E3017DF5438}"/>
          </ac:picMkLst>
        </pc:picChg>
        <pc:picChg chg="add mod modCrop">
          <ac:chgData name="하권" userId="546ba1eaca679e52" providerId="LiveId" clId="{1246CB15-0479-45DB-9430-22AE0D0A67C3}" dt="2021-03-28T16:39:32.187" v="8403" actId="14100"/>
          <ac:picMkLst>
            <pc:docMk/>
            <pc:sldMk cId="275849947" sldId="324"/>
            <ac:picMk id="8" creationId="{2CDAAF4D-808B-4C50-862E-3074FA86E354}"/>
          </ac:picMkLst>
        </pc:picChg>
        <pc:picChg chg="del">
          <ac:chgData name="하권" userId="546ba1eaca679e52" providerId="LiveId" clId="{1246CB15-0479-45DB-9430-22AE0D0A67C3}" dt="2021-03-28T16:34:42.156" v="8274" actId="478"/>
          <ac:picMkLst>
            <pc:docMk/>
            <pc:sldMk cId="275849947" sldId="324"/>
            <ac:picMk id="12" creationId="{9A486049-0C0C-4C53-8C97-755FBAF5334B}"/>
          </ac:picMkLst>
        </pc:picChg>
      </pc:sldChg>
      <pc:sldChg chg="addSp delSp modSp add mod">
        <pc:chgData name="하권" userId="546ba1eaca679e52" providerId="LiveId" clId="{1246CB15-0479-45DB-9430-22AE0D0A67C3}" dt="2021-03-28T17:17:39.172" v="8440" actId="20577"/>
        <pc:sldMkLst>
          <pc:docMk/>
          <pc:sldMk cId="4291632423" sldId="324"/>
        </pc:sldMkLst>
        <pc:spChg chg="mod">
          <ac:chgData name="하권" userId="546ba1eaca679e52" providerId="LiveId" clId="{1246CB15-0479-45DB-9430-22AE0D0A67C3}" dt="2021-03-28T17:17:39.172" v="8440" actId="20577"/>
          <ac:spMkLst>
            <pc:docMk/>
            <pc:sldMk cId="4291632423" sldId="324"/>
            <ac:spMk id="3" creationId="{8482A9C5-C5A4-407C-8433-43CEBC555568}"/>
          </ac:spMkLst>
        </pc:spChg>
        <pc:spChg chg="add mod">
          <ac:chgData name="하권" userId="546ba1eaca679e52" providerId="LiveId" clId="{1246CB15-0479-45DB-9430-22AE0D0A67C3}" dt="2021-03-28T17:17:34.356" v="8434" actId="14100"/>
          <ac:spMkLst>
            <pc:docMk/>
            <pc:sldMk cId="4291632423" sldId="324"/>
            <ac:spMk id="7" creationId="{724A357D-20D0-4CF2-A30E-BD6A79112F9A}"/>
          </ac:spMkLst>
        </pc:spChg>
        <pc:picChg chg="del">
          <ac:chgData name="하권" userId="546ba1eaca679e52" providerId="LiveId" clId="{1246CB15-0479-45DB-9430-22AE0D0A67C3}" dt="2021-03-28T17:16:15.310" v="8425" actId="478"/>
          <ac:picMkLst>
            <pc:docMk/>
            <pc:sldMk cId="4291632423" sldId="324"/>
            <ac:picMk id="5" creationId="{41D542EA-DE35-48B2-B8BC-F4422F1CB641}"/>
          </ac:picMkLst>
        </pc:picChg>
        <pc:picChg chg="add mod">
          <ac:chgData name="하권" userId="546ba1eaca679e52" providerId="LiveId" clId="{1246CB15-0479-45DB-9430-22AE0D0A67C3}" dt="2021-03-28T17:17:15.916" v="8430" actId="1076"/>
          <ac:picMkLst>
            <pc:docMk/>
            <pc:sldMk cId="4291632423" sldId="324"/>
            <ac:picMk id="6" creationId="{63814123-6377-4464-94E0-C158AE2F28A1}"/>
          </ac:picMkLst>
        </pc:picChg>
      </pc:sldChg>
      <pc:sldChg chg="addSp delSp modSp add del mod delAnim modAnim">
        <pc:chgData name="하권" userId="546ba1eaca679e52" providerId="LiveId" clId="{1246CB15-0479-45DB-9430-22AE0D0A67C3}" dt="2021-03-28T17:14:15.866" v="8423" actId="47"/>
        <pc:sldMkLst>
          <pc:docMk/>
          <pc:sldMk cId="2924536313" sldId="325"/>
        </pc:sldMkLst>
        <pc:spChg chg="del">
          <ac:chgData name="하권" userId="546ba1eaca679e52" providerId="LiveId" clId="{1246CB15-0479-45DB-9430-22AE0D0A67C3}" dt="2021-03-28T16:41:19.051" v="8417" actId="478"/>
          <ac:spMkLst>
            <pc:docMk/>
            <pc:sldMk cId="2924536313" sldId="325"/>
            <ac:spMk id="7" creationId="{96A880BF-815C-4AC0-A31D-A62D2F843B29}"/>
          </ac:spMkLst>
        </pc:spChg>
        <pc:spChg chg="del">
          <ac:chgData name="하권" userId="546ba1eaca679e52" providerId="LiveId" clId="{1246CB15-0479-45DB-9430-22AE0D0A67C3}" dt="2021-03-28T16:41:19.051" v="8417" actId="478"/>
          <ac:spMkLst>
            <pc:docMk/>
            <pc:sldMk cId="2924536313" sldId="325"/>
            <ac:spMk id="13" creationId="{B095E3B5-E5CC-4477-87E2-47325DF0040A}"/>
          </ac:spMkLst>
        </pc:spChg>
        <pc:grpChg chg="del">
          <ac:chgData name="하권" userId="546ba1eaca679e52" providerId="LiveId" clId="{1246CB15-0479-45DB-9430-22AE0D0A67C3}" dt="2021-03-28T16:41:19.051" v="8417" actId="478"/>
          <ac:grpSpMkLst>
            <pc:docMk/>
            <pc:sldMk cId="2924536313" sldId="325"/>
            <ac:grpSpMk id="5" creationId="{582D0E61-58C9-4770-B753-4BEB9DE2EE39}"/>
          </ac:grpSpMkLst>
        </pc:grpChg>
        <pc:picChg chg="add del mod">
          <ac:chgData name="하권" userId="546ba1eaca679e52" providerId="LiveId" clId="{1246CB15-0479-45DB-9430-22AE0D0A67C3}" dt="2021-03-28T16:42:09.612" v="8419" actId="478"/>
          <ac:picMkLst>
            <pc:docMk/>
            <pc:sldMk cId="2924536313" sldId="325"/>
            <ac:picMk id="9" creationId="{BD57732C-CB37-47E8-88A6-670BA6A56FB7}"/>
          </ac:picMkLst>
        </pc:picChg>
        <pc:picChg chg="add del mod">
          <ac:chgData name="하권" userId="546ba1eaca679e52" providerId="LiveId" clId="{1246CB15-0479-45DB-9430-22AE0D0A67C3}" dt="2021-03-28T16:47:53.890" v="8421" actId="478"/>
          <ac:picMkLst>
            <pc:docMk/>
            <pc:sldMk cId="2924536313" sldId="325"/>
            <ac:picMk id="12" creationId="{D66A87D5-C575-4E83-B0AF-B4A176AD7812}"/>
          </ac:picMkLst>
        </pc:picChg>
      </pc:sldChg>
      <pc:sldChg chg="new del">
        <pc:chgData name="하권" userId="546ba1eaca679e52" providerId="LiveId" clId="{1246CB15-0479-45DB-9430-22AE0D0A67C3}" dt="2021-03-28T16:39:58.839" v="8405" actId="47"/>
        <pc:sldMkLst>
          <pc:docMk/>
          <pc:sldMk cId="3343358355" sldId="325"/>
        </pc:sldMkLst>
      </pc:sldChg>
      <pc:sldMasterChg chg="modSp addSldLayout delSldLayout modSldLayout">
        <pc:chgData name="하권" userId="546ba1eaca679e52" providerId="LiveId" clId="{1246CB15-0479-45DB-9430-22AE0D0A67C3}" dt="2021-03-28T16:10:54.258" v="8247" actId="2696"/>
        <pc:sldMasterMkLst>
          <pc:docMk/>
          <pc:sldMasterMk cId="3494573226" sldId="2147483660"/>
        </pc:sldMasterMkLst>
        <pc:spChg chg="mod">
          <ac:chgData name="하권" userId="546ba1eaca679e52" providerId="LiveId" clId="{1246CB15-0479-45DB-9430-22AE0D0A67C3}" dt="2021-03-28T16:10:51.348" v="8234"/>
          <ac:spMkLst>
            <pc:docMk/>
            <pc:sldMasterMk cId="3494573226" sldId="2147483660"/>
            <ac:spMk id="2" creationId="{00000000-0000-0000-0000-000000000000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asterMk cId="3494573226" sldId="2147483660"/>
            <ac:spMk id="3" creationId="{00000000-0000-0000-0000-000000000000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asterMk cId="3494573226" sldId="2147483660"/>
            <ac:spMk id="4" creationId="{00000000-0000-0000-0000-000000000000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asterMk cId="3494573226" sldId="2147483660"/>
            <ac:spMk id="5" creationId="{00000000-0000-0000-0000-000000000000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asterMk cId="3494573226" sldId="2147483660"/>
            <ac:spMk id="6" creationId="{00000000-0000-0000-0000-000000000000}"/>
          </ac:spMkLst>
        </pc:spChg>
        <pc:sldLayoutChg chg="modSp">
          <pc:chgData name="하권" userId="546ba1eaca679e52" providerId="LiveId" clId="{1246CB15-0479-45DB-9430-22AE0D0A67C3}" dt="2021-03-28T16:10:51.348" v="8234"/>
          <pc:sldLayoutMkLst>
            <pc:docMk/>
            <pc:sldMasterMk cId="3494573226" sldId="2147483660"/>
            <pc:sldLayoutMk cId="1084199764" sldId="2147483661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1084199764" sldId="2147483661"/>
              <ac:spMk id="2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1084199764" sldId="2147483661"/>
              <ac:spMk id="3" creationId="{00000000-0000-0000-0000-000000000000}"/>
            </ac:spMkLst>
          </pc:spChg>
        </pc:sldLayoutChg>
        <pc:sldLayoutChg chg="modSp">
          <pc:chgData name="하권" userId="546ba1eaca679e52" providerId="LiveId" clId="{1246CB15-0479-45DB-9430-22AE0D0A67C3}" dt="2021-03-28T16:10:51.348" v="8234"/>
          <pc:sldLayoutMkLst>
            <pc:docMk/>
            <pc:sldMasterMk cId="3494573226" sldId="2147483660"/>
            <pc:sldLayoutMk cId="3458483013" sldId="2147483663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3458483013" sldId="2147483663"/>
              <ac:spMk id="2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3458483013" sldId="2147483663"/>
              <ac:spMk id="3" creationId="{00000000-0000-0000-0000-000000000000}"/>
            </ac:spMkLst>
          </pc:spChg>
        </pc:sldLayoutChg>
        <pc:sldLayoutChg chg="modSp">
          <pc:chgData name="하권" userId="546ba1eaca679e52" providerId="LiveId" clId="{1246CB15-0479-45DB-9430-22AE0D0A67C3}" dt="2021-03-28T16:10:51.348" v="8234"/>
          <pc:sldLayoutMkLst>
            <pc:docMk/>
            <pc:sldMasterMk cId="3494573226" sldId="2147483660"/>
            <pc:sldLayoutMk cId="78658151" sldId="2147483664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78658151" sldId="2147483664"/>
              <ac:spMk id="3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78658151" sldId="2147483664"/>
              <ac:spMk id="4" creationId="{00000000-0000-0000-0000-000000000000}"/>
            </ac:spMkLst>
          </pc:spChg>
        </pc:sldLayoutChg>
        <pc:sldLayoutChg chg="modSp">
          <pc:chgData name="하권" userId="546ba1eaca679e52" providerId="LiveId" clId="{1246CB15-0479-45DB-9430-22AE0D0A67C3}" dt="2021-03-28T16:10:51.348" v="8234"/>
          <pc:sldLayoutMkLst>
            <pc:docMk/>
            <pc:sldMasterMk cId="3494573226" sldId="2147483660"/>
            <pc:sldLayoutMk cId="907759544" sldId="2147483665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907759544" sldId="2147483665"/>
              <ac:spMk id="2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907759544" sldId="2147483665"/>
              <ac:spMk id="3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907759544" sldId="2147483665"/>
              <ac:spMk id="4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907759544" sldId="2147483665"/>
              <ac:spMk id="5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907759544" sldId="2147483665"/>
              <ac:spMk id="6" creationId="{00000000-0000-0000-0000-000000000000}"/>
            </ac:spMkLst>
          </pc:spChg>
        </pc:sldLayoutChg>
        <pc:sldLayoutChg chg="modSp">
          <pc:chgData name="하권" userId="546ba1eaca679e52" providerId="LiveId" clId="{1246CB15-0479-45DB-9430-22AE0D0A67C3}" dt="2021-03-28T16:10:51.348" v="8234"/>
          <pc:sldLayoutMkLst>
            <pc:docMk/>
            <pc:sldMasterMk cId="3494573226" sldId="2147483660"/>
            <pc:sldLayoutMk cId="2722555581" sldId="2147483668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2722555581" sldId="2147483668"/>
              <ac:spMk id="2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2722555581" sldId="2147483668"/>
              <ac:spMk id="3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2722555581" sldId="2147483668"/>
              <ac:spMk id="4" creationId="{00000000-0000-0000-0000-000000000000}"/>
            </ac:spMkLst>
          </pc:spChg>
        </pc:sldLayoutChg>
        <pc:sldLayoutChg chg="modSp">
          <pc:chgData name="하권" userId="546ba1eaca679e52" providerId="LiveId" clId="{1246CB15-0479-45DB-9430-22AE0D0A67C3}" dt="2021-03-28T16:10:51.348" v="8234"/>
          <pc:sldLayoutMkLst>
            <pc:docMk/>
            <pc:sldMasterMk cId="3494573226" sldId="2147483660"/>
            <pc:sldLayoutMk cId="1732053838" sldId="2147483669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1732053838" sldId="2147483669"/>
              <ac:spMk id="2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1732053838" sldId="2147483669"/>
              <ac:spMk id="3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1732053838" sldId="2147483669"/>
              <ac:spMk id="4" creationId="{00000000-0000-0000-0000-000000000000}"/>
            </ac:spMkLst>
          </pc:spChg>
        </pc:sldLayoutChg>
        <pc:sldLayoutChg chg="modSp">
          <pc:chgData name="하권" userId="546ba1eaca679e52" providerId="LiveId" clId="{1246CB15-0479-45DB-9430-22AE0D0A67C3}" dt="2021-03-28T16:10:51.348" v="8234"/>
          <pc:sldLayoutMkLst>
            <pc:docMk/>
            <pc:sldMasterMk cId="3494573226" sldId="2147483660"/>
            <pc:sldLayoutMk cId="247608549" sldId="2147483671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247608549" sldId="2147483671"/>
              <ac:spMk id="2" creationId="{00000000-0000-0000-0000-000000000000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247608549" sldId="2147483671"/>
              <ac:spMk id="3" creationId="{00000000-0000-0000-0000-000000000000}"/>
            </ac:spMkLst>
          </pc:spChg>
        </pc:sldLayoutChg>
        <pc:sldLayoutChg chg="modSp">
          <pc:chgData name="하권" userId="546ba1eaca679e52" providerId="LiveId" clId="{1246CB15-0479-45DB-9430-22AE0D0A67C3}" dt="2021-03-28T16:10:51.348" v="8234"/>
          <pc:sldLayoutMkLst>
            <pc:docMk/>
            <pc:sldMasterMk cId="3494573226" sldId="2147483660"/>
            <pc:sldLayoutMk cId="2135059883" sldId="2147483672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3494573226" sldId="2147483660"/>
              <pc:sldLayoutMk cId="2135059883" sldId="2147483672"/>
              <ac:spMk id="14" creationId="{6B660168-6336-4D00-B5AF-7062C259A629}"/>
            </ac:spMkLst>
          </pc:spChg>
          <pc:picChg chg="mod">
            <ac:chgData name="하권" userId="546ba1eaca679e52" providerId="LiveId" clId="{1246CB15-0479-45DB-9430-22AE0D0A67C3}" dt="2021-03-28T16:10:51.348" v="8234"/>
            <ac:picMkLst>
              <pc:docMk/>
              <pc:sldMasterMk cId="3494573226" sldId="2147483660"/>
              <pc:sldLayoutMk cId="2135059883" sldId="2147483672"/>
              <ac:picMk id="8" creationId="{E1CE379B-3C2B-4B1C-A04B-3243D588A0FB}"/>
            </ac:picMkLst>
          </pc:picChg>
          <pc:cxnChg chg="mod">
            <ac:chgData name="하권" userId="546ba1eaca679e52" providerId="LiveId" clId="{1246CB15-0479-45DB-9430-22AE0D0A67C3}" dt="2021-03-28T16:10:51.348" v="8234"/>
            <ac:cxnSpMkLst>
              <pc:docMk/>
              <pc:sldMasterMk cId="3494573226" sldId="2147483660"/>
              <pc:sldLayoutMk cId="2135059883" sldId="2147483672"/>
              <ac:cxnSpMk id="7" creationId="{7CB256A1-F04C-466F-A981-DD0F9DC169C1}"/>
            </ac:cxnSpMkLst>
          </pc:cxnChg>
        </pc:sldLayoutChg>
        <pc:sldLayoutChg chg="new del mod">
          <pc:chgData name="하권" userId="546ba1eaca679e52" providerId="LiveId" clId="{1246CB15-0479-45DB-9430-22AE0D0A67C3}" dt="2021-03-28T16:10:20.389" v="8207" actId="2696"/>
          <pc:sldLayoutMkLst>
            <pc:docMk/>
            <pc:sldMasterMk cId="3494573226" sldId="2147483660"/>
            <pc:sldLayoutMk cId="2931658931" sldId="2147483673"/>
          </pc:sldLayoutMkLst>
        </pc:sldLayoutChg>
        <pc:sldLayoutChg chg="new del mod">
          <pc:chgData name="하권" userId="546ba1eaca679e52" providerId="LiveId" clId="{1246CB15-0479-45DB-9430-22AE0D0A67C3}" dt="2021-03-28T16:10:54.258" v="8247" actId="2696"/>
          <pc:sldLayoutMkLst>
            <pc:docMk/>
            <pc:sldMasterMk cId="3494573226" sldId="2147483660"/>
            <pc:sldLayoutMk cId="2980946900" sldId="2147483673"/>
          </pc:sldLayoutMkLst>
        </pc:sldLayoutChg>
      </pc:sldMasterChg>
      <pc:sldMasterChg chg="new del mod addSldLayout delSldLayout">
        <pc:chgData name="하권" userId="546ba1eaca679e52" providerId="LiveId" clId="{1246CB15-0479-45DB-9430-22AE0D0A67C3}" dt="2021-03-28T16:10:23.589" v="8220" actId="2696"/>
        <pc:sldMasterMkLst>
          <pc:docMk/>
          <pc:sldMasterMk cId="2928785221" sldId="2147483673"/>
        </pc:sldMasterMkLst>
        <pc:sldLayoutChg chg="new del replId">
          <pc:chgData name="하권" userId="546ba1eaca679e52" providerId="LiveId" clId="{1246CB15-0479-45DB-9430-22AE0D0A67C3}" dt="2021-03-28T16:10:23.554" v="8209" actId="2696"/>
          <pc:sldLayoutMkLst>
            <pc:docMk/>
            <pc:sldMasterMk cId="2928785221" sldId="2147483673"/>
            <pc:sldLayoutMk cId="4286250103" sldId="2147483674"/>
          </pc:sldLayoutMkLst>
        </pc:sldLayoutChg>
        <pc:sldLayoutChg chg="new del replId">
          <pc:chgData name="하권" userId="546ba1eaca679e52" providerId="LiveId" clId="{1246CB15-0479-45DB-9430-22AE0D0A67C3}" dt="2021-03-28T16:10:23.558" v="8210" actId="2696"/>
          <pc:sldLayoutMkLst>
            <pc:docMk/>
            <pc:sldMasterMk cId="2928785221" sldId="2147483673"/>
            <pc:sldLayoutMk cId="1695591449" sldId="2147483675"/>
          </pc:sldLayoutMkLst>
        </pc:sldLayoutChg>
        <pc:sldLayoutChg chg="new del replId">
          <pc:chgData name="하권" userId="546ba1eaca679e52" providerId="LiveId" clId="{1246CB15-0479-45DB-9430-22AE0D0A67C3}" dt="2021-03-28T16:10:23.563" v="8211" actId="2696"/>
          <pc:sldLayoutMkLst>
            <pc:docMk/>
            <pc:sldMasterMk cId="2928785221" sldId="2147483673"/>
            <pc:sldLayoutMk cId="2131969393" sldId="2147483676"/>
          </pc:sldLayoutMkLst>
        </pc:sldLayoutChg>
        <pc:sldLayoutChg chg="new del replId">
          <pc:chgData name="하권" userId="546ba1eaca679e52" providerId="LiveId" clId="{1246CB15-0479-45DB-9430-22AE0D0A67C3}" dt="2021-03-28T16:10:23.565" v="8212" actId="2696"/>
          <pc:sldLayoutMkLst>
            <pc:docMk/>
            <pc:sldMasterMk cId="2928785221" sldId="2147483673"/>
            <pc:sldLayoutMk cId="194118925" sldId="2147483677"/>
          </pc:sldLayoutMkLst>
        </pc:sldLayoutChg>
        <pc:sldLayoutChg chg="new del replId">
          <pc:chgData name="하권" userId="546ba1eaca679e52" providerId="LiveId" clId="{1246CB15-0479-45DB-9430-22AE0D0A67C3}" dt="2021-03-28T16:10:23.569" v="8213" actId="2696"/>
          <pc:sldLayoutMkLst>
            <pc:docMk/>
            <pc:sldMasterMk cId="2928785221" sldId="2147483673"/>
            <pc:sldLayoutMk cId="4277981515" sldId="2147483678"/>
          </pc:sldLayoutMkLst>
        </pc:sldLayoutChg>
        <pc:sldLayoutChg chg="new del replId">
          <pc:chgData name="하권" userId="546ba1eaca679e52" providerId="LiveId" clId="{1246CB15-0479-45DB-9430-22AE0D0A67C3}" dt="2021-03-28T16:10:23.572" v="8214" actId="2696"/>
          <pc:sldLayoutMkLst>
            <pc:docMk/>
            <pc:sldMasterMk cId="2928785221" sldId="2147483673"/>
            <pc:sldLayoutMk cId="1580161929" sldId="2147483679"/>
          </pc:sldLayoutMkLst>
        </pc:sldLayoutChg>
        <pc:sldLayoutChg chg="new del replId">
          <pc:chgData name="하권" userId="546ba1eaca679e52" providerId="LiveId" clId="{1246CB15-0479-45DB-9430-22AE0D0A67C3}" dt="2021-03-28T16:10:23.574" v="8215" actId="2696"/>
          <pc:sldLayoutMkLst>
            <pc:docMk/>
            <pc:sldMasterMk cId="2928785221" sldId="2147483673"/>
            <pc:sldLayoutMk cId="2012911931" sldId="2147483680"/>
          </pc:sldLayoutMkLst>
        </pc:sldLayoutChg>
        <pc:sldLayoutChg chg="new del replId">
          <pc:chgData name="하권" userId="546ba1eaca679e52" providerId="LiveId" clId="{1246CB15-0479-45DB-9430-22AE0D0A67C3}" dt="2021-03-28T16:10:23.579" v="8216" actId="2696"/>
          <pc:sldLayoutMkLst>
            <pc:docMk/>
            <pc:sldMasterMk cId="2928785221" sldId="2147483673"/>
            <pc:sldLayoutMk cId="3001381583" sldId="2147483681"/>
          </pc:sldLayoutMkLst>
        </pc:sldLayoutChg>
        <pc:sldLayoutChg chg="new del replId">
          <pc:chgData name="하권" userId="546ba1eaca679e52" providerId="LiveId" clId="{1246CB15-0479-45DB-9430-22AE0D0A67C3}" dt="2021-03-28T16:10:23.583" v="8217" actId="2696"/>
          <pc:sldLayoutMkLst>
            <pc:docMk/>
            <pc:sldMasterMk cId="2928785221" sldId="2147483673"/>
            <pc:sldLayoutMk cId="325348686" sldId="2147483682"/>
          </pc:sldLayoutMkLst>
        </pc:sldLayoutChg>
        <pc:sldLayoutChg chg="new del replId">
          <pc:chgData name="하권" userId="546ba1eaca679e52" providerId="LiveId" clId="{1246CB15-0479-45DB-9430-22AE0D0A67C3}" dt="2021-03-28T16:10:23.585" v="8218" actId="2696"/>
          <pc:sldLayoutMkLst>
            <pc:docMk/>
            <pc:sldMasterMk cId="2928785221" sldId="2147483673"/>
            <pc:sldLayoutMk cId="185946257" sldId="2147483683"/>
          </pc:sldLayoutMkLst>
        </pc:sldLayoutChg>
        <pc:sldLayoutChg chg="new del replId">
          <pc:chgData name="하권" userId="546ba1eaca679e52" providerId="LiveId" clId="{1246CB15-0479-45DB-9430-22AE0D0A67C3}" dt="2021-03-28T16:10:23.587" v="8219" actId="2696"/>
          <pc:sldLayoutMkLst>
            <pc:docMk/>
            <pc:sldMasterMk cId="2928785221" sldId="2147483673"/>
            <pc:sldLayoutMk cId="3481618691" sldId="2147483684"/>
          </pc:sldLayoutMkLst>
        </pc:sldLayoutChg>
      </pc:sldMasterChg>
      <pc:sldMasterChg chg="modSp new del mod addSldLayout delSldLayout modSldLayout">
        <pc:chgData name="하권" userId="546ba1eaca679e52" providerId="LiveId" clId="{1246CB15-0479-45DB-9430-22AE0D0A67C3}" dt="2021-03-28T16:10:52.933" v="8246" actId="2696"/>
        <pc:sldMasterMkLst>
          <pc:docMk/>
          <pc:sldMasterMk cId="1001570866" sldId="2147483674"/>
        </pc:sldMasterMkLst>
        <pc:spChg chg="mod">
          <ac:chgData name="하권" userId="546ba1eaca679e52" providerId="LiveId" clId="{1246CB15-0479-45DB-9430-22AE0D0A67C3}" dt="2021-03-28T16:10:51.348" v="8234"/>
          <ac:spMkLst>
            <pc:docMk/>
            <pc:sldMasterMk cId="1001570866" sldId="2147483674"/>
            <ac:spMk id="2" creationId="{C1975975-19C6-4066-9D36-3943EDED2BA4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asterMk cId="1001570866" sldId="2147483674"/>
            <ac:spMk id="3" creationId="{D3457CBF-F129-4CC9-A7E7-52864604255F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asterMk cId="1001570866" sldId="2147483674"/>
            <ac:spMk id="4" creationId="{01FDECD2-7C2E-46BA-B8D3-37018DA45912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asterMk cId="1001570866" sldId="2147483674"/>
            <ac:spMk id="5" creationId="{453954FA-BA88-49E3-A4EF-A246B0D6F8FC}"/>
          </ac:spMkLst>
        </pc:spChg>
        <pc:spChg chg="mod">
          <ac:chgData name="하권" userId="546ba1eaca679e52" providerId="LiveId" clId="{1246CB15-0479-45DB-9430-22AE0D0A67C3}" dt="2021-03-28T16:10:51.348" v="8234"/>
          <ac:spMkLst>
            <pc:docMk/>
            <pc:sldMasterMk cId="1001570866" sldId="2147483674"/>
            <ac:spMk id="6" creationId="{E7B00087-041A-4B3F-90EA-7D30DE134E49}"/>
          </ac:spMkLst>
        </pc:spChg>
        <pc:sldLayoutChg chg="modSp new del replId">
          <pc:chgData name="하권" userId="546ba1eaca679e52" providerId="LiveId" clId="{1246CB15-0479-45DB-9430-22AE0D0A67C3}" dt="2021-03-28T16:10:52.890" v="8235" actId="2696"/>
          <pc:sldLayoutMkLst>
            <pc:docMk/>
            <pc:sldMasterMk cId="1001570866" sldId="2147483674"/>
            <pc:sldLayoutMk cId="2648637679" sldId="2147483675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2648637679" sldId="2147483675"/>
              <ac:spMk id="2" creationId="{646DAB44-D948-4F85-8D3F-262691B0542C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2648637679" sldId="2147483675"/>
              <ac:spMk id="3" creationId="{544C6D05-7E78-4A18-8313-0608D3E01FA7}"/>
            </ac:spMkLst>
          </pc:spChg>
        </pc:sldLayoutChg>
        <pc:sldLayoutChg chg="new del replId">
          <pc:chgData name="하권" userId="546ba1eaca679e52" providerId="LiveId" clId="{1246CB15-0479-45DB-9430-22AE0D0A67C3}" dt="2021-03-28T16:10:52.893" v="8236" actId="2696"/>
          <pc:sldLayoutMkLst>
            <pc:docMk/>
            <pc:sldMasterMk cId="1001570866" sldId="2147483674"/>
            <pc:sldLayoutMk cId="3262890682" sldId="2147483676"/>
          </pc:sldLayoutMkLst>
        </pc:sldLayoutChg>
        <pc:sldLayoutChg chg="modSp new del replId">
          <pc:chgData name="하권" userId="546ba1eaca679e52" providerId="LiveId" clId="{1246CB15-0479-45DB-9430-22AE0D0A67C3}" dt="2021-03-28T16:10:52.896" v="8237" actId="2696"/>
          <pc:sldLayoutMkLst>
            <pc:docMk/>
            <pc:sldMasterMk cId="1001570866" sldId="2147483674"/>
            <pc:sldLayoutMk cId="3346328390" sldId="2147483677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3346328390" sldId="2147483677"/>
              <ac:spMk id="2" creationId="{1DFA24C3-9E72-4B5B-9BE8-1CF29A2D759E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3346328390" sldId="2147483677"/>
              <ac:spMk id="3" creationId="{032ACC45-AA20-4F25-BBDE-A5573E84EE82}"/>
            </ac:spMkLst>
          </pc:spChg>
        </pc:sldLayoutChg>
        <pc:sldLayoutChg chg="modSp new del replId">
          <pc:chgData name="하권" userId="546ba1eaca679e52" providerId="LiveId" clId="{1246CB15-0479-45DB-9430-22AE0D0A67C3}" dt="2021-03-28T16:10:52.898" v="8238" actId="2696"/>
          <pc:sldLayoutMkLst>
            <pc:docMk/>
            <pc:sldMasterMk cId="1001570866" sldId="2147483674"/>
            <pc:sldLayoutMk cId="1842322132" sldId="2147483678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1842322132" sldId="2147483678"/>
              <ac:spMk id="3" creationId="{C005F466-0134-49CA-961D-E33724BDF0B1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1842322132" sldId="2147483678"/>
              <ac:spMk id="4" creationId="{502ED9E7-A8D9-4479-9A50-C16D693E4015}"/>
            </ac:spMkLst>
          </pc:spChg>
        </pc:sldLayoutChg>
        <pc:sldLayoutChg chg="modSp new del replId">
          <pc:chgData name="하권" userId="546ba1eaca679e52" providerId="LiveId" clId="{1246CB15-0479-45DB-9430-22AE0D0A67C3}" dt="2021-03-28T16:10:52.911" v="8239" actId="2696"/>
          <pc:sldLayoutMkLst>
            <pc:docMk/>
            <pc:sldMasterMk cId="1001570866" sldId="2147483674"/>
            <pc:sldLayoutMk cId="986815038" sldId="2147483679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986815038" sldId="2147483679"/>
              <ac:spMk id="2" creationId="{D803CF44-5F90-46CD-A117-698D914B5A8C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986815038" sldId="2147483679"/>
              <ac:spMk id="3" creationId="{545CCE1F-011D-43A5-B8A6-D49CBFD89FBE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986815038" sldId="2147483679"/>
              <ac:spMk id="4" creationId="{2195A229-1B4F-4074-9348-49EF0B7EBB64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986815038" sldId="2147483679"/>
              <ac:spMk id="5" creationId="{2689CCB5-9352-452F-8300-0C3FEB2333FF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986815038" sldId="2147483679"/>
              <ac:spMk id="6" creationId="{21461960-B890-4895-BB4E-0FCF28E6200B}"/>
            </ac:spMkLst>
          </pc:spChg>
        </pc:sldLayoutChg>
        <pc:sldLayoutChg chg="new del replId">
          <pc:chgData name="하권" userId="546ba1eaca679e52" providerId="LiveId" clId="{1246CB15-0479-45DB-9430-22AE0D0A67C3}" dt="2021-03-28T16:10:52.914" v="8240" actId="2696"/>
          <pc:sldLayoutMkLst>
            <pc:docMk/>
            <pc:sldMasterMk cId="1001570866" sldId="2147483674"/>
            <pc:sldLayoutMk cId="1782800409" sldId="2147483680"/>
          </pc:sldLayoutMkLst>
        </pc:sldLayoutChg>
        <pc:sldLayoutChg chg="new del replId">
          <pc:chgData name="하권" userId="546ba1eaca679e52" providerId="LiveId" clId="{1246CB15-0479-45DB-9430-22AE0D0A67C3}" dt="2021-03-28T16:10:52.915" v="8241" actId="2696"/>
          <pc:sldLayoutMkLst>
            <pc:docMk/>
            <pc:sldMasterMk cId="1001570866" sldId="2147483674"/>
            <pc:sldLayoutMk cId="3657040780" sldId="2147483681"/>
          </pc:sldLayoutMkLst>
        </pc:sldLayoutChg>
        <pc:sldLayoutChg chg="modSp new del replId">
          <pc:chgData name="하권" userId="546ba1eaca679e52" providerId="LiveId" clId="{1246CB15-0479-45DB-9430-22AE0D0A67C3}" dt="2021-03-28T16:10:52.917" v="8242" actId="2696"/>
          <pc:sldLayoutMkLst>
            <pc:docMk/>
            <pc:sldMasterMk cId="1001570866" sldId="2147483674"/>
            <pc:sldLayoutMk cId="1697943590" sldId="2147483682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1697943590" sldId="2147483682"/>
              <ac:spMk id="2" creationId="{E1A6A0B3-561E-4419-B52B-A24FC359F192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1697943590" sldId="2147483682"/>
              <ac:spMk id="3" creationId="{D3B95A3B-4578-4C58-9052-B653CFA754DA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1697943590" sldId="2147483682"/>
              <ac:spMk id="4" creationId="{CE7CEF0B-E654-47A8-8831-D6D85AD82594}"/>
            </ac:spMkLst>
          </pc:spChg>
        </pc:sldLayoutChg>
        <pc:sldLayoutChg chg="modSp new del replId">
          <pc:chgData name="하권" userId="546ba1eaca679e52" providerId="LiveId" clId="{1246CB15-0479-45DB-9430-22AE0D0A67C3}" dt="2021-03-28T16:10:52.927" v="8243" actId="2696"/>
          <pc:sldLayoutMkLst>
            <pc:docMk/>
            <pc:sldMasterMk cId="1001570866" sldId="2147483674"/>
            <pc:sldLayoutMk cId="2309928023" sldId="2147483683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2309928023" sldId="2147483683"/>
              <ac:spMk id="2" creationId="{5C10E64C-4DFC-4435-BD4E-FC33E4BC0B63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2309928023" sldId="2147483683"/>
              <ac:spMk id="3" creationId="{A50C2E44-6EE8-475F-A0AF-FA4532F22413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2309928023" sldId="2147483683"/>
              <ac:spMk id="4" creationId="{6BB9287E-DD8B-4CD8-9006-53D7D0424A60}"/>
            </ac:spMkLst>
          </pc:spChg>
        </pc:sldLayoutChg>
        <pc:sldLayoutChg chg="new del replId">
          <pc:chgData name="하권" userId="546ba1eaca679e52" providerId="LiveId" clId="{1246CB15-0479-45DB-9430-22AE0D0A67C3}" dt="2021-03-28T16:10:52.929" v="8244" actId="2696"/>
          <pc:sldLayoutMkLst>
            <pc:docMk/>
            <pc:sldMasterMk cId="1001570866" sldId="2147483674"/>
            <pc:sldLayoutMk cId="2895531473" sldId="2147483684"/>
          </pc:sldLayoutMkLst>
        </pc:sldLayoutChg>
        <pc:sldLayoutChg chg="modSp new del replId">
          <pc:chgData name="하권" userId="546ba1eaca679e52" providerId="LiveId" clId="{1246CB15-0479-45DB-9430-22AE0D0A67C3}" dt="2021-03-28T16:10:52.930" v="8245" actId="2696"/>
          <pc:sldLayoutMkLst>
            <pc:docMk/>
            <pc:sldMasterMk cId="1001570866" sldId="2147483674"/>
            <pc:sldLayoutMk cId="1119965049" sldId="2147483685"/>
          </pc:sldLayoutMkLst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1119965049" sldId="2147483685"/>
              <ac:spMk id="2" creationId="{24DFA482-4D9B-49AE-899C-621D9C9D4423}"/>
            </ac:spMkLst>
          </pc:spChg>
          <pc:spChg chg="mod">
            <ac:chgData name="하권" userId="546ba1eaca679e52" providerId="LiveId" clId="{1246CB15-0479-45DB-9430-22AE0D0A67C3}" dt="2021-03-28T16:10:51.348" v="8234"/>
            <ac:spMkLst>
              <pc:docMk/>
              <pc:sldMasterMk cId="1001570866" sldId="2147483674"/>
              <pc:sldLayoutMk cId="1119965049" sldId="2147483685"/>
              <ac:spMk id="3" creationId="{0B8FA59A-F6F4-4F2B-871D-9531785DEC9B}"/>
            </ac:spMkLst>
          </pc:spChg>
        </pc:sldLayoutChg>
      </pc:sldMasterChg>
    </pc:docChg>
  </pc:docChgLst>
  <pc:docChgLst>
    <pc:chgData name="송 하권" userId="546ba1eaca679e52" providerId="LiveId" clId="{C188F9C4-BB7C-4613-89D5-8A745A9B5F5D}"/>
    <pc:docChg chg="undo custSel addSld modSld">
      <pc:chgData name="송 하권" userId="546ba1eaca679e52" providerId="LiveId" clId="{C188F9C4-BB7C-4613-89D5-8A745A9B5F5D}" dt="2021-04-01T01:19:18.508" v="3266" actId="14100"/>
      <pc:docMkLst>
        <pc:docMk/>
      </pc:docMkLst>
      <pc:sldChg chg="modSp mod">
        <pc:chgData name="송 하권" userId="546ba1eaca679e52" providerId="LiveId" clId="{C188F9C4-BB7C-4613-89D5-8A745A9B5F5D}" dt="2021-03-11T05:04:24.226" v="2329" actId="27636"/>
        <pc:sldMkLst>
          <pc:docMk/>
          <pc:sldMk cId="3355829159" sldId="256"/>
        </pc:sldMkLst>
        <pc:spChg chg="mod">
          <ac:chgData name="송 하권" userId="546ba1eaca679e52" providerId="LiveId" clId="{C188F9C4-BB7C-4613-89D5-8A745A9B5F5D}" dt="2021-03-11T05:04:14.688" v="2298" actId="2711"/>
          <ac:spMkLst>
            <pc:docMk/>
            <pc:sldMk cId="3355829159" sldId="256"/>
            <ac:spMk id="2" creationId="{FDD98238-20C7-4F7C-8A86-37DFF86F31E3}"/>
          </ac:spMkLst>
        </pc:spChg>
        <pc:spChg chg="mod">
          <ac:chgData name="송 하권" userId="546ba1eaca679e52" providerId="LiveId" clId="{C188F9C4-BB7C-4613-89D5-8A745A9B5F5D}" dt="2021-03-11T05:04:24.226" v="2329" actId="27636"/>
          <ac:spMkLst>
            <pc:docMk/>
            <pc:sldMk cId="3355829159" sldId="256"/>
            <ac:spMk id="3" creationId="{45D1A54D-EFEC-4589-9B8F-5C3AB7672467}"/>
          </ac:spMkLst>
        </pc:spChg>
      </pc:sldChg>
      <pc:sldChg chg="modSp mod">
        <pc:chgData name="송 하권" userId="546ba1eaca679e52" providerId="LiveId" clId="{C188F9C4-BB7C-4613-89D5-8A745A9B5F5D}" dt="2021-03-25T04:02:36.144" v="3196"/>
        <pc:sldMkLst>
          <pc:docMk/>
          <pc:sldMk cId="2168344158" sldId="258"/>
        </pc:sldMkLst>
        <pc:graphicFrameChg chg="mod modGraphic">
          <ac:chgData name="송 하권" userId="546ba1eaca679e52" providerId="LiveId" clId="{C188F9C4-BB7C-4613-89D5-8A745A9B5F5D}" dt="2021-03-25T04:02:36.144" v="3196"/>
          <ac:graphicFrameMkLst>
            <pc:docMk/>
            <pc:sldMk cId="2168344158" sldId="258"/>
            <ac:graphicFrameMk id="3" creationId="{7089B6E8-3117-46BE-83F9-673D9166D4D6}"/>
          </ac:graphicFrameMkLst>
        </pc:graphicFrameChg>
      </pc:sldChg>
      <pc:sldChg chg="modSp mod">
        <pc:chgData name="송 하권" userId="546ba1eaca679e52" providerId="LiveId" clId="{C188F9C4-BB7C-4613-89D5-8A745A9B5F5D}" dt="2021-03-11T04:34:19.304" v="328" actId="1076"/>
        <pc:sldMkLst>
          <pc:docMk/>
          <pc:sldMk cId="2137765614" sldId="261"/>
        </pc:sldMkLst>
        <pc:spChg chg="mod">
          <ac:chgData name="송 하권" userId="546ba1eaca679e52" providerId="LiveId" clId="{C188F9C4-BB7C-4613-89D5-8A745A9B5F5D}" dt="2021-03-11T04:34:12.410" v="326" actId="113"/>
          <ac:spMkLst>
            <pc:docMk/>
            <pc:sldMk cId="2137765614" sldId="261"/>
            <ac:spMk id="3" creationId="{FE47CDB8-1AC1-4D16-A896-A5B4D6A70373}"/>
          </ac:spMkLst>
        </pc:spChg>
        <pc:spChg chg="mod">
          <ac:chgData name="송 하권" userId="546ba1eaca679e52" providerId="LiveId" clId="{C188F9C4-BB7C-4613-89D5-8A745A9B5F5D}" dt="2021-03-11T04:34:19.304" v="328" actId="1076"/>
          <ac:spMkLst>
            <pc:docMk/>
            <pc:sldMk cId="2137765614" sldId="261"/>
            <ac:spMk id="7" creationId="{0798E6C1-B2DC-4862-8321-E583FF1B5493}"/>
          </ac:spMkLst>
        </pc:spChg>
        <pc:spChg chg="mod">
          <ac:chgData name="송 하권" userId="546ba1eaca679e52" providerId="LiveId" clId="{C188F9C4-BB7C-4613-89D5-8A745A9B5F5D}" dt="2021-03-11T04:34:19.304" v="328" actId="1076"/>
          <ac:spMkLst>
            <pc:docMk/>
            <pc:sldMk cId="2137765614" sldId="261"/>
            <ac:spMk id="8" creationId="{BA910D6D-F031-4B96-B7FD-8B6D9A7ABDEC}"/>
          </ac:spMkLst>
        </pc:spChg>
        <pc:spChg chg="mod">
          <ac:chgData name="송 하권" userId="546ba1eaca679e52" providerId="LiveId" clId="{C188F9C4-BB7C-4613-89D5-8A745A9B5F5D}" dt="2021-03-11T04:34:19.304" v="328" actId="1076"/>
          <ac:spMkLst>
            <pc:docMk/>
            <pc:sldMk cId="2137765614" sldId="261"/>
            <ac:spMk id="9" creationId="{6AB9DEFC-B6BA-4D94-B068-9F64594317FC}"/>
          </ac:spMkLst>
        </pc:spChg>
        <pc:spChg chg="mod">
          <ac:chgData name="송 하권" userId="546ba1eaca679e52" providerId="LiveId" clId="{C188F9C4-BB7C-4613-89D5-8A745A9B5F5D}" dt="2021-03-11T04:34:19.304" v="328" actId="1076"/>
          <ac:spMkLst>
            <pc:docMk/>
            <pc:sldMk cId="2137765614" sldId="261"/>
            <ac:spMk id="14" creationId="{BE60A200-5EDF-4C09-8094-7FBCD9ECC1C8}"/>
          </ac:spMkLst>
        </pc:spChg>
        <pc:picChg chg="mod">
          <ac:chgData name="송 하권" userId="546ba1eaca679e52" providerId="LiveId" clId="{C188F9C4-BB7C-4613-89D5-8A745A9B5F5D}" dt="2021-03-11T04:34:19.304" v="328" actId="1076"/>
          <ac:picMkLst>
            <pc:docMk/>
            <pc:sldMk cId="2137765614" sldId="261"/>
            <ac:picMk id="4" creationId="{CE91156F-E993-445D-B64A-A57753DA7E0E}"/>
          </ac:picMkLst>
        </pc:picChg>
        <pc:picChg chg="mod">
          <ac:chgData name="송 하권" userId="546ba1eaca679e52" providerId="LiveId" clId="{C188F9C4-BB7C-4613-89D5-8A745A9B5F5D}" dt="2021-03-11T04:34:19.304" v="328" actId="1076"/>
          <ac:picMkLst>
            <pc:docMk/>
            <pc:sldMk cId="2137765614" sldId="261"/>
            <ac:picMk id="5" creationId="{32205AA2-A20D-47C3-90E9-D095153EED5D}"/>
          </ac:picMkLst>
        </pc:picChg>
        <pc:picChg chg="mod">
          <ac:chgData name="송 하권" userId="546ba1eaca679e52" providerId="LiveId" clId="{C188F9C4-BB7C-4613-89D5-8A745A9B5F5D}" dt="2021-03-11T04:34:19.304" v="328" actId="1076"/>
          <ac:picMkLst>
            <pc:docMk/>
            <pc:sldMk cId="2137765614" sldId="261"/>
            <ac:picMk id="6" creationId="{069AAA1A-C643-4D52-98D6-7D747092D1D5}"/>
          </ac:picMkLst>
        </pc:picChg>
        <pc:cxnChg chg="mod">
          <ac:chgData name="송 하권" userId="546ba1eaca679e52" providerId="LiveId" clId="{C188F9C4-BB7C-4613-89D5-8A745A9B5F5D}" dt="2021-03-11T04:34:19.304" v="328" actId="1076"/>
          <ac:cxnSpMkLst>
            <pc:docMk/>
            <pc:sldMk cId="2137765614" sldId="261"/>
            <ac:cxnSpMk id="10" creationId="{41185818-5830-4117-A459-C39668F60893}"/>
          </ac:cxnSpMkLst>
        </pc:cxnChg>
        <pc:cxnChg chg="mod">
          <ac:chgData name="송 하권" userId="546ba1eaca679e52" providerId="LiveId" clId="{C188F9C4-BB7C-4613-89D5-8A745A9B5F5D}" dt="2021-03-11T04:34:19.304" v="328" actId="1076"/>
          <ac:cxnSpMkLst>
            <pc:docMk/>
            <pc:sldMk cId="2137765614" sldId="261"/>
            <ac:cxnSpMk id="15" creationId="{C2884C8D-559F-40D5-A6CF-FEEBDA4B734C}"/>
          </ac:cxnSpMkLst>
        </pc:cxnChg>
      </pc:sldChg>
      <pc:sldChg chg="addSp modSp mod">
        <pc:chgData name="송 하권" userId="546ba1eaca679e52" providerId="LiveId" clId="{C188F9C4-BB7C-4613-89D5-8A745A9B5F5D}" dt="2021-03-11T04:34:50.313" v="341" actId="20577"/>
        <pc:sldMkLst>
          <pc:docMk/>
          <pc:sldMk cId="1121182950" sldId="262"/>
        </pc:sldMkLst>
        <pc:spChg chg="mod">
          <ac:chgData name="송 하권" userId="546ba1eaca679e52" providerId="LiveId" clId="{C188F9C4-BB7C-4613-89D5-8A745A9B5F5D}" dt="2021-03-11T04:34:50.313" v="341" actId="20577"/>
          <ac:spMkLst>
            <pc:docMk/>
            <pc:sldMk cId="1121182950" sldId="262"/>
            <ac:spMk id="3" creationId="{35C2BDAB-AB53-45A5-954E-5DBC605999E3}"/>
          </ac:spMkLst>
        </pc:spChg>
        <pc:spChg chg="add mod ord">
          <ac:chgData name="송 하권" userId="546ba1eaca679e52" providerId="LiveId" clId="{C188F9C4-BB7C-4613-89D5-8A745A9B5F5D}" dt="2021-03-11T04:29:10.920" v="15" actId="1035"/>
          <ac:spMkLst>
            <pc:docMk/>
            <pc:sldMk cId="1121182950" sldId="262"/>
            <ac:spMk id="5" creationId="{EEF00F81-CCC1-4E27-9628-46D927AAE3A8}"/>
          </ac:spMkLst>
        </pc:spChg>
        <pc:spChg chg="add mod">
          <ac:chgData name="송 하권" userId="546ba1eaca679e52" providerId="LiveId" clId="{C188F9C4-BB7C-4613-89D5-8A745A9B5F5D}" dt="2021-03-11T04:28:58.016" v="5" actId="1076"/>
          <ac:spMkLst>
            <pc:docMk/>
            <pc:sldMk cId="1121182950" sldId="262"/>
            <ac:spMk id="7" creationId="{51E21243-4C67-45FB-8089-A6D4DAA2AE49}"/>
          </ac:spMkLst>
        </pc:spChg>
        <pc:spChg chg="add mod">
          <ac:chgData name="송 하권" userId="546ba1eaca679e52" providerId="LiveId" clId="{C188F9C4-BB7C-4613-89D5-8A745A9B5F5D}" dt="2021-03-11T04:28:58.016" v="5" actId="1076"/>
          <ac:spMkLst>
            <pc:docMk/>
            <pc:sldMk cId="1121182950" sldId="262"/>
            <ac:spMk id="8" creationId="{33D797EE-0E12-452D-901B-273DC30B6043}"/>
          </ac:spMkLst>
        </pc:spChg>
        <pc:spChg chg="add mod">
          <ac:chgData name="송 하권" userId="546ba1eaca679e52" providerId="LiveId" clId="{C188F9C4-BB7C-4613-89D5-8A745A9B5F5D}" dt="2021-03-11T04:28:58.016" v="5" actId="1076"/>
          <ac:spMkLst>
            <pc:docMk/>
            <pc:sldMk cId="1121182950" sldId="262"/>
            <ac:spMk id="10" creationId="{03226D26-2A71-49A6-A8DC-EC2A585B6B87}"/>
          </ac:spMkLst>
        </pc:spChg>
        <pc:spChg chg="add mod">
          <ac:chgData name="송 하권" userId="546ba1eaca679e52" providerId="LiveId" clId="{C188F9C4-BB7C-4613-89D5-8A745A9B5F5D}" dt="2021-03-11T04:28:58.016" v="5" actId="1076"/>
          <ac:spMkLst>
            <pc:docMk/>
            <pc:sldMk cId="1121182950" sldId="262"/>
            <ac:spMk id="11" creationId="{FA9A5B9D-985B-41AD-8F41-5467B7CDDA06}"/>
          </ac:spMkLst>
        </pc:spChg>
        <pc:spChg chg="add mod">
          <ac:chgData name="송 하권" userId="546ba1eaca679e52" providerId="LiveId" clId="{C188F9C4-BB7C-4613-89D5-8A745A9B5F5D}" dt="2021-03-11T04:29:45.375" v="24" actId="1076"/>
          <ac:spMkLst>
            <pc:docMk/>
            <pc:sldMk cId="1121182950" sldId="262"/>
            <ac:spMk id="13" creationId="{045D704D-BF3E-4A7D-B084-B8F978355C64}"/>
          </ac:spMkLst>
        </pc:spChg>
        <pc:spChg chg="add mod">
          <ac:chgData name="송 하권" userId="546ba1eaca679e52" providerId="LiveId" clId="{C188F9C4-BB7C-4613-89D5-8A745A9B5F5D}" dt="2021-03-11T04:29:27.201" v="19" actId="1076"/>
          <ac:spMkLst>
            <pc:docMk/>
            <pc:sldMk cId="1121182950" sldId="262"/>
            <ac:spMk id="14" creationId="{74418142-945F-4721-A71B-C092D39F2156}"/>
          </ac:spMkLst>
        </pc:spChg>
        <pc:spChg chg="add mod">
          <ac:chgData name="송 하권" userId="546ba1eaca679e52" providerId="LiveId" clId="{C188F9C4-BB7C-4613-89D5-8A745A9B5F5D}" dt="2021-03-11T04:29:40.703" v="23" actId="1076"/>
          <ac:spMkLst>
            <pc:docMk/>
            <pc:sldMk cId="1121182950" sldId="262"/>
            <ac:spMk id="15" creationId="{7C755017-3B26-469D-A85D-AB22FEA82C27}"/>
          </ac:spMkLst>
        </pc:spChg>
        <pc:picChg chg="add mod ord">
          <ac:chgData name="송 하권" userId="546ba1eaca679e52" providerId="LiveId" clId="{C188F9C4-BB7C-4613-89D5-8A745A9B5F5D}" dt="2021-03-11T04:29:06.183" v="10" actId="1076"/>
          <ac:picMkLst>
            <pc:docMk/>
            <pc:sldMk cId="1121182950" sldId="262"/>
            <ac:picMk id="4" creationId="{9A6A9B4D-2AFF-4200-87A2-07CAA91D5088}"/>
          </ac:picMkLst>
        </pc:picChg>
        <pc:picChg chg="add mod">
          <ac:chgData name="송 하권" userId="546ba1eaca679e52" providerId="LiveId" clId="{C188F9C4-BB7C-4613-89D5-8A745A9B5F5D}" dt="2021-03-11T04:29:08.521" v="11" actId="1076"/>
          <ac:picMkLst>
            <pc:docMk/>
            <pc:sldMk cId="1121182950" sldId="262"/>
            <ac:picMk id="6" creationId="{5FD21DC0-25DE-4950-A623-75940A6E6891}"/>
          </ac:picMkLst>
        </pc:picChg>
        <pc:picChg chg="add mod">
          <ac:chgData name="송 하권" userId="546ba1eaca679e52" providerId="LiveId" clId="{C188F9C4-BB7C-4613-89D5-8A745A9B5F5D}" dt="2021-03-11T04:29:45.375" v="24" actId="1076"/>
          <ac:picMkLst>
            <pc:docMk/>
            <pc:sldMk cId="1121182950" sldId="262"/>
            <ac:picMk id="12" creationId="{1BE89887-6D87-43EE-8317-586C0BADF75A}"/>
          </ac:picMkLst>
        </pc:picChg>
        <pc:cxnChg chg="add mod">
          <ac:chgData name="송 하권" userId="546ba1eaca679e52" providerId="LiveId" clId="{C188F9C4-BB7C-4613-89D5-8A745A9B5F5D}" dt="2021-03-11T04:28:58.016" v="5" actId="1076"/>
          <ac:cxnSpMkLst>
            <pc:docMk/>
            <pc:sldMk cId="1121182950" sldId="262"/>
            <ac:cxnSpMk id="9" creationId="{6A7DC166-9A38-475A-A700-DA7EC62A7695}"/>
          </ac:cxnSpMkLst>
        </pc:cxnChg>
      </pc:sldChg>
      <pc:sldChg chg="addSp modSp new mod">
        <pc:chgData name="송 하권" userId="546ba1eaca679e52" providerId="LiveId" clId="{C188F9C4-BB7C-4613-89D5-8A745A9B5F5D}" dt="2021-03-11T04:36:22.361" v="512" actId="20577"/>
        <pc:sldMkLst>
          <pc:docMk/>
          <pc:sldMk cId="1538087766" sldId="263"/>
        </pc:sldMkLst>
        <pc:spChg chg="mod">
          <ac:chgData name="송 하권" userId="546ba1eaca679e52" providerId="LiveId" clId="{C188F9C4-BB7C-4613-89D5-8A745A9B5F5D}" dt="2021-03-11T04:33:49.963" v="320" actId="14100"/>
          <ac:spMkLst>
            <pc:docMk/>
            <pc:sldMk cId="1538087766" sldId="263"/>
            <ac:spMk id="2" creationId="{64C9FFE4-39E6-4677-8B9C-9C6DC4D0687C}"/>
          </ac:spMkLst>
        </pc:spChg>
        <pc:spChg chg="add mod">
          <ac:chgData name="송 하권" userId="546ba1eaca679e52" providerId="LiveId" clId="{C188F9C4-BB7C-4613-89D5-8A745A9B5F5D}" dt="2021-03-11T04:36:22.361" v="512" actId="20577"/>
          <ac:spMkLst>
            <pc:docMk/>
            <pc:sldMk cId="1538087766" sldId="263"/>
            <ac:spMk id="3" creationId="{9746F6DD-0855-4FBF-B020-27E8FB555BA0}"/>
          </ac:spMkLst>
        </pc:spChg>
        <pc:spChg chg="add mod">
          <ac:chgData name="송 하권" userId="546ba1eaca679e52" providerId="LiveId" clId="{C188F9C4-BB7C-4613-89D5-8A745A9B5F5D}" dt="2021-03-11T04:32:50.800" v="308" actId="1076"/>
          <ac:spMkLst>
            <pc:docMk/>
            <pc:sldMk cId="1538087766" sldId="263"/>
            <ac:spMk id="5" creationId="{CADFCCAE-0836-4989-86B0-9390CF0E25A6}"/>
          </ac:spMkLst>
        </pc:spChg>
        <pc:spChg chg="add mod">
          <ac:chgData name="송 하권" userId="546ba1eaca679e52" providerId="LiveId" clId="{C188F9C4-BB7C-4613-89D5-8A745A9B5F5D}" dt="2021-03-11T04:32:50.800" v="308" actId="1076"/>
          <ac:spMkLst>
            <pc:docMk/>
            <pc:sldMk cId="1538087766" sldId="263"/>
            <ac:spMk id="6" creationId="{638C3183-11A3-457F-B970-AF2AC6BDA059}"/>
          </ac:spMkLst>
        </pc:spChg>
        <pc:spChg chg="add mod">
          <ac:chgData name="송 하권" userId="546ba1eaca679e52" providerId="LiveId" clId="{C188F9C4-BB7C-4613-89D5-8A745A9B5F5D}" dt="2021-03-11T04:33:00.376" v="311" actId="14100"/>
          <ac:spMkLst>
            <pc:docMk/>
            <pc:sldMk cId="1538087766" sldId="263"/>
            <ac:spMk id="8" creationId="{5A42EC62-038D-4A1C-B004-8C167BE6546B}"/>
          </ac:spMkLst>
        </pc:spChg>
        <pc:spChg chg="add mod">
          <ac:chgData name="송 하권" userId="546ba1eaca679e52" providerId="LiveId" clId="{C188F9C4-BB7C-4613-89D5-8A745A9B5F5D}" dt="2021-03-11T04:33:16.319" v="316" actId="688"/>
          <ac:spMkLst>
            <pc:docMk/>
            <pc:sldMk cId="1538087766" sldId="263"/>
            <ac:spMk id="9" creationId="{C02F5F14-6D6F-4B10-81EB-2C24DEA85021}"/>
          </ac:spMkLst>
        </pc:spChg>
        <pc:spChg chg="add mod">
          <ac:chgData name="송 하권" userId="546ba1eaca679e52" providerId="LiveId" clId="{C188F9C4-BB7C-4613-89D5-8A745A9B5F5D}" dt="2021-03-11T04:33:11.872" v="314" actId="14100"/>
          <ac:spMkLst>
            <pc:docMk/>
            <pc:sldMk cId="1538087766" sldId="263"/>
            <ac:spMk id="11" creationId="{1A6BD548-B3EC-4234-9D46-5FB14B9D54A2}"/>
          </ac:spMkLst>
        </pc:spChg>
        <pc:spChg chg="add mod">
          <ac:chgData name="송 하권" userId="546ba1eaca679e52" providerId="LiveId" clId="{C188F9C4-BB7C-4613-89D5-8A745A9B5F5D}" dt="2021-03-11T04:33:11.872" v="314" actId="14100"/>
          <ac:spMkLst>
            <pc:docMk/>
            <pc:sldMk cId="1538087766" sldId="263"/>
            <ac:spMk id="12" creationId="{E7040847-AFD1-4758-9DC3-A3828A61131B}"/>
          </ac:spMkLst>
        </pc:spChg>
        <pc:picChg chg="add mod">
          <ac:chgData name="송 하권" userId="546ba1eaca679e52" providerId="LiveId" clId="{C188F9C4-BB7C-4613-89D5-8A745A9B5F5D}" dt="2021-03-11T04:32:50.800" v="308" actId="1076"/>
          <ac:picMkLst>
            <pc:docMk/>
            <pc:sldMk cId="1538087766" sldId="263"/>
            <ac:picMk id="4" creationId="{3F4AFA9B-B570-439A-8AC4-8B01DAC1A613}"/>
          </ac:picMkLst>
        </pc:picChg>
        <pc:picChg chg="add mod">
          <ac:chgData name="송 하권" userId="546ba1eaca679e52" providerId="LiveId" clId="{C188F9C4-BB7C-4613-89D5-8A745A9B5F5D}" dt="2021-03-11T04:33:00.376" v="311" actId="14100"/>
          <ac:picMkLst>
            <pc:docMk/>
            <pc:sldMk cId="1538087766" sldId="263"/>
            <ac:picMk id="7" creationId="{17DF6ED0-6DB3-4F50-A2C1-75BEC4C688FD}"/>
          </ac:picMkLst>
        </pc:picChg>
        <pc:picChg chg="add mod">
          <ac:chgData name="송 하권" userId="546ba1eaca679e52" providerId="LiveId" clId="{C188F9C4-BB7C-4613-89D5-8A745A9B5F5D}" dt="2021-03-11T04:33:11.872" v="314" actId="14100"/>
          <ac:picMkLst>
            <pc:docMk/>
            <pc:sldMk cId="1538087766" sldId="263"/>
            <ac:picMk id="10" creationId="{08406CC3-2F24-445A-9210-DD4C2A8C9959}"/>
          </ac:picMkLst>
        </pc:picChg>
      </pc:sldChg>
      <pc:sldChg chg="addSp delSp modSp new mod">
        <pc:chgData name="송 하권" userId="546ba1eaca679e52" providerId="LiveId" clId="{C188F9C4-BB7C-4613-89D5-8A745A9B5F5D}" dt="2021-03-11T04:37:24.408" v="668" actId="1076"/>
        <pc:sldMkLst>
          <pc:docMk/>
          <pc:sldMk cId="2979687349" sldId="264"/>
        </pc:sldMkLst>
        <pc:spChg chg="mod">
          <ac:chgData name="송 하권" userId="546ba1eaca679e52" providerId="LiveId" clId="{C188F9C4-BB7C-4613-89D5-8A745A9B5F5D}" dt="2021-03-11T04:33:55.334" v="323"/>
          <ac:spMkLst>
            <pc:docMk/>
            <pc:sldMk cId="2979687349" sldId="264"/>
            <ac:spMk id="2" creationId="{4F751049-5CC9-4216-A59A-D2A8A9D1B3A3}"/>
          </ac:spMkLst>
        </pc:spChg>
        <pc:spChg chg="add del">
          <ac:chgData name="송 하권" userId="546ba1eaca679e52" providerId="LiveId" clId="{C188F9C4-BB7C-4613-89D5-8A745A9B5F5D}" dt="2021-03-11T04:33:54.240" v="322" actId="22"/>
          <ac:spMkLst>
            <pc:docMk/>
            <pc:sldMk cId="2979687349" sldId="264"/>
            <ac:spMk id="4" creationId="{BB1F6F62-E59F-4B26-8D18-A4E37BEA3D29}"/>
          </ac:spMkLst>
        </pc:spChg>
        <pc:spChg chg="add mod">
          <ac:chgData name="송 하권" userId="546ba1eaca679e52" providerId="LiveId" clId="{C188F9C4-BB7C-4613-89D5-8A745A9B5F5D}" dt="2021-03-11T04:37:04.521" v="660" actId="20577"/>
          <ac:spMkLst>
            <pc:docMk/>
            <pc:sldMk cId="2979687349" sldId="264"/>
            <ac:spMk id="5" creationId="{A4FD3BA6-9076-49D7-A721-26E4DB794640}"/>
          </ac:spMkLst>
        </pc:spChg>
        <pc:spChg chg="add mod">
          <ac:chgData name="송 하권" userId="546ba1eaca679e52" providerId="LiveId" clId="{C188F9C4-BB7C-4613-89D5-8A745A9B5F5D}" dt="2021-03-11T04:37:24.408" v="668" actId="1076"/>
          <ac:spMkLst>
            <pc:docMk/>
            <pc:sldMk cId="2979687349" sldId="264"/>
            <ac:spMk id="9" creationId="{2C31AA7C-178D-4F17-82D2-748D127F0978}"/>
          </ac:spMkLst>
        </pc:spChg>
        <pc:spChg chg="add mod">
          <ac:chgData name="송 하권" userId="546ba1eaca679e52" providerId="LiveId" clId="{C188F9C4-BB7C-4613-89D5-8A745A9B5F5D}" dt="2021-03-11T04:37:23.248" v="667" actId="1076"/>
          <ac:spMkLst>
            <pc:docMk/>
            <pc:sldMk cId="2979687349" sldId="264"/>
            <ac:spMk id="10" creationId="{FECC0DA9-83CC-49AE-B70F-9AC7EF5B5F17}"/>
          </ac:spMkLst>
        </pc:spChg>
        <pc:picChg chg="add mod">
          <ac:chgData name="송 하권" userId="546ba1eaca679e52" providerId="LiveId" clId="{C188F9C4-BB7C-4613-89D5-8A745A9B5F5D}" dt="2021-03-11T04:37:23.248" v="667" actId="1076"/>
          <ac:picMkLst>
            <pc:docMk/>
            <pc:sldMk cId="2979687349" sldId="264"/>
            <ac:picMk id="6" creationId="{4425218D-4B8E-4A3F-8786-96B02FC4E967}"/>
          </ac:picMkLst>
        </pc:picChg>
        <pc:picChg chg="add mod">
          <ac:chgData name="송 하권" userId="546ba1eaca679e52" providerId="LiveId" clId="{C188F9C4-BB7C-4613-89D5-8A745A9B5F5D}" dt="2021-03-11T04:37:19.992" v="666" actId="1076"/>
          <ac:picMkLst>
            <pc:docMk/>
            <pc:sldMk cId="2979687349" sldId="264"/>
            <ac:picMk id="8" creationId="{6CE34259-3AB5-4CB5-AA46-DD0824360BAD}"/>
          </ac:picMkLst>
        </pc:picChg>
        <pc:cxnChg chg="add mod">
          <ac:chgData name="송 하권" userId="546ba1eaca679e52" providerId="LiveId" clId="{C188F9C4-BB7C-4613-89D5-8A745A9B5F5D}" dt="2021-03-11T04:37:23.248" v="667" actId="1076"/>
          <ac:cxnSpMkLst>
            <pc:docMk/>
            <pc:sldMk cId="2979687349" sldId="264"/>
            <ac:cxnSpMk id="7" creationId="{5C5F6E77-D3D3-4A82-9BD2-F3A0D624AD51}"/>
          </ac:cxnSpMkLst>
        </pc:cxnChg>
      </pc:sldChg>
      <pc:sldChg chg="addSp delSp modSp new mod">
        <pc:chgData name="송 하권" userId="546ba1eaca679e52" providerId="LiveId" clId="{C188F9C4-BB7C-4613-89D5-8A745A9B5F5D}" dt="2021-03-11T04:43:31.290" v="830" actId="2062"/>
        <pc:sldMkLst>
          <pc:docMk/>
          <pc:sldMk cId="2168708818" sldId="265"/>
        </pc:sldMkLst>
        <pc:spChg chg="mod">
          <ac:chgData name="송 하권" userId="546ba1eaca679e52" providerId="LiveId" clId="{C188F9C4-BB7C-4613-89D5-8A745A9B5F5D}" dt="2021-03-11T04:37:40.406" v="670"/>
          <ac:spMkLst>
            <pc:docMk/>
            <pc:sldMk cId="2168708818" sldId="265"/>
            <ac:spMk id="2" creationId="{AA97D24A-FBB8-4F74-A173-E782BC56E659}"/>
          </ac:spMkLst>
        </pc:spChg>
        <pc:spChg chg="add mod">
          <ac:chgData name="송 하권" userId="546ba1eaca679e52" providerId="LiveId" clId="{C188F9C4-BB7C-4613-89D5-8A745A9B5F5D}" dt="2021-03-11T04:38:03.948" v="713" actId="20577"/>
          <ac:spMkLst>
            <pc:docMk/>
            <pc:sldMk cId="2168708818" sldId="265"/>
            <ac:spMk id="3" creationId="{CE86E934-9F54-4488-B07F-5738DE1F149A}"/>
          </ac:spMkLst>
        </pc:spChg>
        <pc:spChg chg="add mod">
          <ac:chgData name="송 하권" userId="546ba1eaca679e52" providerId="LiveId" clId="{C188F9C4-BB7C-4613-89D5-8A745A9B5F5D}" dt="2021-03-11T04:41:17.929" v="793" actId="14100"/>
          <ac:spMkLst>
            <pc:docMk/>
            <pc:sldMk cId="2168708818" sldId="265"/>
            <ac:spMk id="5" creationId="{EA0D2AC1-E615-4993-AA7E-CE2786D20EEB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6" creationId="{22D68254-F6C6-429B-AEE1-CB636BB63AB8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7" creationId="{BA25B39C-8806-4E4F-870E-4E83E8D0856D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8" creationId="{C7E58808-D73F-432A-826A-D505EB6A71DE}"/>
          </ac:spMkLst>
        </pc:spChg>
        <pc:spChg chg="add mod">
          <ac:chgData name="송 하권" userId="546ba1eaca679e52" providerId="LiveId" clId="{C188F9C4-BB7C-4613-89D5-8A745A9B5F5D}" dt="2021-03-11T04:41:20.680" v="794" actId="1076"/>
          <ac:spMkLst>
            <pc:docMk/>
            <pc:sldMk cId="2168708818" sldId="265"/>
            <ac:spMk id="9" creationId="{75C2BE5E-43CE-441C-9561-BD61C30831DB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10" creationId="{C186E705-6E29-4B11-8426-04ECDFAEB8CF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11" creationId="{DEEE7A58-CC47-4D5C-BB7A-58EF9AAAE2D4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12" creationId="{14FC6ACC-8DA1-4713-9E3A-35B9B0930E9E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13" creationId="{62F86E13-5D38-4B14-B87B-9365871A5BE4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14" creationId="{C40D2C73-0564-4F5D-8505-1BA1A18EA3A6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15" creationId="{ED72D84E-E23B-4468-A3FA-F490DE8DCC5F}"/>
          </ac:spMkLst>
        </pc:spChg>
        <pc:spChg chg="add mod">
          <ac:chgData name="송 하권" userId="546ba1eaca679e52" providerId="LiveId" clId="{C188F9C4-BB7C-4613-89D5-8A745A9B5F5D}" dt="2021-03-11T04:41:13.088" v="792" actId="1076"/>
          <ac:spMkLst>
            <pc:docMk/>
            <pc:sldMk cId="2168708818" sldId="265"/>
            <ac:spMk id="16" creationId="{B3D45BCC-5ADC-477A-BDDA-D3CF8B618A2B}"/>
          </ac:spMkLst>
        </pc:spChg>
        <pc:spChg chg="add del mod">
          <ac:chgData name="송 하권" userId="546ba1eaca679e52" providerId="LiveId" clId="{C188F9C4-BB7C-4613-89D5-8A745A9B5F5D}" dt="2021-03-11T04:40:08.470" v="757"/>
          <ac:spMkLst>
            <pc:docMk/>
            <pc:sldMk cId="2168708818" sldId="265"/>
            <ac:spMk id="17" creationId="{50F29267-75C7-4D32-A83C-741F96E02594}"/>
          </ac:spMkLst>
        </pc:spChg>
        <pc:spChg chg="add del mod">
          <ac:chgData name="송 하권" userId="546ba1eaca679e52" providerId="LiveId" clId="{C188F9C4-BB7C-4613-89D5-8A745A9B5F5D}" dt="2021-03-11T04:40:40.995" v="778" actId="478"/>
          <ac:spMkLst>
            <pc:docMk/>
            <pc:sldMk cId="2168708818" sldId="265"/>
            <ac:spMk id="18" creationId="{70B9BCA1-EAFE-41E8-96E5-1A7CE6AF8AC7}"/>
          </ac:spMkLst>
        </pc:spChg>
        <pc:spChg chg="add del mod">
          <ac:chgData name="송 하권" userId="546ba1eaca679e52" providerId="LiveId" clId="{C188F9C4-BB7C-4613-89D5-8A745A9B5F5D}" dt="2021-03-11T04:40:40.995" v="780"/>
          <ac:spMkLst>
            <pc:docMk/>
            <pc:sldMk cId="2168708818" sldId="265"/>
            <ac:spMk id="19" creationId="{23DA0A51-0376-45A0-9419-C3886ADB85D0}"/>
          </ac:spMkLst>
        </pc:spChg>
        <pc:spChg chg="add del mod">
          <ac:chgData name="송 하권" userId="546ba1eaca679e52" providerId="LiveId" clId="{C188F9C4-BB7C-4613-89D5-8A745A9B5F5D}" dt="2021-03-11T04:40:40.996" v="782"/>
          <ac:spMkLst>
            <pc:docMk/>
            <pc:sldMk cId="2168708818" sldId="265"/>
            <ac:spMk id="20" creationId="{73A4868B-EEF3-4D46-AD90-CC6EEBFA4814}"/>
          </ac:spMkLst>
        </pc:spChg>
        <pc:spChg chg="add del mod">
          <ac:chgData name="송 하권" userId="546ba1eaca679e52" providerId="LiveId" clId="{C188F9C4-BB7C-4613-89D5-8A745A9B5F5D}" dt="2021-03-11T04:40:40.997" v="784"/>
          <ac:spMkLst>
            <pc:docMk/>
            <pc:sldMk cId="2168708818" sldId="265"/>
            <ac:spMk id="21" creationId="{2CCA600A-FEA9-4580-B145-74892BC950C4}"/>
          </ac:spMkLst>
        </pc:spChg>
        <pc:spChg chg="add del mod">
          <ac:chgData name="송 하권" userId="546ba1eaca679e52" providerId="LiveId" clId="{C188F9C4-BB7C-4613-89D5-8A745A9B5F5D}" dt="2021-03-11T04:40:40.997" v="786"/>
          <ac:spMkLst>
            <pc:docMk/>
            <pc:sldMk cId="2168708818" sldId="265"/>
            <ac:spMk id="22" creationId="{123EEBAB-1395-46F0-AA01-1DD829249B26}"/>
          </ac:spMkLst>
        </pc:spChg>
        <pc:graphicFrameChg chg="add mod modGraphic">
          <ac:chgData name="송 하권" userId="546ba1eaca679e52" providerId="LiveId" clId="{C188F9C4-BB7C-4613-89D5-8A745A9B5F5D}" dt="2021-03-11T04:43:31.290" v="830" actId="2062"/>
          <ac:graphicFrameMkLst>
            <pc:docMk/>
            <pc:sldMk cId="2168708818" sldId="265"/>
            <ac:graphicFrameMk id="23" creationId="{43B23105-51C7-48DD-9A89-F27E217D50A0}"/>
          </ac:graphicFrameMkLst>
        </pc:graphicFrameChg>
        <pc:picChg chg="add mod">
          <ac:chgData name="송 하권" userId="546ba1eaca679e52" providerId="LiveId" clId="{C188F9C4-BB7C-4613-89D5-8A745A9B5F5D}" dt="2021-03-11T04:41:22.811" v="796" actId="1076"/>
          <ac:picMkLst>
            <pc:docMk/>
            <pc:sldMk cId="2168708818" sldId="265"/>
            <ac:picMk id="4" creationId="{A73C4FA9-E689-4B6E-920C-636CBFCD71D4}"/>
          </ac:picMkLst>
        </pc:picChg>
      </pc:sldChg>
      <pc:sldChg chg="delSp modSp add mod">
        <pc:chgData name="송 하권" userId="546ba1eaca679e52" providerId="LiveId" clId="{C188F9C4-BB7C-4613-89D5-8A745A9B5F5D}" dt="2021-03-11T04:43:55.138" v="834" actId="6549"/>
        <pc:sldMkLst>
          <pc:docMk/>
          <pc:sldMk cId="2406829552" sldId="266"/>
        </pc:sldMkLst>
        <pc:spChg chg="mod">
          <ac:chgData name="송 하권" userId="546ba1eaca679e52" providerId="LiveId" clId="{C188F9C4-BB7C-4613-89D5-8A745A9B5F5D}" dt="2021-03-11T04:41:52.137" v="801" actId="1076"/>
          <ac:spMkLst>
            <pc:docMk/>
            <pc:sldMk cId="2406829552" sldId="266"/>
            <ac:spMk id="5" creationId="{EA0D2AC1-E615-4993-AA7E-CE2786D20EEB}"/>
          </ac:spMkLst>
        </pc:spChg>
        <pc:spChg chg="mod">
          <ac:chgData name="송 하권" userId="546ba1eaca679e52" providerId="LiveId" clId="{C188F9C4-BB7C-4613-89D5-8A745A9B5F5D}" dt="2021-03-11T04:42:26.888" v="815" actId="14100"/>
          <ac:spMkLst>
            <pc:docMk/>
            <pc:sldMk cId="2406829552" sldId="266"/>
            <ac:spMk id="6" creationId="{22D68254-F6C6-429B-AEE1-CB636BB63AB8}"/>
          </ac:spMkLst>
        </pc:spChg>
        <pc:spChg chg="mod">
          <ac:chgData name="송 하권" userId="546ba1eaca679e52" providerId="LiveId" clId="{C188F9C4-BB7C-4613-89D5-8A745A9B5F5D}" dt="2021-03-11T04:42:42.778" v="820" actId="14100"/>
          <ac:spMkLst>
            <pc:docMk/>
            <pc:sldMk cId="2406829552" sldId="266"/>
            <ac:spMk id="7" creationId="{BA25B39C-8806-4E4F-870E-4E83E8D0856D}"/>
          </ac:spMkLst>
        </pc:spChg>
        <pc:spChg chg="mod">
          <ac:chgData name="송 하권" userId="546ba1eaca679e52" providerId="LiveId" clId="{C188F9C4-BB7C-4613-89D5-8A745A9B5F5D}" dt="2021-03-11T04:42:19.393" v="812" actId="1076"/>
          <ac:spMkLst>
            <pc:docMk/>
            <pc:sldMk cId="2406829552" sldId="266"/>
            <ac:spMk id="8" creationId="{C7E58808-D73F-432A-826A-D505EB6A71DE}"/>
          </ac:spMkLst>
        </pc:spChg>
        <pc:spChg chg="mod">
          <ac:chgData name="송 하권" userId="546ba1eaca679e52" providerId="LiveId" clId="{C188F9C4-BB7C-4613-89D5-8A745A9B5F5D}" dt="2021-03-11T04:41:55.289" v="802" actId="1076"/>
          <ac:spMkLst>
            <pc:docMk/>
            <pc:sldMk cId="2406829552" sldId="266"/>
            <ac:spMk id="9" creationId="{75C2BE5E-43CE-441C-9561-BD61C30831DB}"/>
          </ac:spMkLst>
        </pc:spChg>
        <pc:spChg chg="mod">
          <ac:chgData name="송 하권" userId="546ba1eaca679e52" providerId="LiveId" clId="{C188F9C4-BB7C-4613-89D5-8A745A9B5F5D}" dt="2021-03-11T04:42:49.161" v="821" actId="1076"/>
          <ac:spMkLst>
            <pc:docMk/>
            <pc:sldMk cId="2406829552" sldId="266"/>
            <ac:spMk id="10" creationId="{C186E705-6E29-4B11-8426-04ECDFAEB8CF}"/>
          </ac:spMkLst>
        </pc:spChg>
        <pc:spChg chg="mod">
          <ac:chgData name="송 하권" userId="546ba1eaca679e52" providerId="LiveId" clId="{C188F9C4-BB7C-4613-89D5-8A745A9B5F5D}" dt="2021-03-11T04:42:39.424" v="819" actId="1076"/>
          <ac:spMkLst>
            <pc:docMk/>
            <pc:sldMk cId="2406829552" sldId="266"/>
            <ac:spMk id="11" creationId="{DEEE7A58-CC47-4D5C-BB7A-58EF9AAAE2D4}"/>
          </ac:spMkLst>
        </pc:spChg>
        <pc:spChg chg="mod">
          <ac:chgData name="송 하권" userId="546ba1eaca679e52" providerId="LiveId" clId="{C188F9C4-BB7C-4613-89D5-8A745A9B5F5D}" dt="2021-03-11T04:42:32.913" v="818" actId="1076"/>
          <ac:spMkLst>
            <pc:docMk/>
            <pc:sldMk cId="2406829552" sldId="266"/>
            <ac:spMk id="12" creationId="{14FC6ACC-8DA1-4713-9E3A-35B9B0930E9E}"/>
          </ac:spMkLst>
        </pc:spChg>
        <pc:spChg chg="del">
          <ac:chgData name="송 하권" userId="546ba1eaca679e52" providerId="LiveId" clId="{C188F9C4-BB7C-4613-89D5-8A745A9B5F5D}" dt="2021-03-11T04:42:00.026" v="803" actId="478"/>
          <ac:spMkLst>
            <pc:docMk/>
            <pc:sldMk cId="2406829552" sldId="266"/>
            <ac:spMk id="13" creationId="{62F86E13-5D38-4B14-B87B-9365871A5BE4}"/>
          </ac:spMkLst>
        </pc:spChg>
        <pc:spChg chg="del">
          <ac:chgData name="송 하권" userId="546ba1eaca679e52" providerId="LiveId" clId="{C188F9C4-BB7C-4613-89D5-8A745A9B5F5D}" dt="2021-03-11T04:42:07.450" v="806" actId="478"/>
          <ac:spMkLst>
            <pc:docMk/>
            <pc:sldMk cId="2406829552" sldId="266"/>
            <ac:spMk id="14" creationId="{C40D2C73-0564-4F5D-8505-1BA1A18EA3A6}"/>
          </ac:spMkLst>
        </pc:spChg>
        <pc:spChg chg="del">
          <ac:chgData name="송 하권" userId="546ba1eaca679e52" providerId="LiveId" clId="{C188F9C4-BB7C-4613-89D5-8A745A9B5F5D}" dt="2021-03-11T04:42:03.858" v="804" actId="478"/>
          <ac:spMkLst>
            <pc:docMk/>
            <pc:sldMk cId="2406829552" sldId="266"/>
            <ac:spMk id="15" creationId="{ED72D84E-E23B-4468-A3FA-F490DE8DCC5F}"/>
          </ac:spMkLst>
        </pc:spChg>
        <pc:spChg chg="del">
          <ac:chgData name="송 하권" userId="546ba1eaca679e52" providerId="LiveId" clId="{C188F9C4-BB7C-4613-89D5-8A745A9B5F5D}" dt="2021-03-11T04:42:05.153" v="805" actId="478"/>
          <ac:spMkLst>
            <pc:docMk/>
            <pc:sldMk cId="2406829552" sldId="266"/>
            <ac:spMk id="16" creationId="{B3D45BCC-5ADC-477A-BDDA-D3CF8B618A2B}"/>
          </ac:spMkLst>
        </pc:spChg>
        <pc:graphicFrameChg chg="mod modGraphic">
          <ac:chgData name="송 하권" userId="546ba1eaca679e52" providerId="LiveId" clId="{C188F9C4-BB7C-4613-89D5-8A745A9B5F5D}" dt="2021-03-11T04:43:55.138" v="834" actId="6549"/>
          <ac:graphicFrameMkLst>
            <pc:docMk/>
            <pc:sldMk cId="2406829552" sldId="266"/>
            <ac:graphicFrameMk id="23" creationId="{43B23105-51C7-48DD-9A89-F27E217D50A0}"/>
          </ac:graphicFrameMkLst>
        </pc:graphicFrameChg>
        <pc:picChg chg="mod">
          <ac:chgData name="송 하권" userId="546ba1eaca679e52" providerId="LiveId" clId="{C188F9C4-BB7C-4613-89D5-8A745A9B5F5D}" dt="2021-03-11T04:42:29.251" v="817" actId="1076"/>
          <ac:picMkLst>
            <pc:docMk/>
            <pc:sldMk cId="2406829552" sldId="266"/>
            <ac:picMk id="4" creationId="{A73C4FA9-E689-4B6E-920C-636CBFCD71D4}"/>
          </ac:picMkLst>
        </pc:picChg>
      </pc:sldChg>
      <pc:sldChg chg="addSp delSp modSp new mod">
        <pc:chgData name="송 하권" userId="546ba1eaca679e52" providerId="LiveId" clId="{C188F9C4-BB7C-4613-89D5-8A745A9B5F5D}" dt="2021-03-11T04:45:47.874" v="938"/>
        <pc:sldMkLst>
          <pc:docMk/>
          <pc:sldMk cId="788348263" sldId="267"/>
        </pc:sldMkLst>
        <pc:spChg chg="mod">
          <ac:chgData name="송 하권" userId="546ba1eaca679e52" providerId="LiveId" clId="{C188F9C4-BB7C-4613-89D5-8A745A9B5F5D}" dt="2021-03-11T04:45:03.703" v="836"/>
          <ac:spMkLst>
            <pc:docMk/>
            <pc:sldMk cId="788348263" sldId="267"/>
            <ac:spMk id="2" creationId="{1216615C-A98F-4C45-9419-5CB4796241F8}"/>
          </ac:spMkLst>
        </pc:spChg>
        <pc:spChg chg="add del mod">
          <ac:chgData name="송 하권" userId="546ba1eaca679e52" providerId="LiveId" clId="{C188F9C4-BB7C-4613-89D5-8A745A9B5F5D}" dt="2021-03-11T04:45:22.954" v="861" actId="478"/>
          <ac:spMkLst>
            <pc:docMk/>
            <pc:sldMk cId="788348263" sldId="267"/>
            <ac:spMk id="3" creationId="{E419A5A1-3C7B-4142-B74D-EFC61397A107}"/>
          </ac:spMkLst>
        </pc:spChg>
        <pc:spChg chg="add mod">
          <ac:chgData name="송 하권" userId="546ba1eaca679e52" providerId="LiveId" clId="{C188F9C4-BB7C-4613-89D5-8A745A9B5F5D}" dt="2021-03-11T04:45:44.592" v="937"/>
          <ac:spMkLst>
            <pc:docMk/>
            <pc:sldMk cId="788348263" sldId="267"/>
            <ac:spMk id="4" creationId="{8EE63C0D-956C-4482-B84F-75A6BC3F22D9}"/>
          </ac:spMkLst>
        </pc:spChg>
        <pc:spChg chg="add mod">
          <ac:chgData name="송 하권" userId="546ba1eaca679e52" providerId="LiveId" clId="{C188F9C4-BB7C-4613-89D5-8A745A9B5F5D}" dt="2021-03-11T04:45:47.874" v="938"/>
          <ac:spMkLst>
            <pc:docMk/>
            <pc:sldMk cId="788348263" sldId="267"/>
            <ac:spMk id="7" creationId="{7EBECDF7-958D-48E7-A1C2-83EAE4A5C02D}"/>
          </ac:spMkLst>
        </pc:spChg>
        <pc:spChg chg="add mod">
          <ac:chgData name="송 하권" userId="546ba1eaca679e52" providerId="LiveId" clId="{C188F9C4-BB7C-4613-89D5-8A745A9B5F5D}" dt="2021-03-11T04:45:47.874" v="938"/>
          <ac:spMkLst>
            <pc:docMk/>
            <pc:sldMk cId="788348263" sldId="267"/>
            <ac:spMk id="8" creationId="{EBA4B6FB-C8E8-4246-9259-2E240CFF3918}"/>
          </ac:spMkLst>
        </pc:spChg>
        <pc:spChg chg="add mod">
          <ac:chgData name="송 하권" userId="546ba1eaca679e52" providerId="LiveId" clId="{C188F9C4-BB7C-4613-89D5-8A745A9B5F5D}" dt="2021-03-11T04:45:47.874" v="938"/>
          <ac:spMkLst>
            <pc:docMk/>
            <pc:sldMk cId="788348263" sldId="267"/>
            <ac:spMk id="9" creationId="{7EC91306-ED26-4CF8-BC81-01BA39F1FB41}"/>
          </ac:spMkLst>
        </pc:spChg>
        <pc:graphicFrameChg chg="add mod">
          <ac:chgData name="송 하권" userId="546ba1eaca679e52" providerId="LiveId" clId="{C188F9C4-BB7C-4613-89D5-8A745A9B5F5D}" dt="2021-03-11T04:45:47.874" v="938"/>
          <ac:graphicFrameMkLst>
            <pc:docMk/>
            <pc:sldMk cId="788348263" sldId="267"/>
            <ac:graphicFrameMk id="6" creationId="{FAC56236-2B39-4C30-BBF8-2C53C9A138B5}"/>
          </ac:graphicFrameMkLst>
        </pc:graphicFrameChg>
        <pc:picChg chg="add mod">
          <ac:chgData name="송 하권" userId="546ba1eaca679e52" providerId="LiveId" clId="{C188F9C4-BB7C-4613-89D5-8A745A9B5F5D}" dt="2021-03-11T04:45:47.874" v="938"/>
          <ac:picMkLst>
            <pc:docMk/>
            <pc:sldMk cId="788348263" sldId="267"/>
            <ac:picMk id="5" creationId="{D95506AC-A1A1-4668-AF3A-13B9D1916F8A}"/>
          </ac:picMkLst>
        </pc:picChg>
      </pc:sldChg>
      <pc:sldChg chg="modSp add mod">
        <pc:chgData name="송 하권" userId="546ba1eaca679e52" providerId="LiveId" clId="{C188F9C4-BB7C-4613-89D5-8A745A9B5F5D}" dt="2021-03-11T04:46:01.304" v="949" actId="20577"/>
        <pc:sldMkLst>
          <pc:docMk/>
          <pc:sldMk cId="4215930437" sldId="268"/>
        </pc:sldMkLst>
        <pc:spChg chg="mod">
          <ac:chgData name="송 하권" userId="546ba1eaca679e52" providerId="LiveId" clId="{C188F9C4-BB7C-4613-89D5-8A745A9B5F5D}" dt="2021-03-11T04:46:01.304" v="949" actId="20577"/>
          <ac:spMkLst>
            <pc:docMk/>
            <pc:sldMk cId="4215930437" sldId="268"/>
            <ac:spMk id="2" creationId="{FDD98238-20C7-4F7C-8A86-37DFF86F31E3}"/>
          </ac:spMkLst>
        </pc:spChg>
      </pc:sldChg>
      <pc:sldChg chg="addSp modSp new mod">
        <pc:chgData name="송 하권" userId="546ba1eaca679e52" providerId="LiveId" clId="{C188F9C4-BB7C-4613-89D5-8A745A9B5F5D}" dt="2021-03-11T04:49:10.596" v="1262" actId="2710"/>
        <pc:sldMkLst>
          <pc:docMk/>
          <pc:sldMk cId="2062435692" sldId="269"/>
        </pc:sldMkLst>
        <pc:spChg chg="mod">
          <ac:chgData name="송 하권" userId="546ba1eaca679e52" providerId="LiveId" clId="{C188F9C4-BB7C-4613-89D5-8A745A9B5F5D}" dt="2021-03-11T04:46:25.778" v="961" actId="20577"/>
          <ac:spMkLst>
            <pc:docMk/>
            <pc:sldMk cId="2062435692" sldId="269"/>
            <ac:spMk id="2" creationId="{FEA8BD43-30EB-4F25-A155-B8F46533B5F2}"/>
          </ac:spMkLst>
        </pc:spChg>
        <pc:spChg chg="add mod">
          <ac:chgData name="송 하권" userId="546ba1eaca679e52" providerId="LiveId" clId="{C188F9C4-BB7C-4613-89D5-8A745A9B5F5D}" dt="2021-03-11T04:49:10.596" v="1262" actId="2710"/>
          <ac:spMkLst>
            <pc:docMk/>
            <pc:sldMk cId="2062435692" sldId="269"/>
            <ac:spMk id="3" creationId="{58C784A5-6695-45D3-A855-5CEE54C8D718}"/>
          </ac:spMkLst>
        </pc:spChg>
        <pc:spChg chg="add mod">
          <ac:chgData name="송 하권" userId="546ba1eaca679e52" providerId="LiveId" clId="{C188F9C4-BB7C-4613-89D5-8A745A9B5F5D}" dt="2021-03-11T04:48:16.920" v="1246" actId="1076"/>
          <ac:spMkLst>
            <pc:docMk/>
            <pc:sldMk cId="2062435692" sldId="269"/>
            <ac:spMk id="6" creationId="{7097C09E-E606-461C-9933-4ECA6AD80E78}"/>
          </ac:spMkLst>
        </pc:spChg>
        <pc:spChg chg="add mod">
          <ac:chgData name="송 하권" userId="546ba1eaca679e52" providerId="LiveId" clId="{C188F9C4-BB7C-4613-89D5-8A745A9B5F5D}" dt="2021-03-11T04:48:03.969" v="1241" actId="1076"/>
          <ac:spMkLst>
            <pc:docMk/>
            <pc:sldMk cId="2062435692" sldId="269"/>
            <ac:spMk id="7" creationId="{92A60EDB-5770-4989-9560-6137436A1957}"/>
          </ac:spMkLst>
        </pc:spChg>
        <pc:spChg chg="add mod">
          <ac:chgData name="송 하권" userId="546ba1eaca679e52" providerId="LiveId" clId="{C188F9C4-BB7C-4613-89D5-8A745A9B5F5D}" dt="2021-03-11T04:48:06.465" v="1242" actId="1076"/>
          <ac:spMkLst>
            <pc:docMk/>
            <pc:sldMk cId="2062435692" sldId="269"/>
            <ac:spMk id="8" creationId="{1D99505C-6EBE-4E1D-9E35-2571C97F4BFD}"/>
          </ac:spMkLst>
        </pc:spChg>
        <pc:spChg chg="add mod">
          <ac:chgData name="송 하권" userId="546ba1eaca679e52" providerId="LiveId" clId="{C188F9C4-BB7C-4613-89D5-8A745A9B5F5D}" dt="2021-03-11T04:48:26.902" v="1251" actId="1076"/>
          <ac:spMkLst>
            <pc:docMk/>
            <pc:sldMk cId="2062435692" sldId="269"/>
            <ac:spMk id="11" creationId="{D02E90B3-A796-4721-8BE8-718212D56D98}"/>
          </ac:spMkLst>
        </pc:spChg>
        <pc:spChg chg="add mod">
          <ac:chgData name="송 하권" userId="546ba1eaca679e52" providerId="LiveId" clId="{C188F9C4-BB7C-4613-89D5-8A745A9B5F5D}" dt="2021-03-11T04:47:53.994" v="1236" actId="1076"/>
          <ac:spMkLst>
            <pc:docMk/>
            <pc:sldMk cId="2062435692" sldId="269"/>
            <ac:spMk id="12" creationId="{6758A2B6-9088-486B-8442-4AF7DEE77106}"/>
          </ac:spMkLst>
        </pc:spChg>
        <pc:spChg chg="add mod">
          <ac:chgData name="송 하권" userId="546ba1eaca679e52" providerId="LiveId" clId="{C188F9C4-BB7C-4613-89D5-8A745A9B5F5D}" dt="2021-03-11T04:48:12.961" v="1245" actId="1076"/>
          <ac:spMkLst>
            <pc:docMk/>
            <pc:sldMk cId="2062435692" sldId="269"/>
            <ac:spMk id="13" creationId="{B31DB985-6DB5-46AC-AB12-B129F57976B2}"/>
          </ac:spMkLst>
        </pc:spChg>
        <pc:spChg chg="add mod">
          <ac:chgData name="송 하권" userId="546ba1eaca679e52" providerId="LiveId" clId="{C188F9C4-BB7C-4613-89D5-8A745A9B5F5D}" dt="2021-03-11T04:48:30.193" v="1252" actId="1076"/>
          <ac:spMkLst>
            <pc:docMk/>
            <pc:sldMk cId="2062435692" sldId="269"/>
            <ac:spMk id="17" creationId="{ABF0EAA4-813C-4CAB-85A1-93E6CC5EDB3F}"/>
          </ac:spMkLst>
        </pc:spChg>
        <pc:picChg chg="add mod">
          <ac:chgData name="송 하권" userId="546ba1eaca679e52" providerId="LiveId" clId="{C188F9C4-BB7C-4613-89D5-8A745A9B5F5D}" dt="2021-03-11T04:48:03.969" v="1241" actId="1076"/>
          <ac:picMkLst>
            <pc:docMk/>
            <pc:sldMk cId="2062435692" sldId="269"/>
            <ac:picMk id="4" creationId="{FB7F5A5B-D1A6-4E02-B5B5-1BF6EAECD2EC}"/>
          </ac:picMkLst>
        </pc:picChg>
        <pc:picChg chg="add mod">
          <ac:chgData name="송 하권" userId="546ba1eaca679e52" providerId="LiveId" clId="{C188F9C4-BB7C-4613-89D5-8A745A9B5F5D}" dt="2021-03-11T04:48:06.465" v="1242" actId="1076"/>
          <ac:picMkLst>
            <pc:docMk/>
            <pc:sldMk cId="2062435692" sldId="269"/>
            <ac:picMk id="5" creationId="{9CD2594F-0805-4C19-A389-1710F01DF08A}"/>
          </ac:picMkLst>
        </pc:picChg>
        <pc:picChg chg="add mod">
          <ac:chgData name="송 하권" userId="546ba1eaca679e52" providerId="LiveId" clId="{C188F9C4-BB7C-4613-89D5-8A745A9B5F5D}" dt="2021-03-11T04:48:30.193" v="1252" actId="1076"/>
          <ac:picMkLst>
            <pc:docMk/>
            <pc:sldMk cId="2062435692" sldId="269"/>
            <ac:picMk id="9" creationId="{CBABB6DF-45BD-44C5-B4D2-D0B218299802}"/>
          </ac:picMkLst>
        </pc:picChg>
        <pc:picChg chg="add mod">
          <ac:chgData name="송 하권" userId="546ba1eaca679e52" providerId="LiveId" clId="{C188F9C4-BB7C-4613-89D5-8A745A9B5F5D}" dt="2021-03-11T04:47:53.994" v="1236" actId="1076"/>
          <ac:picMkLst>
            <pc:docMk/>
            <pc:sldMk cId="2062435692" sldId="269"/>
            <ac:picMk id="10" creationId="{D5E6F1B4-99CA-4A35-B78F-AD5737D943BA}"/>
          </ac:picMkLst>
        </pc:picChg>
        <pc:cxnChg chg="add mod">
          <ac:chgData name="송 하권" userId="546ba1eaca679e52" providerId="LiveId" clId="{C188F9C4-BB7C-4613-89D5-8A745A9B5F5D}" dt="2021-03-11T04:48:30.193" v="1252" actId="1076"/>
          <ac:cxnSpMkLst>
            <pc:docMk/>
            <pc:sldMk cId="2062435692" sldId="269"/>
            <ac:cxnSpMk id="14" creationId="{F8158C33-075E-4170-AE6E-15EEAF74BC31}"/>
          </ac:cxnSpMkLst>
        </pc:cxnChg>
        <pc:cxnChg chg="add mod">
          <ac:chgData name="송 하권" userId="546ba1eaca679e52" providerId="LiveId" clId="{C188F9C4-BB7C-4613-89D5-8A745A9B5F5D}" dt="2021-03-11T04:48:30.193" v="1252" actId="1076"/>
          <ac:cxnSpMkLst>
            <pc:docMk/>
            <pc:sldMk cId="2062435692" sldId="269"/>
            <ac:cxnSpMk id="15" creationId="{8398C4AB-C71C-4686-BC09-C8E2675C5089}"/>
          </ac:cxnSpMkLst>
        </pc:cxnChg>
        <pc:cxnChg chg="add mod">
          <ac:chgData name="송 하권" userId="546ba1eaca679e52" providerId="LiveId" clId="{C188F9C4-BB7C-4613-89D5-8A745A9B5F5D}" dt="2021-03-11T04:48:30.193" v="1252" actId="1076"/>
          <ac:cxnSpMkLst>
            <pc:docMk/>
            <pc:sldMk cId="2062435692" sldId="269"/>
            <ac:cxnSpMk id="16" creationId="{F7D528C9-2ACE-405F-9BB5-D55017AC5528}"/>
          </ac:cxnSpMkLst>
        </pc:cxnChg>
      </pc:sldChg>
      <pc:sldChg chg="addSp delSp modSp new mod">
        <pc:chgData name="송 하권" userId="546ba1eaca679e52" providerId="LiveId" clId="{C188F9C4-BB7C-4613-89D5-8A745A9B5F5D}" dt="2021-03-11T04:52:12.841" v="1579" actId="1076"/>
        <pc:sldMkLst>
          <pc:docMk/>
          <pc:sldMk cId="1298359051" sldId="270"/>
        </pc:sldMkLst>
        <pc:spChg chg="mod">
          <ac:chgData name="송 하권" userId="546ba1eaca679e52" providerId="LiveId" clId="{C188F9C4-BB7C-4613-89D5-8A745A9B5F5D}" dt="2021-03-11T04:48:41.735" v="1256"/>
          <ac:spMkLst>
            <pc:docMk/>
            <pc:sldMk cId="1298359051" sldId="270"/>
            <ac:spMk id="2" creationId="{04F4445B-2A76-4139-AEEA-F550CBA11B66}"/>
          </ac:spMkLst>
        </pc:spChg>
        <pc:spChg chg="add del">
          <ac:chgData name="송 하권" userId="546ba1eaca679e52" providerId="LiveId" clId="{C188F9C4-BB7C-4613-89D5-8A745A9B5F5D}" dt="2021-03-11T04:48:41.103" v="1255" actId="22"/>
          <ac:spMkLst>
            <pc:docMk/>
            <pc:sldMk cId="1298359051" sldId="270"/>
            <ac:spMk id="4" creationId="{5503E2C2-42B8-4DC9-8308-AE52994A7B48}"/>
          </ac:spMkLst>
        </pc:spChg>
        <pc:spChg chg="add mod">
          <ac:chgData name="송 하권" userId="546ba1eaca679e52" providerId="LiveId" clId="{C188F9C4-BB7C-4613-89D5-8A745A9B5F5D}" dt="2021-03-11T04:51:27.729" v="1570"/>
          <ac:spMkLst>
            <pc:docMk/>
            <pc:sldMk cId="1298359051" sldId="270"/>
            <ac:spMk id="5" creationId="{41253E8A-B466-40CB-9EBE-ACE3FF97D364}"/>
          </ac:spMkLst>
        </pc:spChg>
        <pc:spChg chg="add mod">
          <ac:chgData name="송 하권" userId="546ba1eaca679e52" providerId="LiveId" clId="{C188F9C4-BB7C-4613-89D5-8A745A9B5F5D}" dt="2021-03-11T04:51:45.793" v="1574" actId="1076"/>
          <ac:spMkLst>
            <pc:docMk/>
            <pc:sldMk cId="1298359051" sldId="270"/>
            <ac:spMk id="7" creationId="{2D8A7280-E9CD-4489-92C7-90579A73BD51}"/>
          </ac:spMkLst>
        </pc:spChg>
        <pc:spChg chg="add mod">
          <ac:chgData name="송 하권" userId="546ba1eaca679e52" providerId="LiveId" clId="{C188F9C4-BB7C-4613-89D5-8A745A9B5F5D}" dt="2021-03-11T04:51:45.793" v="1574" actId="1076"/>
          <ac:spMkLst>
            <pc:docMk/>
            <pc:sldMk cId="1298359051" sldId="270"/>
            <ac:spMk id="8" creationId="{37256A19-A397-4AA4-859D-C8F15D21412F}"/>
          </ac:spMkLst>
        </pc:spChg>
        <pc:spChg chg="add mod">
          <ac:chgData name="송 하권" userId="546ba1eaca679e52" providerId="LiveId" clId="{C188F9C4-BB7C-4613-89D5-8A745A9B5F5D}" dt="2021-03-11T04:51:52.145" v="1575" actId="1076"/>
          <ac:spMkLst>
            <pc:docMk/>
            <pc:sldMk cId="1298359051" sldId="270"/>
            <ac:spMk id="10" creationId="{ADC72A03-607B-4A7E-B796-208B09F31896}"/>
          </ac:spMkLst>
        </pc:spChg>
        <pc:spChg chg="add mod">
          <ac:chgData name="송 하권" userId="546ba1eaca679e52" providerId="LiveId" clId="{C188F9C4-BB7C-4613-89D5-8A745A9B5F5D}" dt="2021-03-11T04:51:52.145" v="1575" actId="1076"/>
          <ac:spMkLst>
            <pc:docMk/>
            <pc:sldMk cId="1298359051" sldId="270"/>
            <ac:spMk id="11" creationId="{8214C850-8EA6-4A20-A14B-3FD2EE46A7E2}"/>
          </ac:spMkLst>
        </pc:spChg>
        <pc:spChg chg="add mod">
          <ac:chgData name="송 하권" userId="546ba1eaca679e52" providerId="LiveId" clId="{C188F9C4-BB7C-4613-89D5-8A745A9B5F5D}" dt="2021-03-11T04:51:52.145" v="1575" actId="1076"/>
          <ac:spMkLst>
            <pc:docMk/>
            <pc:sldMk cId="1298359051" sldId="270"/>
            <ac:spMk id="12" creationId="{CD831C21-E818-4761-A969-BCFBCFD4C82C}"/>
          </ac:spMkLst>
        </pc:spChg>
        <pc:spChg chg="add mod">
          <ac:chgData name="송 하권" userId="546ba1eaca679e52" providerId="LiveId" clId="{C188F9C4-BB7C-4613-89D5-8A745A9B5F5D}" dt="2021-03-11T04:52:12.841" v="1579" actId="1076"/>
          <ac:spMkLst>
            <pc:docMk/>
            <pc:sldMk cId="1298359051" sldId="270"/>
            <ac:spMk id="13" creationId="{AEFED94B-F60F-4F0F-8A68-13B9960E7868}"/>
          </ac:spMkLst>
        </pc:spChg>
        <pc:picChg chg="add mod">
          <ac:chgData name="송 하권" userId="546ba1eaca679e52" providerId="LiveId" clId="{C188F9C4-BB7C-4613-89D5-8A745A9B5F5D}" dt="2021-03-11T04:51:45.793" v="1574" actId="1076"/>
          <ac:picMkLst>
            <pc:docMk/>
            <pc:sldMk cId="1298359051" sldId="270"/>
            <ac:picMk id="6" creationId="{E882E786-6D84-45F9-86B2-54408CEBB64C}"/>
          </ac:picMkLst>
        </pc:picChg>
        <pc:picChg chg="add mod ord">
          <ac:chgData name="송 하권" userId="546ba1eaca679e52" providerId="LiveId" clId="{C188F9C4-BB7C-4613-89D5-8A745A9B5F5D}" dt="2021-03-11T04:52:08.053" v="1578" actId="167"/>
          <ac:picMkLst>
            <pc:docMk/>
            <pc:sldMk cId="1298359051" sldId="270"/>
            <ac:picMk id="9" creationId="{9D78454D-9886-4CEB-B78E-041338DB7736}"/>
          </ac:picMkLst>
        </pc:picChg>
      </pc:sldChg>
      <pc:sldChg chg="addSp modSp new mod">
        <pc:chgData name="송 하권" userId="546ba1eaca679e52" providerId="LiveId" clId="{C188F9C4-BB7C-4613-89D5-8A745A9B5F5D}" dt="2021-03-11T04:53:28.242" v="1708" actId="1076"/>
        <pc:sldMkLst>
          <pc:docMk/>
          <pc:sldMk cId="1715606858" sldId="271"/>
        </pc:sldMkLst>
        <pc:spChg chg="mod">
          <ac:chgData name="송 하권" userId="546ba1eaca679e52" providerId="LiveId" clId="{C188F9C4-BB7C-4613-89D5-8A745A9B5F5D}" dt="2021-03-11T04:52:25.687" v="1581"/>
          <ac:spMkLst>
            <pc:docMk/>
            <pc:sldMk cId="1715606858" sldId="271"/>
            <ac:spMk id="2" creationId="{6097E022-6BD7-4A69-8810-5FDED259DA71}"/>
          </ac:spMkLst>
        </pc:spChg>
        <pc:spChg chg="add mod">
          <ac:chgData name="송 하권" userId="546ba1eaca679e52" providerId="LiveId" clId="{C188F9C4-BB7C-4613-89D5-8A745A9B5F5D}" dt="2021-03-11T04:53:05.098" v="1700" actId="20577"/>
          <ac:spMkLst>
            <pc:docMk/>
            <pc:sldMk cId="1715606858" sldId="271"/>
            <ac:spMk id="3" creationId="{741E31FA-1529-4D83-ACB0-E1C92DB8251A}"/>
          </ac:spMkLst>
        </pc:spChg>
        <pc:spChg chg="add mod">
          <ac:chgData name="송 하권" userId="546ba1eaca679e52" providerId="LiveId" clId="{C188F9C4-BB7C-4613-89D5-8A745A9B5F5D}" dt="2021-03-11T04:53:12.738" v="1702" actId="1076"/>
          <ac:spMkLst>
            <pc:docMk/>
            <pc:sldMk cId="1715606858" sldId="271"/>
            <ac:spMk id="6" creationId="{82EFF272-20DA-44DE-99A6-CDBD3D78C258}"/>
          </ac:spMkLst>
        </pc:spChg>
        <pc:spChg chg="add mod">
          <ac:chgData name="송 하권" userId="546ba1eaca679e52" providerId="LiveId" clId="{C188F9C4-BB7C-4613-89D5-8A745A9B5F5D}" dt="2021-03-11T04:53:12.738" v="1702" actId="1076"/>
          <ac:spMkLst>
            <pc:docMk/>
            <pc:sldMk cId="1715606858" sldId="271"/>
            <ac:spMk id="7" creationId="{D3817A1E-49BB-493F-BBE5-63F199A2F8C2}"/>
          </ac:spMkLst>
        </pc:spChg>
        <pc:spChg chg="add mod">
          <ac:chgData name="송 하권" userId="546ba1eaca679e52" providerId="LiveId" clId="{C188F9C4-BB7C-4613-89D5-8A745A9B5F5D}" dt="2021-03-11T04:53:22.545" v="1706" actId="1076"/>
          <ac:spMkLst>
            <pc:docMk/>
            <pc:sldMk cId="1715606858" sldId="271"/>
            <ac:spMk id="8" creationId="{E99BCA31-6495-4FC4-96C3-D127CD127A4F}"/>
          </ac:spMkLst>
        </pc:spChg>
        <pc:spChg chg="add mod">
          <ac:chgData name="송 하권" userId="546ba1eaca679e52" providerId="LiveId" clId="{C188F9C4-BB7C-4613-89D5-8A745A9B5F5D}" dt="2021-03-11T04:53:28.242" v="1708" actId="1076"/>
          <ac:spMkLst>
            <pc:docMk/>
            <pc:sldMk cId="1715606858" sldId="271"/>
            <ac:spMk id="10" creationId="{0F7A5389-1393-454D-8F50-3BBD0125DA08}"/>
          </ac:spMkLst>
        </pc:spChg>
        <pc:picChg chg="add mod">
          <ac:chgData name="송 하권" userId="546ba1eaca679e52" providerId="LiveId" clId="{C188F9C4-BB7C-4613-89D5-8A745A9B5F5D}" dt="2021-03-11T04:53:12.738" v="1702" actId="1076"/>
          <ac:picMkLst>
            <pc:docMk/>
            <pc:sldMk cId="1715606858" sldId="271"/>
            <ac:picMk id="4" creationId="{85D85949-3802-43D3-9E9B-D119FB33CB09}"/>
          </ac:picMkLst>
        </pc:picChg>
        <pc:picChg chg="add mod">
          <ac:chgData name="송 하권" userId="546ba1eaca679e52" providerId="LiveId" clId="{C188F9C4-BB7C-4613-89D5-8A745A9B5F5D}" dt="2021-03-11T04:53:12.738" v="1702" actId="1076"/>
          <ac:picMkLst>
            <pc:docMk/>
            <pc:sldMk cId="1715606858" sldId="271"/>
            <ac:picMk id="5" creationId="{36B30E54-C427-40FD-8536-A4E0CF6FE33A}"/>
          </ac:picMkLst>
        </pc:picChg>
        <pc:picChg chg="add mod">
          <ac:chgData name="송 하권" userId="546ba1eaca679e52" providerId="LiveId" clId="{C188F9C4-BB7C-4613-89D5-8A745A9B5F5D}" dt="2021-03-11T04:53:28.242" v="1708" actId="1076"/>
          <ac:picMkLst>
            <pc:docMk/>
            <pc:sldMk cId="1715606858" sldId="271"/>
            <ac:picMk id="9" creationId="{2718408D-43CA-4845-A28F-A265805AA711}"/>
          </ac:picMkLst>
        </pc:picChg>
      </pc:sldChg>
      <pc:sldChg chg="addSp modSp new mod">
        <pc:chgData name="송 하권" userId="546ba1eaca679e52" providerId="LiveId" clId="{C188F9C4-BB7C-4613-89D5-8A745A9B5F5D}" dt="2021-03-11T04:59:00.154" v="2043" actId="20577"/>
        <pc:sldMkLst>
          <pc:docMk/>
          <pc:sldMk cId="561206569" sldId="272"/>
        </pc:sldMkLst>
        <pc:spChg chg="mod">
          <ac:chgData name="송 하권" userId="546ba1eaca679e52" providerId="LiveId" clId="{C188F9C4-BB7C-4613-89D5-8A745A9B5F5D}" dt="2021-03-11T04:55:07.255" v="1710"/>
          <ac:spMkLst>
            <pc:docMk/>
            <pc:sldMk cId="561206569" sldId="272"/>
            <ac:spMk id="2" creationId="{6EDC826D-237C-4CBF-AC23-5D0AA2DE0D9F}"/>
          </ac:spMkLst>
        </pc:spChg>
        <pc:spChg chg="add mod">
          <ac:chgData name="송 하권" userId="546ba1eaca679e52" providerId="LiveId" clId="{C188F9C4-BB7C-4613-89D5-8A745A9B5F5D}" dt="2021-03-11T04:59:00.154" v="2043" actId="20577"/>
          <ac:spMkLst>
            <pc:docMk/>
            <pc:sldMk cId="561206569" sldId="272"/>
            <ac:spMk id="3" creationId="{C306FD41-3B03-456D-B410-81553F7A48A1}"/>
          </ac:spMkLst>
        </pc:spChg>
        <pc:spChg chg="add mod">
          <ac:chgData name="송 하권" userId="546ba1eaca679e52" providerId="LiveId" clId="{C188F9C4-BB7C-4613-89D5-8A745A9B5F5D}" dt="2021-03-11T04:57:58.953" v="1883" actId="1038"/>
          <ac:spMkLst>
            <pc:docMk/>
            <pc:sldMk cId="561206569" sldId="272"/>
            <ac:spMk id="8" creationId="{2B6FCA0F-0F84-4871-AACE-264B2DD1F76D}"/>
          </ac:spMkLst>
        </pc:spChg>
        <pc:picChg chg="add mod">
          <ac:chgData name="송 하권" userId="546ba1eaca679e52" providerId="LiveId" clId="{C188F9C4-BB7C-4613-89D5-8A745A9B5F5D}" dt="2021-03-11T04:56:45.049" v="1861" actId="1076"/>
          <ac:picMkLst>
            <pc:docMk/>
            <pc:sldMk cId="561206569" sldId="272"/>
            <ac:picMk id="4" creationId="{274A2F60-E3E8-4365-9896-38EA4875769D}"/>
          </ac:picMkLst>
        </pc:picChg>
        <pc:picChg chg="add mod">
          <ac:chgData name="송 하권" userId="546ba1eaca679e52" providerId="LiveId" clId="{C188F9C4-BB7C-4613-89D5-8A745A9B5F5D}" dt="2021-03-11T04:56:57.058" v="1863" actId="1076"/>
          <ac:picMkLst>
            <pc:docMk/>
            <pc:sldMk cId="561206569" sldId="272"/>
            <ac:picMk id="5" creationId="{7A848F42-D847-442D-8A2C-1634E492D6E7}"/>
          </ac:picMkLst>
        </pc:picChg>
        <pc:cxnChg chg="add mod">
          <ac:chgData name="송 하권" userId="546ba1eaca679e52" providerId="LiveId" clId="{C188F9C4-BB7C-4613-89D5-8A745A9B5F5D}" dt="2021-03-11T04:57:52.794" v="1878" actId="14100"/>
          <ac:cxnSpMkLst>
            <pc:docMk/>
            <pc:sldMk cId="561206569" sldId="272"/>
            <ac:cxnSpMk id="6" creationId="{A1E01496-F797-489B-B3BF-BA5AF759EA74}"/>
          </ac:cxnSpMkLst>
        </pc:cxnChg>
        <pc:cxnChg chg="add mod">
          <ac:chgData name="송 하권" userId="546ba1eaca679e52" providerId="LiveId" clId="{C188F9C4-BB7C-4613-89D5-8A745A9B5F5D}" dt="2021-03-11T04:57:50.490" v="1877" actId="14100"/>
          <ac:cxnSpMkLst>
            <pc:docMk/>
            <pc:sldMk cId="561206569" sldId="272"/>
            <ac:cxnSpMk id="7" creationId="{D4F89AD5-78F5-4DA6-BFAC-2B0771573907}"/>
          </ac:cxnSpMkLst>
        </pc:cxnChg>
      </pc:sldChg>
      <pc:sldChg chg="addSp delSp modSp new mod">
        <pc:chgData name="송 하권" userId="546ba1eaca679e52" providerId="LiveId" clId="{C188F9C4-BB7C-4613-89D5-8A745A9B5F5D}" dt="2021-03-11T05:02:21.001" v="2272" actId="1076"/>
        <pc:sldMkLst>
          <pc:docMk/>
          <pc:sldMk cId="233574822" sldId="273"/>
        </pc:sldMkLst>
        <pc:spChg chg="mod">
          <ac:chgData name="송 하권" userId="546ba1eaca679e52" providerId="LiveId" clId="{C188F9C4-BB7C-4613-89D5-8A745A9B5F5D}" dt="2021-03-11T04:58:13.080" v="1885"/>
          <ac:spMkLst>
            <pc:docMk/>
            <pc:sldMk cId="233574822" sldId="273"/>
            <ac:spMk id="2" creationId="{13ADAF8A-728C-4EBE-B4E8-1382F7CB90EB}"/>
          </ac:spMkLst>
        </pc:spChg>
        <pc:spChg chg="add mod">
          <ac:chgData name="송 하권" userId="546ba1eaca679e52" providerId="LiveId" clId="{C188F9C4-BB7C-4613-89D5-8A745A9B5F5D}" dt="2021-03-11T05:00:05.683" v="2226" actId="20577"/>
          <ac:spMkLst>
            <pc:docMk/>
            <pc:sldMk cId="233574822" sldId="273"/>
            <ac:spMk id="3" creationId="{8482A9C5-C5A4-407C-8433-43CEBC555568}"/>
          </ac:spMkLst>
        </pc:spChg>
        <pc:spChg chg="add del mod">
          <ac:chgData name="송 하권" userId="546ba1eaca679e52" providerId="LiveId" clId="{C188F9C4-BB7C-4613-89D5-8A745A9B5F5D}" dt="2021-03-11T05:01:13.363" v="2241" actId="478"/>
          <ac:spMkLst>
            <pc:docMk/>
            <pc:sldMk cId="233574822" sldId="273"/>
            <ac:spMk id="6" creationId="{3AF92E6E-0A82-4A57-B6FD-71FB95B618A4}"/>
          </ac:spMkLst>
        </pc:spChg>
        <pc:spChg chg="add mod">
          <ac:chgData name="송 하권" userId="546ba1eaca679e52" providerId="LiveId" clId="{C188F9C4-BB7C-4613-89D5-8A745A9B5F5D}" dt="2021-03-11T05:01:18.570" v="2245" actId="1076"/>
          <ac:spMkLst>
            <pc:docMk/>
            <pc:sldMk cId="233574822" sldId="273"/>
            <ac:spMk id="7" creationId="{F97C1332-4E92-4011-A661-221941C88EAC}"/>
          </ac:spMkLst>
        </pc:spChg>
        <pc:spChg chg="add mod">
          <ac:chgData name="송 하권" userId="546ba1eaca679e52" providerId="LiveId" clId="{C188F9C4-BB7C-4613-89D5-8A745A9B5F5D}" dt="2021-03-11T05:01:52.633" v="2261" actId="1076"/>
          <ac:spMkLst>
            <pc:docMk/>
            <pc:sldMk cId="233574822" sldId="273"/>
            <ac:spMk id="8" creationId="{8B299BAB-DA9A-43F5-A754-6F62001C544F}"/>
          </ac:spMkLst>
        </pc:spChg>
        <pc:spChg chg="add del mod">
          <ac:chgData name="송 하권" userId="546ba1eaca679e52" providerId="LiveId" clId="{C188F9C4-BB7C-4613-89D5-8A745A9B5F5D}" dt="2021-03-11T05:01:13.899" v="2242" actId="478"/>
          <ac:spMkLst>
            <pc:docMk/>
            <pc:sldMk cId="233574822" sldId="273"/>
            <ac:spMk id="9" creationId="{0787003C-29D8-46D6-B0C8-A5C0FA7F05EF}"/>
          </ac:spMkLst>
        </pc:spChg>
        <pc:spChg chg="add del mod">
          <ac:chgData name="송 하권" userId="546ba1eaca679e52" providerId="LiveId" clId="{C188F9C4-BB7C-4613-89D5-8A745A9B5F5D}" dt="2021-03-11T05:01:14.651" v="2243" actId="478"/>
          <ac:spMkLst>
            <pc:docMk/>
            <pc:sldMk cId="233574822" sldId="273"/>
            <ac:spMk id="12" creationId="{BBB12F20-7712-440F-AE31-96D7EFFB4390}"/>
          </ac:spMkLst>
        </pc:spChg>
        <pc:spChg chg="add mod">
          <ac:chgData name="송 하권" userId="546ba1eaca679e52" providerId="LiveId" clId="{C188F9C4-BB7C-4613-89D5-8A745A9B5F5D}" dt="2021-03-11T05:02:03.218" v="2267" actId="14100"/>
          <ac:spMkLst>
            <pc:docMk/>
            <pc:sldMk cId="233574822" sldId="273"/>
            <ac:spMk id="13" creationId="{938EA0BA-3638-4209-A612-C441661930DE}"/>
          </ac:spMkLst>
        </pc:spChg>
        <pc:spChg chg="add mod">
          <ac:chgData name="송 하권" userId="546ba1eaca679e52" providerId="LiveId" clId="{C188F9C4-BB7C-4613-89D5-8A745A9B5F5D}" dt="2021-03-11T05:01:38.330" v="2253" actId="1076"/>
          <ac:spMkLst>
            <pc:docMk/>
            <pc:sldMk cId="233574822" sldId="273"/>
            <ac:spMk id="15" creationId="{FD48D147-65B1-475D-8020-913F42FEFA26}"/>
          </ac:spMkLst>
        </pc:spChg>
        <pc:spChg chg="add mod">
          <ac:chgData name="송 하권" userId="546ba1eaca679e52" providerId="LiveId" clId="{C188F9C4-BB7C-4613-89D5-8A745A9B5F5D}" dt="2021-03-11T05:01:43.977" v="2255" actId="1076"/>
          <ac:spMkLst>
            <pc:docMk/>
            <pc:sldMk cId="233574822" sldId="273"/>
            <ac:spMk id="18" creationId="{4DEAEA76-2BF2-4679-88EE-ABF3E55AA5B0}"/>
          </ac:spMkLst>
        </pc:spChg>
        <pc:spChg chg="add mod">
          <ac:chgData name="송 하권" userId="546ba1eaca679e52" providerId="LiveId" clId="{C188F9C4-BB7C-4613-89D5-8A745A9B5F5D}" dt="2021-03-11T05:01:46.025" v="2257" actId="1076"/>
          <ac:spMkLst>
            <pc:docMk/>
            <pc:sldMk cId="233574822" sldId="273"/>
            <ac:spMk id="19" creationId="{9DDDE660-C5E0-47DA-A0DD-57B53A2D0883}"/>
          </ac:spMkLst>
        </pc:spChg>
        <pc:spChg chg="add mod">
          <ac:chgData name="송 하권" userId="546ba1eaca679e52" providerId="LiveId" clId="{C188F9C4-BB7C-4613-89D5-8A745A9B5F5D}" dt="2021-03-11T05:01:49.481" v="2260" actId="688"/>
          <ac:spMkLst>
            <pc:docMk/>
            <pc:sldMk cId="233574822" sldId="273"/>
            <ac:spMk id="20" creationId="{89347503-8C44-4112-8AA9-C24847D9BC36}"/>
          </ac:spMkLst>
        </pc:spChg>
        <pc:picChg chg="add mod">
          <ac:chgData name="송 하권" userId="546ba1eaca679e52" providerId="LiveId" clId="{C188F9C4-BB7C-4613-89D5-8A745A9B5F5D}" dt="2021-03-11T05:01:18.570" v="2245" actId="1076"/>
          <ac:picMkLst>
            <pc:docMk/>
            <pc:sldMk cId="233574822" sldId="273"/>
            <ac:picMk id="4" creationId="{8B30DE81-EB62-47BE-93BE-557B5FA8E116}"/>
          </ac:picMkLst>
        </pc:picChg>
        <pc:picChg chg="add mod">
          <ac:chgData name="송 하권" userId="546ba1eaca679e52" providerId="LiveId" clId="{C188F9C4-BB7C-4613-89D5-8A745A9B5F5D}" dt="2021-03-11T05:01:16.514" v="2244" actId="1076"/>
          <ac:picMkLst>
            <pc:docMk/>
            <pc:sldMk cId="233574822" sldId="273"/>
            <ac:picMk id="5" creationId="{94A075C7-E8EB-4F6C-901F-F2B328AA96A4}"/>
          </ac:picMkLst>
        </pc:picChg>
        <pc:picChg chg="add mod">
          <ac:chgData name="송 하권" userId="546ba1eaca679e52" providerId="LiveId" clId="{C188F9C4-BB7C-4613-89D5-8A745A9B5F5D}" dt="2021-03-11T05:01:56.236" v="2263" actId="1076"/>
          <ac:picMkLst>
            <pc:docMk/>
            <pc:sldMk cId="233574822" sldId="273"/>
            <ac:picMk id="10" creationId="{7D8A102B-C354-4A28-A63C-0413772D03B2}"/>
          </ac:picMkLst>
        </pc:picChg>
        <pc:picChg chg="add mod">
          <ac:chgData name="송 하권" userId="546ba1eaca679e52" providerId="LiveId" clId="{C188F9C4-BB7C-4613-89D5-8A745A9B5F5D}" dt="2021-03-11T05:02:21.001" v="2272" actId="1076"/>
          <ac:picMkLst>
            <pc:docMk/>
            <pc:sldMk cId="233574822" sldId="273"/>
            <ac:picMk id="11" creationId="{023A198F-E990-41F2-8B2F-387D1672701B}"/>
          </ac:picMkLst>
        </pc:picChg>
        <pc:cxnChg chg="add mod">
          <ac:chgData name="송 하권" userId="546ba1eaca679e52" providerId="LiveId" clId="{C188F9C4-BB7C-4613-89D5-8A745A9B5F5D}" dt="2021-03-11T05:02:14.594" v="2271" actId="14100"/>
          <ac:cxnSpMkLst>
            <pc:docMk/>
            <pc:sldMk cId="233574822" sldId="273"/>
            <ac:cxnSpMk id="14" creationId="{798AD131-DE29-4B6D-8F5A-58FC80AF4996}"/>
          </ac:cxnSpMkLst>
        </pc:cxnChg>
      </pc:sldChg>
      <pc:sldChg chg="addSp modSp add mod">
        <pc:chgData name="송 하권" userId="546ba1eaca679e52" providerId="LiveId" clId="{C188F9C4-BB7C-4613-89D5-8A745A9B5F5D}" dt="2021-04-01T01:19:18.508" v="3266" actId="14100"/>
        <pc:sldMkLst>
          <pc:docMk/>
          <pc:sldMk cId="2515324483" sldId="274"/>
        </pc:sldMkLst>
        <pc:spChg chg="add mod">
          <ac:chgData name="송 하권" userId="546ba1eaca679e52" providerId="LiveId" clId="{C188F9C4-BB7C-4613-89D5-8A745A9B5F5D}" dt="2021-04-01T01:19:18.508" v="3266" actId="14100"/>
          <ac:spMkLst>
            <pc:docMk/>
            <pc:sldMk cId="2515324483" sldId="274"/>
            <ac:spMk id="5" creationId="{3630129F-9A89-4661-B6BC-D8ECACBF4D15}"/>
          </ac:spMkLst>
        </pc:spChg>
        <pc:graphicFrameChg chg="mod modGraphic">
          <ac:chgData name="송 하권" userId="546ba1eaca679e52" providerId="LiveId" clId="{C188F9C4-BB7C-4613-89D5-8A745A9B5F5D}" dt="2021-03-25T04:06:04.189" v="3263"/>
          <ac:graphicFrameMkLst>
            <pc:docMk/>
            <pc:sldMk cId="2515324483" sldId="274"/>
            <ac:graphicFrameMk id="3" creationId="{7089B6E8-3117-46BE-83F9-673D9166D4D6}"/>
          </ac:graphicFrameMkLst>
        </pc:graphicFrameChg>
      </pc:sldChg>
    </pc:docChg>
  </pc:docChgLst>
  <pc:docChgLst>
    <pc:chgData name="하권" userId="546ba1eaca679e52" providerId="LiveId" clId="{3A7432F6-E500-4FD2-99D9-4DE488A16F80}"/>
    <pc:docChg chg="undo custSel addSld delSld modSld sldOrd">
      <pc:chgData name="하권" userId="546ba1eaca679e52" providerId="LiveId" clId="{3A7432F6-E500-4FD2-99D9-4DE488A16F80}" dt="2021-04-10T14:43:44.528" v="7876" actId="20577"/>
      <pc:docMkLst>
        <pc:docMk/>
      </pc:docMkLst>
      <pc:sldChg chg="addSp delSp modSp mod">
        <pc:chgData name="하권" userId="546ba1eaca679e52" providerId="LiveId" clId="{3A7432F6-E500-4FD2-99D9-4DE488A16F80}" dt="2021-04-10T05:18:55.555" v="4721" actId="478"/>
        <pc:sldMkLst>
          <pc:docMk/>
          <pc:sldMk cId="3181296256" sldId="257"/>
        </pc:sldMkLst>
        <pc:spChg chg="mod">
          <ac:chgData name="하권" userId="546ba1eaca679e52" providerId="LiveId" clId="{3A7432F6-E500-4FD2-99D9-4DE488A16F80}" dt="2021-04-10T00:54:21.097" v="70" actId="27636"/>
          <ac:spMkLst>
            <pc:docMk/>
            <pc:sldMk cId="3181296256" sldId="257"/>
            <ac:spMk id="2" creationId="{40CF91DD-E407-4268-B40F-E886BD90DF5D}"/>
          </ac:spMkLst>
        </pc:spChg>
        <pc:spChg chg="del mod">
          <ac:chgData name="하권" userId="546ba1eaca679e52" providerId="LiveId" clId="{3A7432F6-E500-4FD2-99D9-4DE488A16F80}" dt="2021-04-10T00:53:43.193" v="37" actId="478"/>
          <ac:spMkLst>
            <pc:docMk/>
            <pc:sldMk cId="3181296256" sldId="257"/>
            <ac:spMk id="3" creationId="{A5C8AA17-FBAA-444A-A091-DE2EAE2508DE}"/>
          </ac:spMkLst>
        </pc:spChg>
        <pc:spChg chg="add del mod">
          <ac:chgData name="하권" userId="546ba1eaca679e52" providerId="LiveId" clId="{3A7432F6-E500-4FD2-99D9-4DE488A16F80}" dt="2021-04-10T00:54:54.782" v="132" actId="478"/>
          <ac:spMkLst>
            <pc:docMk/>
            <pc:sldMk cId="3181296256" sldId="257"/>
            <ac:spMk id="5" creationId="{1E8E5D16-CC29-430D-AA6E-5DBC5BDE287C}"/>
          </ac:spMkLst>
        </pc:spChg>
        <pc:spChg chg="add del mod">
          <ac:chgData name="하권" userId="546ba1eaca679e52" providerId="LiveId" clId="{3A7432F6-E500-4FD2-99D9-4DE488A16F80}" dt="2021-04-10T00:54:54.782" v="132" actId="478"/>
          <ac:spMkLst>
            <pc:docMk/>
            <pc:sldMk cId="3181296256" sldId="257"/>
            <ac:spMk id="6" creationId="{2E5E752A-274D-4460-9AFE-148974334471}"/>
          </ac:spMkLst>
        </pc:spChg>
        <pc:spChg chg="add mod">
          <ac:chgData name="하권" userId="546ba1eaca679e52" providerId="LiveId" clId="{3A7432F6-E500-4FD2-99D9-4DE488A16F80}" dt="2021-04-10T00:54:38.488" v="127" actId="20577"/>
          <ac:spMkLst>
            <pc:docMk/>
            <pc:sldMk cId="3181296256" sldId="257"/>
            <ac:spMk id="7" creationId="{1EF47D51-A65F-4904-85EA-520C465F1FEE}"/>
          </ac:spMkLst>
        </pc:spChg>
        <pc:spChg chg="add del mod">
          <ac:chgData name="하권" userId="546ba1eaca679e52" providerId="LiveId" clId="{3A7432F6-E500-4FD2-99D9-4DE488A16F80}" dt="2021-04-10T00:56:25.576" v="150" actId="478"/>
          <ac:spMkLst>
            <pc:docMk/>
            <pc:sldMk cId="3181296256" sldId="257"/>
            <ac:spMk id="11" creationId="{F1EB2FF8-8F08-456B-8B56-B8BC230DBCCE}"/>
          </ac:spMkLst>
        </pc:spChg>
        <pc:spChg chg="add del mod">
          <ac:chgData name="하권" userId="546ba1eaca679e52" providerId="LiveId" clId="{3A7432F6-E500-4FD2-99D9-4DE488A16F80}" dt="2021-04-10T00:56:26.119" v="151" actId="478"/>
          <ac:spMkLst>
            <pc:docMk/>
            <pc:sldMk cId="3181296256" sldId="257"/>
            <ac:spMk id="12" creationId="{5441C4A6-DC78-49C7-B0B1-5C465CDDE57C}"/>
          </ac:spMkLst>
        </pc:spChg>
        <pc:spChg chg="add mod">
          <ac:chgData name="하권" userId="546ba1eaca679e52" providerId="LiveId" clId="{3A7432F6-E500-4FD2-99D9-4DE488A16F80}" dt="2021-04-10T00:57:29.941" v="170" actId="1076"/>
          <ac:spMkLst>
            <pc:docMk/>
            <pc:sldMk cId="3181296256" sldId="257"/>
            <ac:spMk id="13" creationId="{05F64421-EDFC-4E1A-8B6F-CFCA1CD1AFAE}"/>
          </ac:spMkLst>
        </pc:spChg>
        <pc:spChg chg="add mod">
          <ac:chgData name="하권" userId="546ba1eaca679e52" providerId="LiveId" clId="{3A7432F6-E500-4FD2-99D9-4DE488A16F80}" dt="2021-04-10T00:57:37.389" v="174" actId="14100"/>
          <ac:spMkLst>
            <pc:docMk/>
            <pc:sldMk cId="3181296256" sldId="257"/>
            <ac:spMk id="14" creationId="{78139687-BC8B-44E8-ACFE-FB22BA88A5BC}"/>
          </ac:spMkLst>
        </pc:spChg>
        <pc:spChg chg="add mod">
          <ac:chgData name="하권" userId="546ba1eaca679e52" providerId="LiveId" clId="{3A7432F6-E500-4FD2-99D9-4DE488A16F80}" dt="2021-04-10T00:57:48.646" v="181" actId="14100"/>
          <ac:spMkLst>
            <pc:docMk/>
            <pc:sldMk cId="3181296256" sldId="257"/>
            <ac:spMk id="15" creationId="{8B6E601E-E9F4-471D-B207-C8C56B49DD14}"/>
          </ac:spMkLst>
        </pc:spChg>
        <pc:spChg chg="add del mod">
          <ac:chgData name="하권" userId="546ba1eaca679e52" providerId="LiveId" clId="{3A7432F6-E500-4FD2-99D9-4DE488A16F80}" dt="2021-04-10T05:18:55.555" v="4721" actId="478"/>
          <ac:spMkLst>
            <pc:docMk/>
            <pc:sldMk cId="3181296256" sldId="257"/>
            <ac:spMk id="18" creationId="{82417AE3-B544-49D8-ABC3-94F0D498F7E4}"/>
          </ac:spMkLst>
        </pc:spChg>
        <pc:spChg chg="add mod">
          <ac:chgData name="하권" userId="546ba1eaca679e52" providerId="LiveId" clId="{3A7432F6-E500-4FD2-99D9-4DE488A16F80}" dt="2021-04-10T00:59:29.724" v="229" actId="1076"/>
          <ac:spMkLst>
            <pc:docMk/>
            <pc:sldMk cId="3181296256" sldId="257"/>
            <ac:spMk id="20" creationId="{ADEC7EDC-A6E9-4271-BEBD-A912D7E4F571}"/>
          </ac:spMkLst>
        </pc:spChg>
        <pc:picChg chg="add del mod">
          <ac:chgData name="하권" userId="546ba1eaca679e52" providerId="LiveId" clId="{3A7432F6-E500-4FD2-99D9-4DE488A16F80}" dt="2021-04-10T00:54:53.808" v="131" actId="478"/>
          <ac:picMkLst>
            <pc:docMk/>
            <pc:sldMk cId="3181296256" sldId="257"/>
            <ac:picMk id="4" creationId="{566FFA2B-DF88-49EB-9D5D-D93FB6610B2F}"/>
          </ac:picMkLst>
        </pc:picChg>
        <pc:picChg chg="add del mod">
          <ac:chgData name="하권" userId="546ba1eaca679e52" providerId="LiveId" clId="{3A7432F6-E500-4FD2-99D9-4DE488A16F80}" dt="2021-04-10T00:55:30.775" v="138" actId="478"/>
          <ac:picMkLst>
            <pc:docMk/>
            <pc:sldMk cId="3181296256" sldId="257"/>
            <ac:picMk id="8" creationId="{49CDCBDA-B618-4A11-A8AD-67D35C871623}"/>
          </ac:picMkLst>
        </pc:picChg>
        <pc:picChg chg="add mod">
          <ac:chgData name="하권" userId="546ba1eaca679e52" providerId="LiveId" clId="{3A7432F6-E500-4FD2-99D9-4DE488A16F80}" dt="2021-04-10T00:56:07.349" v="141" actId="1076"/>
          <ac:picMkLst>
            <pc:docMk/>
            <pc:sldMk cId="3181296256" sldId="257"/>
            <ac:picMk id="10" creationId="{54EC56DF-92A5-4B08-8952-F57B4E0CEF3D}"/>
          </ac:picMkLst>
        </pc:picChg>
        <pc:cxnChg chg="add mod">
          <ac:chgData name="하권" userId="546ba1eaca679e52" providerId="LiveId" clId="{3A7432F6-E500-4FD2-99D9-4DE488A16F80}" dt="2021-04-10T05:18:55.555" v="4721" actId="478"/>
          <ac:cxnSpMkLst>
            <pc:docMk/>
            <pc:sldMk cId="3181296256" sldId="257"/>
            <ac:cxnSpMk id="17" creationId="{3F4788FC-0640-4E81-9F79-FF83DDB4CF39}"/>
          </ac:cxnSpMkLst>
        </pc:cxnChg>
      </pc:sldChg>
      <pc:sldChg chg="add">
        <pc:chgData name="하권" userId="546ba1eaca679e52" providerId="LiveId" clId="{3A7432F6-E500-4FD2-99D9-4DE488A16F80}" dt="2021-04-10T03:05:38.356" v="290"/>
        <pc:sldMkLst>
          <pc:docMk/>
          <pc:sldMk cId="2168344158" sldId="258"/>
        </pc:sldMkLst>
      </pc:sldChg>
      <pc:sldChg chg="ord">
        <pc:chgData name="하권" userId="546ba1eaca679e52" providerId="LiveId" clId="{3A7432F6-E500-4FD2-99D9-4DE488A16F80}" dt="2021-04-10T03:05:41.570" v="292"/>
        <pc:sldMkLst>
          <pc:docMk/>
          <pc:sldMk cId="1658675849" sldId="260"/>
        </pc:sldMkLst>
      </pc:sldChg>
      <pc:sldChg chg="addSp delSp modSp add mod ord">
        <pc:chgData name="하권" userId="546ba1eaca679e52" providerId="LiveId" clId="{3A7432F6-E500-4FD2-99D9-4DE488A16F80}" dt="2021-04-10T00:57:03.413" v="166" actId="1076"/>
        <pc:sldMkLst>
          <pc:docMk/>
          <pc:sldMk cId="2347136168" sldId="261"/>
        </pc:sldMkLst>
        <pc:spChg chg="add mod">
          <ac:chgData name="하권" userId="546ba1eaca679e52" providerId="LiveId" clId="{3A7432F6-E500-4FD2-99D9-4DE488A16F80}" dt="2021-04-10T00:56:51.800" v="161" actId="207"/>
          <ac:spMkLst>
            <pc:docMk/>
            <pc:sldMk cId="2347136168" sldId="261"/>
            <ac:spMk id="3" creationId="{1E191548-C1C8-4827-BD5C-A6200E0D77B5}"/>
          </ac:spMkLst>
        </pc:spChg>
        <pc:spChg chg="del">
          <ac:chgData name="하권" userId="546ba1eaca679e52" providerId="LiveId" clId="{3A7432F6-E500-4FD2-99D9-4DE488A16F80}" dt="2021-04-10T00:56:28.184" v="153" actId="478"/>
          <ac:spMkLst>
            <pc:docMk/>
            <pc:sldMk cId="2347136168" sldId="261"/>
            <ac:spMk id="5" creationId="{1E8E5D16-CC29-430D-AA6E-5DBC5BDE287C}"/>
          </ac:spMkLst>
        </pc:spChg>
        <pc:spChg chg="del">
          <ac:chgData name="하권" userId="546ba1eaca679e52" providerId="LiveId" clId="{3A7432F6-E500-4FD2-99D9-4DE488A16F80}" dt="2021-04-10T00:56:27.679" v="152" actId="478"/>
          <ac:spMkLst>
            <pc:docMk/>
            <pc:sldMk cId="2347136168" sldId="261"/>
            <ac:spMk id="6" creationId="{2E5E752A-274D-4460-9AFE-148974334471}"/>
          </ac:spMkLst>
        </pc:spChg>
        <pc:spChg chg="add mod">
          <ac:chgData name="하권" userId="546ba1eaca679e52" providerId="LiveId" clId="{3A7432F6-E500-4FD2-99D9-4DE488A16F80}" dt="2021-04-10T00:57:03.413" v="166" actId="1076"/>
          <ac:spMkLst>
            <pc:docMk/>
            <pc:sldMk cId="2347136168" sldId="261"/>
            <ac:spMk id="8" creationId="{9A757B85-38B1-42D5-87A6-688C6E32B422}"/>
          </ac:spMkLst>
        </pc:spChg>
      </pc:sldChg>
      <pc:sldChg chg="addSp delSp modSp add mod">
        <pc:chgData name="하권" userId="546ba1eaca679e52" providerId="LiveId" clId="{3A7432F6-E500-4FD2-99D9-4DE488A16F80}" dt="2021-04-10T05:18:56.578" v="4722" actId="478"/>
        <pc:sldMkLst>
          <pc:docMk/>
          <pc:sldMk cId="2551337591" sldId="262"/>
        </pc:sldMkLst>
        <pc:spChg chg="mod">
          <ac:chgData name="하권" userId="546ba1eaca679e52" providerId="LiveId" clId="{3A7432F6-E500-4FD2-99D9-4DE488A16F80}" dt="2021-04-10T01:25:50.889" v="289" actId="1076"/>
          <ac:spMkLst>
            <pc:docMk/>
            <pc:sldMk cId="2551337591" sldId="262"/>
            <ac:spMk id="13" creationId="{05F64421-EDFC-4E1A-8B6F-CFCA1CD1AFAE}"/>
          </ac:spMkLst>
        </pc:spChg>
        <pc:spChg chg="mod">
          <ac:chgData name="하권" userId="546ba1eaca679e52" providerId="LiveId" clId="{3A7432F6-E500-4FD2-99D9-4DE488A16F80}" dt="2021-04-10T01:25:50.889" v="289" actId="1076"/>
          <ac:spMkLst>
            <pc:docMk/>
            <pc:sldMk cId="2551337591" sldId="262"/>
            <ac:spMk id="14" creationId="{78139687-BC8B-44E8-ACFE-FB22BA88A5BC}"/>
          </ac:spMkLst>
        </pc:spChg>
        <pc:spChg chg="mod">
          <ac:chgData name="하권" userId="546ba1eaca679e52" providerId="LiveId" clId="{3A7432F6-E500-4FD2-99D9-4DE488A16F80}" dt="2021-04-10T01:25:50.889" v="289" actId="1076"/>
          <ac:spMkLst>
            <pc:docMk/>
            <pc:sldMk cId="2551337591" sldId="262"/>
            <ac:spMk id="15" creationId="{8B6E601E-E9F4-471D-B207-C8C56B49DD14}"/>
          </ac:spMkLst>
        </pc:spChg>
        <pc:spChg chg="add del mod">
          <ac:chgData name="하권" userId="546ba1eaca679e52" providerId="LiveId" clId="{3A7432F6-E500-4FD2-99D9-4DE488A16F80}" dt="2021-04-10T05:18:56.578" v="4722" actId="478"/>
          <ac:spMkLst>
            <pc:docMk/>
            <pc:sldMk cId="2551337591" sldId="262"/>
            <ac:spMk id="18" creationId="{82417AE3-B544-49D8-ABC3-94F0D498F7E4}"/>
          </ac:spMkLst>
        </pc:spChg>
        <pc:spChg chg="add mod">
          <ac:chgData name="하권" userId="546ba1eaca679e52" providerId="LiveId" clId="{3A7432F6-E500-4FD2-99D9-4DE488A16F80}" dt="2021-04-10T01:25:50.889" v="289" actId="1076"/>
          <ac:spMkLst>
            <pc:docMk/>
            <pc:sldMk cId="2551337591" sldId="262"/>
            <ac:spMk id="19" creationId="{BBCC3476-9F13-4DE4-A95A-C0E73CA53D6D}"/>
          </ac:spMkLst>
        </pc:spChg>
        <pc:spChg chg="mod">
          <ac:chgData name="하권" userId="546ba1eaca679e52" providerId="LiveId" clId="{3A7432F6-E500-4FD2-99D9-4DE488A16F80}" dt="2021-04-10T01:25:50.889" v="289" actId="1076"/>
          <ac:spMkLst>
            <pc:docMk/>
            <pc:sldMk cId="2551337591" sldId="262"/>
            <ac:spMk id="20" creationId="{ADEC7EDC-A6E9-4271-BEBD-A912D7E4F571}"/>
          </ac:spMkLst>
        </pc:spChg>
        <pc:spChg chg="add mod">
          <ac:chgData name="하권" userId="546ba1eaca679e52" providerId="LiveId" clId="{3A7432F6-E500-4FD2-99D9-4DE488A16F80}" dt="2021-04-10T01:25:50.889" v="289" actId="1076"/>
          <ac:spMkLst>
            <pc:docMk/>
            <pc:sldMk cId="2551337591" sldId="262"/>
            <ac:spMk id="21" creationId="{6590EF6F-A941-438A-954B-F32092093F10}"/>
          </ac:spMkLst>
        </pc:spChg>
        <pc:picChg chg="add mod ord">
          <ac:chgData name="하권" userId="546ba1eaca679e52" providerId="LiveId" clId="{3A7432F6-E500-4FD2-99D9-4DE488A16F80}" dt="2021-04-10T01:25:50.889" v="289" actId="1076"/>
          <ac:picMkLst>
            <pc:docMk/>
            <pc:sldMk cId="2551337591" sldId="262"/>
            <ac:picMk id="4" creationId="{D17A0C04-8081-4232-8757-96B48FD02D2A}"/>
          </ac:picMkLst>
        </pc:picChg>
        <pc:picChg chg="del">
          <ac:chgData name="하권" userId="546ba1eaca679e52" providerId="LiveId" clId="{3A7432F6-E500-4FD2-99D9-4DE488A16F80}" dt="2021-04-10T01:00:32.013" v="231" actId="478"/>
          <ac:picMkLst>
            <pc:docMk/>
            <pc:sldMk cId="2551337591" sldId="262"/>
            <ac:picMk id="10" creationId="{54EC56DF-92A5-4B08-8952-F57B4E0CEF3D}"/>
          </ac:picMkLst>
        </pc:picChg>
        <pc:cxnChg chg="mod">
          <ac:chgData name="하권" userId="546ba1eaca679e52" providerId="LiveId" clId="{3A7432F6-E500-4FD2-99D9-4DE488A16F80}" dt="2021-04-10T05:18:56.578" v="4722" actId="478"/>
          <ac:cxnSpMkLst>
            <pc:docMk/>
            <pc:sldMk cId="2551337591" sldId="262"/>
            <ac:cxnSpMk id="17" creationId="{3F4788FC-0640-4E81-9F79-FF83DDB4CF39}"/>
          </ac:cxnSpMkLst>
        </pc:cxnChg>
      </pc:sldChg>
      <pc:sldChg chg="addSp delSp modSp add mod">
        <pc:chgData name="하권" userId="546ba1eaca679e52" providerId="LiveId" clId="{3A7432F6-E500-4FD2-99D9-4DE488A16F80}" dt="2021-04-10T11:22:21.261" v="7675"/>
        <pc:sldMkLst>
          <pc:docMk/>
          <pc:sldMk cId="2979687349" sldId="264"/>
        </pc:sldMkLst>
        <pc:spChg chg="mod">
          <ac:chgData name="하권" userId="546ba1eaca679e52" providerId="LiveId" clId="{3A7432F6-E500-4FD2-99D9-4DE488A16F80}" dt="2021-04-10T03:16:58.263" v="412" actId="20577"/>
          <ac:spMkLst>
            <pc:docMk/>
            <pc:sldMk cId="2979687349" sldId="264"/>
            <ac:spMk id="2" creationId="{4F751049-5CC9-4216-A59A-D2A8A9D1B3A3}"/>
          </ac:spMkLst>
        </pc:spChg>
        <pc:spChg chg="mod">
          <ac:chgData name="하권" userId="546ba1eaca679e52" providerId="LiveId" clId="{3A7432F6-E500-4FD2-99D9-4DE488A16F80}" dt="2021-04-10T11:22:21.261" v="7675"/>
          <ac:spMkLst>
            <pc:docMk/>
            <pc:sldMk cId="2979687349" sldId="264"/>
            <ac:spMk id="5" creationId="{A4FD3BA6-9076-49D7-A721-26E4DB794640}"/>
          </ac:spMkLst>
        </pc:spChg>
        <pc:spChg chg="mod">
          <ac:chgData name="하권" userId="546ba1eaca679e52" providerId="LiveId" clId="{3A7432F6-E500-4FD2-99D9-4DE488A16F80}" dt="2021-04-10T03:19:49.270" v="609" actId="1076"/>
          <ac:spMkLst>
            <pc:docMk/>
            <pc:sldMk cId="2979687349" sldId="264"/>
            <ac:spMk id="9" creationId="{2C31AA7C-178D-4F17-82D2-748D127F0978}"/>
          </ac:spMkLst>
        </pc:spChg>
        <pc:spChg chg="mod">
          <ac:chgData name="하권" userId="546ba1eaca679e52" providerId="LiveId" clId="{3A7432F6-E500-4FD2-99D9-4DE488A16F80}" dt="2021-04-10T03:19:45.870" v="607" actId="1076"/>
          <ac:spMkLst>
            <pc:docMk/>
            <pc:sldMk cId="2979687349" sldId="264"/>
            <ac:spMk id="10" creationId="{FECC0DA9-83CC-49AE-B70F-9AC7EF5B5F17}"/>
          </ac:spMkLst>
        </pc:spChg>
        <pc:picChg chg="add mod ord">
          <ac:chgData name="하권" userId="546ba1eaca679e52" providerId="LiveId" clId="{3A7432F6-E500-4FD2-99D9-4DE488A16F80}" dt="2021-04-10T03:19:44.247" v="606" actId="1076"/>
          <ac:picMkLst>
            <pc:docMk/>
            <pc:sldMk cId="2979687349" sldId="264"/>
            <ac:picMk id="4" creationId="{C69A6B6D-6573-42FB-8E93-A50D0FCAAF63}"/>
          </ac:picMkLst>
        </pc:picChg>
        <pc:picChg chg="add mod">
          <ac:chgData name="하권" userId="546ba1eaca679e52" providerId="LiveId" clId="{3A7432F6-E500-4FD2-99D9-4DE488A16F80}" dt="2021-04-10T03:19:47.006" v="608" actId="1076"/>
          <ac:picMkLst>
            <pc:docMk/>
            <pc:sldMk cId="2979687349" sldId="264"/>
            <ac:picMk id="8" creationId="{618BC17F-8B81-4C87-B3C4-3C07306B01FC}"/>
          </ac:picMkLst>
        </pc:picChg>
        <pc:picChg chg="del">
          <ac:chgData name="하권" userId="546ba1eaca679e52" providerId="LiveId" clId="{3A7432F6-E500-4FD2-99D9-4DE488A16F80}" dt="2021-04-10T03:07:04.100" v="320" actId="478"/>
          <ac:picMkLst>
            <pc:docMk/>
            <pc:sldMk cId="2979687349" sldId="264"/>
            <ac:picMk id="16" creationId="{C8325C3C-9C74-4A02-9807-162BED1CE56A}"/>
          </ac:picMkLst>
        </pc:picChg>
        <pc:picChg chg="del">
          <ac:chgData name="하권" userId="546ba1eaca679e52" providerId="LiveId" clId="{3A7432F6-E500-4FD2-99D9-4DE488A16F80}" dt="2021-04-10T03:07:05.465" v="321" actId="478"/>
          <ac:picMkLst>
            <pc:docMk/>
            <pc:sldMk cId="2979687349" sldId="264"/>
            <ac:picMk id="19" creationId="{EA9E5858-B318-4F93-9590-506E5D2732F9}"/>
          </ac:picMkLst>
        </pc:picChg>
        <pc:cxnChg chg="mod">
          <ac:chgData name="하권" userId="546ba1eaca679e52" providerId="LiveId" clId="{3A7432F6-E500-4FD2-99D9-4DE488A16F80}" dt="2021-04-10T03:19:53.429" v="613" actId="1035"/>
          <ac:cxnSpMkLst>
            <pc:docMk/>
            <pc:sldMk cId="2979687349" sldId="264"/>
            <ac:cxnSpMk id="7" creationId="{5C5F6E77-D3D3-4A82-9BD2-F3A0D624AD51}"/>
          </ac:cxnSpMkLst>
        </pc:cxnChg>
      </pc:sldChg>
      <pc:sldChg chg="modSp add mod">
        <pc:chgData name="하권" userId="546ba1eaca679e52" providerId="LiveId" clId="{3A7432F6-E500-4FD2-99D9-4DE488A16F80}" dt="2021-04-10T04:20:06.483" v="2691" actId="1036"/>
        <pc:sldMkLst>
          <pc:docMk/>
          <pc:sldMk cId="788348263" sldId="267"/>
        </pc:sldMkLst>
        <pc:spChg chg="mod">
          <ac:chgData name="하권" userId="546ba1eaca679e52" providerId="LiveId" clId="{3A7432F6-E500-4FD2-99D9-4DE488A16F80}" dt="2021-04-10T04:19:39.669" v="2650"/>
          <ac:spMkLst>
            <pc:docMk/>
            <pc:sldMk cId="788348263" sldId="267"/>
            <ac:spMk id="2" creationId="{1216615C-A98F-4C45-9419-5CB4796241F8}"/>
          </ac:spMkLst>
        </pc:spChg>
        <pc:spChg chg="mod">
          <ac:chgData name="하권" userId="546ba1eaca679e52" providerId="LiveId" clId="{3A7432F6-E500-4FD2-99D9-4DE488A16F80}" dt="2021-04-10T04:19:59.640" v="2687" actId="20577"/>
          <ac:spMkLst>
            <pc:docMk/>
            <pc:sldMk cId="788348263" sldId="267"/>
            <ac:spMk id="4" creationId="{8EE63C0D-956C-4482-B84F-75A6BC3F22D9}"/>
          </ac:spMkLst>
        </pc:spChg>
        <pc:spChg chg="mod">
          <ac:chgData name="하권" userId="546ba1eaca679e52" providerId="LiveId" clId="{3A7432F6-E500-4FD2-99D9-4DE488A16F80}" dt="2021-04-10T04:20:06.483" v="2691" actId="1036"/>
          <ac:spMkLst>
            <pc:docMk/>
            <pc:sldMk cId="788348263" sldId="267"/>
            <ac:spMk id="7" creationId="{7EBECDF7-958D-48E7-A1C2-83EAE4A5C02D}"/>
          </ac:spMkLst>
        </pc:spChg>
        <pc:spChg chg="mod">
          <ac:chgData name="하권" userId="546ba1eaca679e52" providerId="LiveId" clId="{3A7432F6-E500-4FD2-99D9-4DE488A16F80}" dt="2021-04-10T04:20:06.483" v="2691" actId="1036"/>
          <ac:spMkLst>
            <pc:docMk/>
            <pc:sldMk cId="788348263" sldId="267"/>
            <ac:spMk id="8" creationId="{EBA4B6FB-C8E8-4246-9259-2E240CFF3918}"/>
          </ac:spMkLst>
        </pc:spChg>
        <pc:spChg chg="mod">
          <ac:chgData name="하권" userId="546ba1eaca679e52" providerId="LiveId" clId="{3A7432F6-E500-4FD2-99D9-4DE488A16F80}" dt="2021-04-10T04:20:06.483" v="2691" actId="1036"/>
          <ac:spMkLst>
            <pc:docMk/>
            <pc:sldMk cId="788348263" sldId="267"/>
            <ac:spMk id="9" creationId="{7EC91306-ED26-4CF8-BC81-01BA39F1FB41}"/>
          </ac:spMkLst>
        </pc:spChg>
        <pc:graphicFrameChg chg="mod">
          <ac:chgData name="하권" userId="546ba1eaca679e52" providerId="LiveId" clId="{3A7432F6-E500-4FD2-99D9-4DE488A16F80}" dt="2021-04-10T04:20:06.483" v="2691" actId="1036"/>
          <ac:graphicFrameMkLst>
            <pc:docMk/>
            <pc:sldMk cId="788348263" sldId="267"/>
            <ac:graphicFrameMk id="6" creationId="{FAC56236-2B39-4C30-BBF8-2C53C9A138B5}"/>
          </ac:graphicFrameMkLst>
        </pc:graphicFrameChg>
        <pc:graphicFrameChg chg="mod">
          <ac:chgData name="하권" userId="546ba1eaca679e52" providerId="LiveId" clId="{3A7432F6-E500-4FD2-99D9-4DE488A16F80}" dt="2021-04-10T04:20:06.483" v="2691" actId="1036"/>
          <ac:graphicFrameMkLst>
            <pc:docMk/>
            <pc:sldMk cId="788348263" sldId="267"/>
            <ac:graphicFrameMk id="10" creationId="{8532F7D8-C45B-41F2-B8FF-F73A1673AA48}"/>
          </ac:graphicFrameMkLst>
        </pc:graphicFrameChg>
        <pc:picChg chg="mod">
          <ac:chgData name="하권" userId="546ba1eaca679e52" providerId="LiveId" clId="{3A7432F6-E500-4FD2-99D9-4DE488A16F80}" dt="2021-04-10T04:20:06.483" v="2691" actId="1036"/>
          <ac:picMkLst>
            <pc:docMk/>
            <pc:sldMk cId="788348263" sldId="267"/>
            <ac:picMk id="5" creationId="{D95506AC-A1A1-4668-AF3A-13B9D1916F8A}"/>
          </ac:picMkLst>
        </pc:picChg>
      </pc:sldChg>
      <pc:sldChg chg="addSp delSp modSp add mod ord">
        <pc:chgData name="하권" userId="546ba1eaca679e52" providerId="LiveId" clId="{3A7432F6-E500-4FD2-99D9-4DE488A16F80}" dt="2021-04-10T11:22:22.985" v="7676"/>
        <pc:sldMkLst>
          <pc:docMk/>
          <pc:sldMk cId="2062435692" sldId="269"/>
        </pc:sldMkLst>
        <pc:spChg chg="mod">
          <ac:chgData name="하권" userId="546ba1eaca679e52" providerId="LiveId" clId="{3A7432F6-E500-4FD2-99D9-4DE488A16F80}" dt="2021-04-10T03:17:04.585" v="416" actId="27636"/>
          <ac:spMkLst>
            <pc:docMk/>
            <pc:sldMk cId="2062435692" sldId="269"/>
            <ac:spMk id="2" creationId="{FEA8BD43-30EB-4F25-A155-B8F46533B5F2}"/>
          </ac:spMkLst>
        </pc:spChg>
        <pc:spChg chg="mod">
          <ac:chgData name="하권" userId="546ba1eaca679e52" providerId="LiveId" clId="{3A7432F6-E500-4FD2-99D9-4DE488A16F80}" dt="2021-04-10T11:22:22.985" v="7676"/>
          <ac:spMkLst>
            <pc:docMk/>
            <pc:sldMk cId="2062435692" sldId="269"/>
            <ac:spMk id="3" creationId="{58C784A5-6695-45D3-A855-5CEE54C8D718}"/>
          </ac:spMkLst>
        </pc:spChg>
        <pc:spChg chg="mod">
          <ac:chgData name="하권" userId="546ba1eaca679e52" providerId="LiveId" clId="{3A7432F6-E500-4FD2-99D9-4DE488A16F80}" dt="2021-04-10T03:17:28.103" v="423" actId="1076"/>
          <ac:spMkLst>
            <pc:docMk/>
            <pc:sldMk cId="2062435692" sldId="269"/>
            <ac:spMk id="6" creationId="{7097C09E-E606-461C-9933-4ECA6AD80E78}"/>
          </ac:spMkLst>
        </pc:spChg>
        <pc:spChg chg="mod">
          <ac:chgData name="하권" userId="546ba1eaca679e52" providerId="LiveId" clId="{3A7432F6-E500-4FD2-99D9-4DE488A16F80}" dt="2021-04-10T03:17:28.103" v="423" actId="1076"/>
          <ac:spMkLst>
            <pc:docMk/>
            <pc:sldMk cId="2062435692" sldId="269"/>
            <ac:spMk id="7" creationId="{92A60EDB-5770-4989-9560-6137436A1957}"/>
          </ac:spMkLst>
        </pc:spChg>
        <pc:spChg chg="mod">
          <ac:chgData name="하권" userId="546ba1eaca679e52" providerId="LiveId" clId="{3A7432F6-E500-4FD2-99D9-4DE488A16F80}" dt="2021-04-10T03:17:28.103" v="423" actId="1076"/>
          <ac:spMkLst>
            <pc:docMk/>
            <pc:sldMk cId="2062435692" sldId="269"/>
            <ac:spMk id="8" creationId="{1D99505C-6EBE-4E1D-9E35-2571C97F4BFD}"/>
          </ac:spMkLst>
        </pc:spChg>
        <pc:spChg chg="del">
          <ac:chgData name="하권" userId="546ba1eaca679e52" providerId="LiveId" clId="{3A7432F6-E500-4FD2-99D9-4DE488A16F80}" dt="2021-04-10T03:09:16.915" v="359" actId="478"/>
          <ac:spMkLst>
            <pc:docMk/>
            <pc:sldMk cId="2062435692" sldId="269"/>
            <ac:spMk id="11" creationId="{D02E90B3-A796-4721-8BE8-718212D56D98}"/>
          </ac:spMkLst>
        </pc:spChg>
        <pc:spChg chg="del">
          <ac:chgData name="하권" userId="546ba1eaca679e52" providerId="LiveId" clId="{3A7432F6-E500-4FD2-99D9-4DE488A16F80}" dt="2021-04-10T03:09:07.370" v="353" actId="478"/>
          <ac:spMkLst>
            <pc:docMk/>
            <pc:sldMk cId="2062435692" sldId="269"/>
            <ac:spMk id="12" creationId="{6758A2B6-9088-486B-8442-4AF7DEE77106}"/>
          </ac:spMkLst>
        </pc:spChg>
        <pc:spChg chg="del">
          <ac:chgData name="하권" userId="546ba1eaca679e52" providerId="LiveId" clId="{3A7432F6-E500-4FD2-99D9-4DE488A16F80}" dt="2021-04-10T03:09:16.353" v="358" actId="478"/>
          <ac:spMkLst>
            <pc:docMk/>
            <pc:sldMk cId="2062435692" sldId="269"/>
            <ac:spMk id="13" creationId="{B31DB985-6DB5-46AC-AB12-B129F57976B2}"/>
          </ac:spMkLst>
        </pc:spChg>
        <pc:spChg chg="del">
          <ac:chgData name="하권" userId="546ba1eaca679e52" providerId="LiveId" clId="{3A7432F6-E500-4FD2-99D9-4DE488A16F80}" dt="2021-04-10T03:09:17.728" v="360" actId="478"/>
          <ac:spMkLst>
            <pc:docMk/>
            <pc:sldMk cId="2062435692" sldId="269"/>
            <ac:spMk id="17" creationId="{ABF0EAA4-813C-4CAB-85A1-93E6CC5EDB3F}"/>
          </ac:spMkLst>
        </pc:spChg>
        <pc:spChg chg="add mod">
          <ac:chgData name="하권" userId="546ba1eaca679e52" providerId="LiveId" clId="{3A7432F6-E500-4FD2-99D9-4DE488A16F80}" dt="2021-04-10T03:17:28.103" v="423" actId="1076"/>
          <ac:spMkLst>
            <pc:docMk/>
            <pc:sldMk cId="2062435692" sldId="269"/>
            <ac:spMk id="20" creationId="{E40708B5-20BA-4A4A-9961-74DD5F727478}"/>
          </ac:spMkLst>
        </pc:spChg>
        <pc:spChg chg="add del mod">
          <ac:chgData name="하권" userId="546ba1eaca679e52" providerId="LiveId" clId="{3A7432F6-E500-4FD2-99D9-4DE488A16F80}" dt="2021-04-10T03:10:29.218" v="393" actId="478"/>
          <ac:spMkLst>
            <pc:docMk/>
            <pc:sldMk cId="2062435692" sldId="269"/>
            <ac:spMk id="21" creationId="{37681F4A-0626-4B98-AE4D-0D73ABFE7BFE}"/>
          </ac:spMkLst>
        </pc:spChg>
        <pc:spChg chg="add mod">
          <ac:chgData name="하권" userId="546ba1eaca679e52" providerId="LiveId" clId="{3A7432F6-E500-4FD2-99D9-4DE488A16F80}" dt="2021-04-10T03:17:28.103" v="423" actId="1076"/>
          <ac:spMkLst>
            <pc:docMk/>
            <pc:sldMk cId="2062435692" sldId="269"/>
            <ac:spMk id="22" creationId="{23E60FE5-9111-4C6E-9A51-CCDFFA0FC9B1}"/>
          </ac:spMkLst>
        </pc:spChg>
        <pc:picChg chg="mod">
          <ac:chgData name="하권" userId="546ba1eaca679e52" providerId="LiveId" clId="{3A7432F6-E500-4FD2-99D9-4DE488A16F80}" dt="2021-04-10T03:17:28.103" v="423" actId="1076"/>
          <ac:picMkLst>
            <pc:docMk/>
            <pc:sldMk cId="2062435692" sldId="269"/>
            <ac:picMk id="4" creationId="{FB7F5A5B-D1A6-4E02-B5B5-1BF6EAECD2EC}"/>
          </ac:picMkLst>
        </pc:picChg>
        <pc:picChg chg="del mod">
          <ac:chgData name="하권" userId="546ba1eaca679e52" providerId="LiveId" clId="{3A7432F6-E500-4FD2-99D9-4DE488A16F80}" dt="2021-04-10T03:09:39.408" v="369" actId="478"/>
          <ac:picMkLst>
            <pc:docMk/>
            <pc:sldMk cId="2062435692" sldId="269"/>
            <ac:picMk id="5" creationId="{9CD2594F-0805-4C19-A389-1710F01DF08A}"/>
          </ac:picMkLst>
        </pc:picChg>
        <pc:picChg chg="del mod">
          <ac:chgData name="하권" userId="546ba1eaca679e52" providerId="LiveId" clId="{3A7432F6-E500-4FD2-99D9-4DE488A16F80}" dt="2021-04-10T03:09:15.633" v="357" actId="478"/>
          <ac:picMkLst>
            <pc:docMk/>
            <pc:sldMk cId="2062435692" sldId="269"/>
            <ac:picMk id="9" creationId="{CBABB6DF-45BD-44C5-B4D2-D0B218299802}"/>
          </ac:picMkLst>
        </pc:picChg>
        <pc:picChg chg="del">
          <ac:chgData name="하권" userId="546ba1eaca679e52" providerId="LiveId" clId="{3A7432F6-E500-4FD2-99D9-4DE488A16F80}" dt="2021-04-10T03:08:52.855" v="349" actId="478"/>
          <ac:picMkLst>
            <pc:docMk/>
            <pc:sldMk cId="2062435692" sldId="269"/>
            <ac:picMk id="10" creationId="{D5E6F1B4-99CA-4A35-B78F-AD5737D943BA}"/>
          </ac:picMkLst>
        </pc:picChg>
        <pc:picChg chg="add del mod">
          <ac:chgData name="하권" userId="546ba1eaca679e52" providerId="LiveId" clId="{3A7432F6-E500-4FD2-99D9-4DE488A16F80}" dt="2021-04-10T03:09:49.729" v="373" actId="478"/>
          <ac:picMkLst>
            <pc:docMk/>
            <pc:sldMk cId="2062435692" sldId="269"/>
            <ac:picMk id="18" creationId="{10AFDFCF-2BD7-4AD0-AEC1-10470D54A4DF}"/>
          </ac:picMkLst>
        </pc:picChg>
        <pc:picChg chg="add mod ord">
          <ac:chgData name="하권" userId="546ba1eaca679e52" providerId="LiveId" clId="{3A7432F6-E500-4FD2-99D9-4DE488A16F80}" dt="2021-04-10T03:17:28.103" v="423" actId="1076"/>
          <ac:picMkLst>
            <pc:docMk/>
            <pc:sldMk cId="2062435692" sldId="269"/>
            <ac:picMk id="19" creationId="{F14015D0-D939-4EF0-BA09-4E0CE514FFA8}"/>
          </ac:picMkLst>
        </pc:picChg>
        <pc:picChg chg="add del">
          <ac:chgData name="하권" userId="546ba1eaca679e52" providerId="LiveId" clId="{3A7432F6-E500-4FD2-99D9-4DE488A16F80}" dt="2021-04-10T03:17:15.142" v="418" actId="478"/>
          <ac:picMkLst>
            <pc:docMk/>
            <pc:sldMk cId="2062435692" sldId="269"/>
            <ac:picMk id="24" creationId="{846056DE-2556-4A08-AC13-E311979660AA}"/>
          </ac:picMkLst>
        </pc:picChg>
        <pc:picChg chg="add del">
          <ac:chgData name="하권" userId="546ba1eaca679e52" providerId="LiveId" clId="{3A7432F6-E500-4FD2-99D9-4DE488A16F80}" dt="2021-04-10T03:33:54.797" v="964" actId="478"/>
          <ac:picMkLst>
            <pc:docMk/>
            <pc:sldMk cId="2062435692" sldId="269"/>
            <ac:picMk id="26" creationId="{A172C67D-2EF8-46FD-A756-1C8B52F57B05}"/>
          </ac:picMkLst>
        </pc:picChg>
        <pc:cxnChg chg="del">
          <ac:chgData name="하권" userId="546ba1eaca679e52" providerId="LiveId" clId="{3A7432F6-E500-4FD2-99D9-4DE488A16F80}" dt="2021-04-10T03:09:17.728" v="360" actId="478"/>
          <ac:cxnSpMkLst>
            <pc:docMk/>
            <pc:sldMk cId="2062435692" sldId="269"/>
            <ac:cxnSpMk id="14" creationId="{F8158C33-075E-4170-AE6E-15EEAF74BC31}"/>
          </ac:cxnSpMkLst>
        </pc:cxnChg>
        <pc:cxnChg chg="del">
          <ac:chgData name="하권" userId="546ba1eaca679e52" providerId="LiveId" clId="{3A7432F6-E500-4FD2-99D9-4DE488A16F80}" dt="2021-04-10T03:09:17.728" v="360" actId="478"/>
          <ac:cxnSpMkLst>
            <pc:docMk/>
            <pc:sldMk cId="2062435692" sldId="269"/>
            <ac:cxnSpMk id="15" creationId="{8398C4AB-C71C-4686-BC09-C8E2675C5089}"/>
          </ac:cxnSpMkLst>
        </pc:cxnChg>
        <pc:cxnChg chg="del">
          <ac:chgData name="하권" userId="546ba1eaca679e52" providerId="LiveId" clId="{3A7432F6-E500-4FD2-99D9-4DE488A16F80}" dt="2021-04-10T03:09:17.728" v="360" actId="478"/>
          <ac:cxnSpMkLst>
            <pc:docMk/>
            <pc:sldMk cId="2062435692" sldId="269"/>
            <ac:cxnSpMk id="16" creationId="{F7D528C9-2ACE-405F-9BB5-D55017AC5528}"/>
          </ac:cxnSpMkLst>
        </pc:cxnChg>
      </pc:sldChg>
      <pc:sldChg chg="add">
        <pc:chgData name="하권" userId="546ba1eaca679e52" providerId="LiveId" clId="{3A7432F6-E500-4FD2-99D9-4DE488A16F80}" dt="2021-04-10T03:05:38.356" v="290"/>
        <pc:sldMkLst>
          <pc:docMk/>
          <pc:sldMk cId="2515324483" sldId="274"/>
        </pc:sldMkLst>
      </pc:sldChg>
      <pc:sldChg chg="modSp add mod">
        <pc:chgData name="하권" userId="546ba1eaca679e52" providerId="LiveId" clId="{3A7432F6-E500-4FD2-99D9-4DE488A16F80}" dt="2021-04-10T09:57:48.461" v="5921" actId="20577"/>
        <pc:sldMkLst>
          <pc:docMk/>
          <pc:sldMk cId="431963297" sldId="275"/>
        </pc:sldMkLst>
        <pc:spChg chg="mod">
          <ac:chgData name="하권" userId="546ba1eaca679e52" providerId="LiveId" clId="{3A7432F6-E500-4FD2-99D9-4DE488A16F80}" dt="2021-04-10T09:57:48.461" v="5921" actId="20577"/>
          <ac:spMkLst>
            <pc:docMk/>
            <pc:sldMk cId="431963297" sldId="275"/>
            <ac:spMk id="2" creationId="{FDD98238-20C7-4F7C-8A86-37DFF86F31E3}"/>
          </ac:spMkLst>
        </pc:spChg>
      </pc:sldChg>
      <pc:sldChg chg="addSp delSp modSp add mod">
        <pc:chgData name="하권" userId="546ba1eaca679e52" providerId="LiveId" clId="{3A7432F6-E500-4FD2-99D9-4DE488A16F80}" dt="2021-04-10T11:22:24.809" v="7677"/>
        <pc:sldMkLst>
          <pc:docMk/>
          <pc:sldMk cId="3919247066" sldId="276"/>
        </pc:sldMkLst>
        <pc:spChg chg="mod">
          <ac:chgData name="하권" userId="546ba1eaca679e52" providerId="LiveId" clId="{3A7432F6-E500-4FD2-99D9-4DE488A16F80}" dt="2021-04-10T03:17:08.078" v="417"/>
          <ac:spMkLst>
            <pc:docMk/>
            <pc:sldMk cId="3919247066" sldId="276"/>
            <ac:spMk id="2" creationId="{FEA8BD43-30EB-4F25-A155-B8F46533B5F2}"/>
          </ac:spMkLst>
        </pc:spChg>
        <pc:spChg chg="mod">
          <ac:chgData name="하권" userId="546ba1eaca679e52" providerId="LiveId" clId="{3A7432F6-E500-4FD2-99D9-4DE488A16F80}" dt="2021-04-10T11:22:24.809" v="7677"/>
          <ac:spMkLst>
            <pc:docMk/>
            <pc:sldMk cId="3919247066" sldId="276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3:18:07.636" v="456" actId="478"/>
          <ac:spMkLst>
            <pc:docMk/>
            <pc:sldMk cId="3919247066" sldId="276"/>
            <ac:spMk id="6" creationId="{7097C09E-E606-461C-9933-4ECA6AD80E78}"/>
          </ac:spMkLst>
        </pc:spChg>
        <pc:spChg chg="del">
          <ac:chgData name="하권" userId="546ba1eaca679e52" providerId="LiveId" clId="{3A7432F6-E500-4FD2-99D9-4DE488A16F80}" dt="2021-04-10T03:18:06.528" v="454" actId="478"/>
          <ac:spMkLst>
            <pc:docMk/>
            <pc:sldMk cId="3919247066" sldId="276"/>
            <ac:spMk id="7" creationId="{92A60EDB-5770-4989-9560-6137436A1957}"/>
          </ac:spMkLst>
        </pc:spChg>
        <pc:spChg chg="del">
          <ac:chgData name="하권" userId="546ba1eaca679e52" providerId="LiveId" clId="{3A7432F6-E500-4FD2-99D9-4DE488A16F80}" dt="2021-04-10T03:18:08.831" v="458" actId="478"/>
          <ac:spMkLst>
            <pc:docMk/>
            <pc:sldMk cId="3919247066" sldId="276"/>
            <ac:spMk id="8" creationId="{1D99505C-6EBE-4E1D-9E35-2571C97F4BFD}"/>
          </ac:spMkLst>
        </pc:spChg>
        <pc:spChg chg="add mod">
          <ac:chgData name="하권" userId="546ba1eaca679e52" providerId="LiveId" clId="{3A7432F6-E500-4FD2-99D9-4DE488A16F80}" dt="2021-04-10T03:20:19.095" v="615" actId="1076"/>
          <ac:spMkLst>
            <pc:docMk/>
            <pc:sldMk cId="3919247066" sldId="276"/>
            <ac:spMk id="14" creationId="{92806374-57B1-40EA-821F-8A37F0DDB19D}"/>
          </ac:spMkLst>
        </pc:spChg>
        <pc:spChg chg="add mod">
          <ac:chgData name="하권" userId="546ba1eaca679e52" providerId="LiveId" clId="{3A7432F6-E500-4FD2-99D9-4DE488A16F80}" dt="2021-04-10T04:14:06.100" v="2475" actId="14100"/>
          <ac:spMkLst>
            <pc:docMk/>
            <pc:sldMk cId="3919247066" sldId="276"/>
            <ac:spMk id="15" creationId="{9BAE439B-0C73-40BD-A9E7-26282C82BC49}"/>
          </ac:spMkLst>
        </pc:spChg>
        <pc:spChg chg="add mod">
          <ac:chgData name="하권" userId="546ba1eaca679e52" providerId="LiveId" clId="{3A7432F6-E500-4FD2-99D9-4DE488A16F80}" dt="2021-04-10T04:14:02.795" v="2473" actId="1076"/>
          <ac:spMkLst>
            <pc:docMk/>
            <pc:sldMk cId="3919247066" sldId="276"/>
            <ac:spMk id="16" creationId="{5E6EE897-AC87-4485-82F9-3B8AFD4CF188}"/>
          </ac:spMkLst>
        </pc:spChg>
        <pc:spChg chg="del">
          <ac:chgData name="하권" userId="546ba1eaca679e52" providerId="LiveId" clId="{3A7432F6-E500-4FD2-99D9-4DE488A16F80}" dt="2021-04-10T03:18:07.265" v="455" actId="478"/>
          <ac:spMkLst>
            <pc:docMk/>
            <pc:sldMk cId="3919247066" sldId="276"/>
            <ac:spMk id="20" creationId="{E40708B5-20BA-4A4A-9961-74DD5F727478}"/>
          </ac:spMkLst>
        </pc:spChg>
        <pc:spChg chg="del">
          <ac:chgData name="하권" userId="546ba1eaca679e52" providerId="LiveId" clId="{3A7432F6-E500-4FD2-99D9-4DE488A16F80}" dt="2021-04-10T03:18:10.864" v="460" actId="478"/>
          <ac:spMkLst>
            <pc:docMk/>
            <pc:sldMk cId="3919247066" sldId="276"/>
            <ac:spMk id="22" creationId="{23E60FE5-9111-4C6E-9A51-CCDFFA0FC9B1}"/>
          </ac:spMkLst>
        </pc:spChg>
        <pc:picChg chg="del">
          <ac:chgData name="하권" userId="546ba1eaca679e52" providerId="LiveId" clId="{3A7432F6-E500-4FD2-99D9-4DE488A16F80}" dt="2021-04-10T03:18:07.942" v="457" actId="478"/>
          <ac:picMkLst>
            <pc:docMk/>
            <pc:sldMk cId="3919247066" sldId="276"/>
            <ac:picMk id="4" creationId="{FB7F5A5B-D1A6-4E02-B5B5-1BF6EAECD2EC}"/>
          </ac:picMkLst>
        </pc:picChg>
        <pc:picChg chg="add mod modCrop">
          <ac:chgData name="하권" userId="546ba1eaca679e52" providerId="LiveId" clId="{3A7432F6-E500-4FD2-99D9-4DE488A16F80}" dt="2021-04-10T03:20:37.086" v="617" actId="208"/>
          <ac:picMkLst>
            <pc:docMk/>
            <pc:sldMk cId="3919247066" sldId="276"/>
            <ac:picMk id="9" creationId="{22B55221-A911-42A1-A317-323C3F879B22}"/>
          </ac:picMkLst>
        </pc:picChg>
        <pc:picChg chg="del">
          <ac:chgData name="하권" userId="546ba1eaca679e52" providerId="LiveId" clId="{3A7432F6-E500-4FD2-99D9-4DE488A16F80}" dt="2021-04-10T03:18:06.119" v="453" actId="478"/>
          <ac:picMkLst>
            <pc:docMk/>
            <pc:sldMk cId="3919247066" sldId="276"/>
            <ac:picMk id="19" creationId="{F14015D0-D939-4EF0-BA09-4E0CE514FFA8}"/>
          </ac:picMkLst>
        </pc:picChg>
        <pc:picChg chg="mod">
          <ac:chgData name="하권" userId="546ba1eaca679e52" providerId="LiveId" clId="{3A7432F6-E500-4FD2-99D9-4DE488A16F80}" dt="2021-04-10T04:12:48.596" v="2374" actId="1076"/>
          <ac:picMkLst>
            <pc:docMk/>
            <pc:sldMk cId="3919247066" sldId="276"/>
            <ac:picMk id="24" creationId="{846056DE-2556-4A08-AC13-E311979660AA}"/>
          </ac:picMkLst>
        </pc:picChg>
      </pc:sldChg>
      <pc:sldChg chg="add del">
        <pc:chgData name="하권" userId="546ba1eaca679e52" providerId="LiveId" clId="{3A7432F6-E500-4FD2-99D9-4DE488A16F80}" dt="2021-04-10T03:08:41.093" v="348" actId="47"/>
        <pc:sldMkLst>
          <pc:docMk/>
          <pc:sldMk cId="4098921175" sldId="276"/>
        </pc:sldMkLst>
      </pc:sldChg>
      <pc:sldChg chg="addSp delSp modSp add mod">
        <pc:chgData name="하권" userId="546ba1eaca679e52" providerId="LiveId" clId="{3A7432F6-E500-4FD2-99D9-4DE488A16F80}" dt="2021-04-10T11:22:26.638" v="7678"/>
        <pc:sldMkLst>
          <pc:docMk/>
          <pc:sldMk cId="631900134" sldId="277"/>
        </pc:sldMkLst>
        <pc:spChg chg="mod">
          <ac:chgData name="하권" userId="546ba1eaca679e52" providerId="LiveId" clId="{3A7432F6-E500-4FD2-99D9-4DE488A16F80}" dt="2021-04-10T11:22:26.638" v="7678"/>
          <ac:spMkLst>
            <pc:docMk/>
            <pc:sldMk cId="631900134" sldId="277"/>
            <ac:spMk id="3" creationId="{58C784A5-6695-45D3-A855-5CEE54C8D718}"/>
          </ac:spMkLst>
        </pc:spChg>
        <pc:spChg chg="add del mod">
          <ac:chgData name="하권" userId="546ba1eaca679e52" providerId="LiveId" clId="{3A7432F6-E500-4FD2-99D9-4DE488A16F80}" dt="2021-04-10T03:22:45.973" v="629" actId="478"/>
          <ac:spMkLst>
            <pc:docMk/>
            <pc:sldMk cId="631900134" sldId="277"/>
            <ac:spMk id="7" creationId="{A3D40646-8E09-4809-8321-0311996EDEB8}"/>
          </ac:spMkLst>
        </pc:spChg>
        <pc:spChg chg="add del mod">
          <ac:chgData name="하권" userId="546ba1eaca679e52" providerId="LiveId" clId="{3A7432F6-E500-4FD2-99D9-4DE488A16F80}" dt="2021-04-10T03:21:12.176" v="623"/>
          <ac:spMkLst>
            <pc:docMk/>
            <pc:sldMk cId="631900134" sldId="277"/>
            <ac:spMk id="8" creationId="{4055412F-8F21-4822-B953-CF55C6385CFC}"/>
          </ac:spMkLst>
        </pc:spChg>
        <pc:spChg chg="add del mod">
          <ac:chgData name="하권" userId="546ba1eaca679e52" providerId="LiveId" clId="{3A7432F6-E500-4FD2-99D9-4DE488A16F80}" dt="2021-04-10T03:22:47.462" v="631" actId="478"/>
          <ac:spMkLst>
            <pc:docMk/>
            <pc:sldMk cId="631900134" sldId="277"/>
            <ac:spMk id="10" creationId="{4117BFC5-5922-481B-BE11-9B6860602C0C}"/>
          </ac:spMkLst>
        </pc:spChg>
        <pc:spChg chg="del">
          <ac:chgData name="하권" userId="546ba1eaca679e52" providerId="LiveId" clId="{3A7432F6-E500-4FD2-99D9-4DE488A16F80}" dt="2021-04-10T03:22:45.450" v="628" actId="478"/>
          <ac:spMkLst>
            <pc:docMk/>
            <pc:sldMk cId="631900134" sldId="277"/>
            <ac:spMk id="14" creationId="{92806374-57B1-40EA-821F-8A37F0DDB19D}"/>
          </ac:spMkLst>
        </pc:spChg>
        <pc:picChg chg="add mod">
          <ac:chgData name="하권" userId="546ba1eaca679e52" providerId="LiveId" clId="{3A7432F6-E500-4FD2-99D9-4DE488A16F80}" dt="2021-04-10T03:22:50.205" v="634" actId="208"/>
          <ac:picMkLst>
            <pc:docMk/>
            <pc:sldMk cId="631900134" sldId="277"/>
            <ac:picMk id="5" creationId="{7F9702DC-5F7D-4AC0-B54E-5EB8DC8ADCC6}"/>
          </ac:picMkLst>
        </pc:picChg>
        <pc:picChg chg="del">
          <ac:chgData name="하권" userId="546ba1eaca679e52" providerId="LiveId" clId="{3A7432F6-E500-4FD2-99D9-4DE488A16F80}" dt="2021-04-10T03:22:44.966" v="627" actId="478"/>
          <ac:picMkLst>
            <pc:docMk/>
            <pc:sldMk cId="631900134" sldId="277"/>
            <ac:picMk id="9" creationId="{22B55221-A911-42A1-A317-323C3F879B22}"/>
          </ac:picMkLst>
        </pc:picChg>
        <pc:picChg chg="add del">
          <ac:chgData name="하권" userId="546ba1eaca679e52" providerId="LiveId" clId="{3A7432F6-E500-4FD2-99D9-4DE488A16F80}" dt="2021-04-10T03:24:10.168" v="700" actId="21"/>
          <ac:picMkLst>
            <pc:docMk/>
            <pc:sldMk cId="631900134" sldId="277"/>
            <ac:picMk id="11" creationId="{8508E7BD-787B-42B0-848A-C34EEBFCC26A}"/>
          </ac:picMkLst>
        </pc:picChg>
        <pc:picChg chg="del">
          <ac:chgData name="하권" userId="546ba1eaca679e52" providerId="LiveId" clId="{3A7432F6-E500-4FD2-99D9-4DE488A16F80}" dt="2021-04-10T03:22:44.446" v="626" actId="478"/>
          <ac:picMkLst>
            <pc:docMk/>
            <pc:sldMk cId="631900134" sldId="277"/>
            <ac:picMk id="24" creationId="{846056DE-2556-4A08-AC13-E311979660AA}"/>
          </ac:picMkLst>
        </pc:picChg>
      </pc:sldChg>
      <pc:sldChg chg="addSp delSp modSp add mod ord">
        <pc:chgData name="하권" userId="546ba1eaca679e52" providerId="LiveId" clId="{3A7432F6-E500-4FD2-99D9-4DE488A16F80}" dt="2021-04-10T04:17:57.155" v="2571" actId="14100"/>
        <pc:sldMkLst>
          <pc:docMk/>
          <pc:sldMk cId="1251832461" sldId="278"/>
        </pc:sldMkLst>
        <pc:spChg chg="mod">
          <ac:chgData name="하권" userId="546ba1eaca679e52" providerId="LiveId" clId="{3A7432F6-E500-4FD2-99D9-4DE488A16F80}" dt="2021-04-10T03:31:42.134" v="853" actId="27636"/>
          <ac:spMkLst>
            <pc:docMk/>
            <pc:sldMk cId="1251832461" sldId="278"/>
            <ac:spMk id="2" creationId="{4F751049-5CC9-4216-A59A-D2A8A9D1B3A3}"/>
          </ac:spMkLst>
        </pc:spChg>
        <pc:spChg chg="mod">
          <ac:chgData name="하권" userId="546ba1eaca679e52" providerId="LiveId" clId="{3A7432F6-E500-4FD2-99D9-4DE488A16F80}" dt="2021-04-10T03:31:58.921" v="895" actId="20577"/>
          <ac:spMkLst>
            <pc:docMk/>
            <pc:sldMk cId="1251832461" sldId="278"/>
            <ac:spMk id="5" creationId="{A4FD3BA6-9076-49D7-A721-26E4DB794640}"/>
          </ac:spMkLst>
        </pc:spChg>
        <pc:spChg chg="del">
          <ac:chgData name="하권" userId="546ba1eaca679e52" providerId="LiveId" clId="{3A7432F6-E500-4FD2-99D9-4DE488A16F80}" dt="2021-04-10T03:24:17.462" v="705" actId="478"/>
          <ac:spMkLst>
            <pc:docMk/>
            <pc:sldMk cId="1251832461" sldId="278"/>
            <ac:spMk id="9" creationId="{2C31AA7C-178D-4F17-82D2-748D127F0978}"/>
          </ac:spMkLst>
        </pc:spChg>
        <pc:spChg chg="del">
          <ac:chgData name="하권" userId="546ba1eaca679e52" providerId="LiveId" clId="{3A7432F6-E500-4FD2-99D9-4DE488A16F80}" dt="2021-04-10T03:24:17.064" v="704" actId="478"/>
          <ac:spMkLst>
            <pc:docMk/>
            <pc:sldMk cId="1251832461" sldId="278"/>
            <ac:spMk id="10" creationId="{FECC0DA9-83CC-49AE-B70F-9AC7EF5B5F17}"/>
          </ac:spMkLst>
        </pc:spChg>
        <pc:picChg chg="del">
          <ac:chgData name="하권" userId="546ba1eaca679e52" providerId="LiveId" clId="{3A7432F6-E500-4FD2-99D9-4DE488A16F80}" dt="2021-04-10T03:24:12.453" v="701" actId="478"/>
          <ac:picMkLst>
            <pc:docMk/>
            <pc:sldMk cId="1251832461" sldId="278"/>
            <ac:picMk id="4" creationId="{C69A6B6D-6573-42FB-8E93-A50D0FCAAF63}"/>
          </ac:picMkLst>
        </pc:picChg>
        <pc:picChg chg="add mod">
          <ac:chgData name="하권" userId="546ba1eaca679e52" providerId="LiveId" clId="{3A7432F6-E500-4FD2-99D9-4DE488A16F80}" dt="2021-04-10T03:29:44.748" v="721" actId="208"/>
          <ac:picMkLst>
            <pc:docMk/>
            <pc:sldMk cId="1251832461" sldId="278"/>
            <ac:picMk id="6" creationId="{CB1C412A-DD3B-41E9-B6B4-06A076783C11}"/>
          </ac:picMkLst>
        </pc:picChg>
        <pc:picChg chg="del">
          <ac:chgData name="하권" userId="546ba1eaca679e52" providerId="LiveId" clId="{3A7432F6-E500-4FD2-99D9-4DE488A16F80}" dt="2021-04-10T03:24:17.886" v="706" actId="478"/>
          <ac:picMkLst>
            <pc:docMk/>
            <pc:sldMk cId="1251832461" sldId="278"/>
            <ac:picMk id="8" creationId="{618BC17F-8B81-4C87-B3C4-3C07306B01FC}"/>
          </ac:picMkLst>
        </pc:picChg>
        <pc:picChg chg="add mod">
          <ac:chgData name="하권" userId="546ba1eaca679e52" providerId="LiveId" clId="{3A7432F6-E500-4FD2-99D9-4DE488A16F80}" dt="2021-04-10T03:29:44.748" v="721" actId="208"/>
          <ac:picMkLst>
            <pc:docMk/>
            <pc:sldMk cId="1251832461" sldId="278"/>
            <ac:picMk id="11" creationId="{040F693C-8FBB-4953-9BEF-C826E73D67F7}"/>
          </ac:picMkLst>
        </pc:picChg>
        <pc:cxnChg chg="del">
          <ac:chgData name="하권" userId="546ba1eaca679e52" providerId="LiveId" clId="{3A7432F6-E500-4FD2-99D9-4DE488A16F80}" dt="2021-04-10T03:24:16.478" v="703" actId="478"/>
          <ac:cxnSpMkLst>
            <pc:docMk/>
            <pc:sldMk cId="1251832461" sldId="278"/>
            <ac:cxnSpMk id="7" creationId="{5C5F6E77-D3D3-4A82-9BD2-F3A0D624AD51}"/>
          </ac:cxnSpMkLst>
        </pc:cxnChg>
        <pc:cxnChg chg="add mod">
          <ac:chgData name="하권" userId="546ba1eaca679e52" providerId="LiveId" clId="{3A7432F6-E500-4FD2-99D9-4DE488A16F80}" dt="2021-04-10T03:30:10.604" v="724" actId="14100"/>
          <ac:cxnSpMkLst>
            <pc:docMk/>
            <pc:sldMk cId="1251832461" sldId="278"/>
            <ac:cxnSpMk id="12" creationId="{365B9F0E-22A4-44FB-BCD4-5A65A7E4F0B0}"/>
          </ac:cxnSpMkLst>
        </pc:cxnChg>
        <pc:cxnChg chg="add mod">
          <ac:chgData name="하권" userId="546ba1eaca679e52" providerId="LiveId" clId="{3A7432F6-E500-4FD2-99D9-4DE488A16F80}" dt="2021-04-10T03:30:16.692" v="727" actId="14100"/>
          <ac:cxnSpMkLst>
            <pc:docMk/>
            <pc:sldMk cId="1251832461" sldId="278"/>
            <ac:cxnSpMk id="14" creationId="{7AB48EB6-8107-447C-BC70-556E0C59AE48}"/>
          </ac:cxnSpMkLst>
        </pc:cxnChg>
        <pc:cxnChg chg="add mod">
          <ac:chgData name="하권" userId="546ba1eaca679e52" providerId="LiveId" clId="{3A7432F6-E500-4FD2-99D9-4DE488A16F80}" dt="2021-04-10T04:17:54.347" v="2570" actId="14100"/>
          <ac:cxnSpMkLst>
            <pc:docMk/>
            <pc:sldMk cId="1251832461" sldId="278"/>
            <ac:cxnSpMk id="16" creationId="{8BB1C3DE-3A4E-46EC-99CF-293F4804E365}"/>
          </ac:cxnSpMkLst>
        </pc:cxnChg>
        <pc:cxnChg chg="add mod">
          <ac:chgData name="하권" userId="546ba1eaca679e52" providerId="LiveId" clId="{3A7432F6-E500-4FD2-99D9-4DE488A16F80}" dt="2021-04-10T04:17:57.155" v="2571" actId="14100"/>
          <ac:cxnSpMkLst>
            <pc:docMk/>
            <pc:sldMk cId="1251832461" sldId="278"/>
            <ac:cxnSpMk id="18" creationId="{21A8CF9C-F3F1-449B-89AA-4F211E86450D}"/>
          </ac:cxnSpMkLst>
        </pc:cxnChg>
      </pc:sldChg>
      <pc:sldChg chg="addSp delSp modSp add mod">
        <pc:chgData name="하권" userId="546ba1eaca679e52" providerId="LiveId" clId="{3A7432F6-E500-4FD2-99D9-4DE488A16F80}" dt="2021-04-10T11:22:28.394" v="7679"/>
        <pc:sldMkLst>
          <pc:docMk/>
          <pc:sldMk cId="3570586563" sldId="279"/>
        </pc:sldMkLst>
        <pc:spChg chg="mod">
          <ac:chgData name="하권" userId="546ba1eaca679e52" providerId="LiveId" clId="{3A7432F6-E500-4FD2-99D9-4DE488A16F80}" dt="2021-04-10T11:22:28.394" v="7679"/>
          <ac:spMkLst>
            <pc:docMk/>
            <pc:sldMk cId="3570586563" sldId="279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03:36:42.379" v="1112" actId="1076"/>
          <ac:spMkLst>
            <pc:docMk/>
            <pc:sldMk cId="3570586563" sldId="279"/>
            <ac:spMk id="7" creationId="{5D645BE6-658F-4C60-9E8A-7159720C1443}"/>
          </ac:spMkLst>
        </pc:spChg>
        <pc:spChg chg="add mod">
          <ac:chgData name="하권" userId="546ba1eaca679e52" providerId="LiveId" clId="{3A7432F6-E500-4FD2-99D9-4DE488A16F80}" dt="2021-04-10T05:05:05.283" v="4210" actId="2711"/>
          <ac:spMkLst>
            <pc:docMk/>
            <pc:sldMk cId="3570586563" sldId="279"/>
            <ac:spMk id="8" creationId="{57573FC8-07C6-4DF9-88E2-F33691925E66}"/>
          </ac:spMkLst>
        </pc:spChg>
        <pc:spChg chg="add del mod">
          <ac:chgData name="하권" userId="546ba1eaca679e52" providerId="LiveId" clId="{3A7432F6-E500-4FD2-99D9-4DE488A16F80}" dt="2021-04-10T05:19:07.744" v="4723" actId="478"/>
          <ac:spMkLst>
            <pc:docMk/>
            <pc:sldMk cId="3570586563" sldId="279"/>
            <ac:spMk id="11" creationId="{3F72F2DE-3386-44F2-B5AF-C2B4AF02F467}"/>
          </ac:spMkLst>
        </pc:spChg>
        <pc:spChg chg="add del mod">
          <ac:chgData name="하권" userId="546ba1eaca679e52" providerId="LiveId" clId="{3A7432F6-E500-4FD2-99D9-4DE488A16F80}" dt="2021-04-10T03:37:33.476" v="1136" actId="478"/>
          <ac:spMkLst>
            <pc:docMk/>
            <pc:sldMk cId="3570586563" sldId="279"/>
            <ac:spMk id="19" creationId="{CBFDC985-6148-4E90-AE79-1F333FD19A40}"/>
          </ac:spMkLst>
        </pc:spChg>
        <pc:spChg chg="add mod">
          <ac:chgData name="하권" userId="546ba1eaca679e52" providerId="LiveId" clId="{3A7432F6-E500-4FD2-99D9-4DE488A16F80}" dt="2021-04-10T05:05:05.283" v="4210" actId="2711"/>
          <ac:spMkLst>
            <pc:docMk/>
            <pc:sldMk cId="3570586563" sldId="279"/>
            <ac:spMk id="20" creationId="{7D61DA25-1E5F-4BF9-B7E0-672D500A807C}"/>
          </ac:spMkLst>
        </pc:spChg>
        <pc:picChg chg="mod">
          <ac:chgData name="하권" userId="546ba1eaca679e52" providerId="LiveId" clId="{3A7432F6-E500-4FD2-99D9-4DE488A16F80}" dt="2021-04-10T03:36:42.379" v="1112" actId="1076"/>
          <ac:picMkLst>
            <pc:docMk/>
            <pc:sldMk cId="3570586563" sldId="279"/>
            <ac:picMk id="5" creationId="{7F9702DC-5F7D-4AC0-B54E-5EB8DC8ADCC6}"/>
          </ac:picMkLst>
        </pc:picChg>
        <pc:picChg chg="add mod">
          <ac:chgData name="하권" userId="546ba1eaca679e52" providerId="LiveId" clId="{3A7432F6-E500-4FD2-99D9-4DE488A16F80}" dt="2021-04-10T03:36:42.379" v="1112" actId="1076"/>
          <ac:picMkLst>
            <pc:docMk/>
            <pc:sldMk cId="3570586563" sldId="279"/>
            <ac:picMk id="6" creationId="{FD67FEAC-1269-4DEB-96B0-248AEDBAEC25}"/>
          </ac:picMkLst>
        </pc:picChg>
        <pc:picChg chg="add mod modCrop">
          <ac:chgData name="하권" userId="546ba1eaca679e52" providerId="LiveId" clId="{3A7432F6-E500-4FD2-99D9-4DE488A16F80}" dt="2021-04-10T03:36:42.379" v="1112" actId="1076"/>
          <ac:picMkLst>
            <pc:docMk/>
            <pc:sldMk cId="3570586563" sldId="279"/>
            <ac:picMk id="10" creationId="{B6F87C24-CB69-42AA-9D4F-2B53921522C0}"/>
          </ac:picMkLst>
        </pc:picChg>
        <pc:cxnChg chg="add mod">
          <ac:chgData name="하권" userId="546ba1eaca679e52" providerId="LiveId" clId="{3A7432F6-E500-4FD2-99D9-4DE488A16F80}" dt="2021-04-10T05:19:07.744" v="4723" actId="478"/>
          <ac:cxnSpMkLst>
            <pc:docMk/>
            <pc:sldMk cId="3570586563" sldId="279"/>
            <ac:cxnSpMk id="13" creationId="{606F1D01-9298-4897-8EBD-3E89B91A14BE}"/>
          </ac:cxnSpMkLst>
        </pc:cxnChg>
        <pc:cxnChg chg="add mod">
          <ac:chgData name="하권" userId="546ba1eaca679e52" providerId="LiveId" clId="{3A7432F6-E500-4FD2-99D9-4DE488A16F80}" dt="2021-04-10T03:37:08.436" v="1116" actId="1076"/>
          <ac:cxnSpMkLst>
            <pc:docMk/>
            <pc:sldMk cId="3570586563" sldId="279"/>
            <ac:cxnSpMk id="18" creationId="{B231C1E2-B9FF-4BBA-BB55-191EA573399D}"/>
          </ac:cxnSpMkLst>
        </pc:cxnChg>
      </pc:sldChg>
      <pc:sldChg chg="addSp delSp modSp add mod">
        <pc:chgData name="하권" userId="546ba1eaca679e52" providerId="LiveId" clId="{3A7432F6-E500-4FD2-99D9-4DE488A16F80}" dt="2021-04-10T11:22:32.898" v="7687" actId="20577"/>
        <pc:sldMkLst>
          <pc:docMk/>
          <pc:sldMk cId="2627014861" sldId="280"/>
        </pc:sldMkLst>
        <pc:spChg chg="mod">
          <ac:chgData name="하권" userId="546ba1eaca679e52" providerId="LiveId" clId="{3A7432F6-E500-4FD2-99D9-4DE488A16F80}" dt="2021-04-10T11:22:32.898" v="7687" actId="20577"/>
          <ac:spMkLst>
            <pc:docMk/>
            <pc:sldMk cId="2627014861" sldId="280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3:44:34.531" v="1365" actId="478"/>
          <ac:spMkLst>
            <pc:docMk/>
            <pc:sldMk cId="2627014861" sldId="280"/>
            <ac:spMk id="7" creationId="{5D645BE6-658F-4C60-9E8A-7159720C1443}"/>
          </ac:spMkLst>
        </pc:spChg>
        <pc:spChg chg="del">
          <ac:chgData name="하권" userId="546ba1eaca679e52" providerId="LiveId" clId="{3A7432F6-E500-4FD2-99D9-4DE488A16F80}" dt="2021-04-10T03:44:35.051" v="1366" actId="478"/>
          <ac:spMkLst>
            <pc:docMk/>
            <pc:sldMk cId="2627014861" sldId="280"/>
            <ac:spMk id="8" creationId="{57573FC8-07C6-4DF9-88E2-F33691925E66}"/>
          </ac:spMkLst>
        </pc:spChg>
        <pc:spChg chg="del mod">
          <ac:chgData name="하권" userId="546ba1eaca679e52" providerId="LiveId" clId="{3A7432F6-E500-4FD2-99D9-4DE488A16F80}" dt="2021-04-10T05:19:11.792" v="4724" actId="478"/>
          <ac:spMkLst>
            <pc:docMk/>
            <pc:sldMk cId="2627014861" sldId="280"/>
            <ac:spMk id="11" creationId="{3F72F2DE-3386-44F2-B5AF-C2B4AF02F467}"/>
          </ac:spMkLst>
        </pc:spChg>
        <pc:spChg chg="add mod">
          <ac:chgData name="하권" userId="546ba1eaca679e52" providerId="LiveId" clId="{3A7432F6-E500-4FD2-99D9-4DE488A16F80}" dt="2021-04-10T03:40:49.954" v="1347" actId="14100"/>
          <ac:spMkLst>
            <pc:docMk/>
            <pc:sldMk cId="2627014861" sldId="280"/>
            <ac:spMk id="19" creationId="{2DE96783-AB3F-474C-BA40-969BC1AF197E}"/>
          </ac:spMkLst>
        </pc:spChg>
        <pc:picChg chg="del ord">
          <ac:chgData name="하권" userId="546ba1eaca679e52" providerId="LiveId" clId="{3A7432F6-E500-4FD2-99D9-4DE488A16F80}" dt="2021-04-10T03:43:20.946" v="1357" actId="478"/>
          <ac:picMkLst>
            <pc:docMk/>
            <pc:sldMk cId="2627014861" sldId="280"/>
            <ac:picMk id="5" creationId="{7F9702DC-5F7D-4AC0-B54E-5EB8DC8ADCC6}"/>
          </ac:picMkLst>
        </pc:picChg>
        <pc:picChg chg="del">
          <ac:chgData name="하권" userId="546ba1eaca679e52" providerId="LiveId" clId="{3A7432F6-E500-4FD2-99D9-4DE488A16F80}" dt="2021-04-10T03:44:32.745" v="1363" actId="478"/>
          <ac:picMkLst>
            <pc:docMk/>
            <pc:sldMk cId="2627014861" sldId="280"/>
            <ac:picMk id="6" creationId="{FD67FEAC-1269-4DEB-96B0-248AEDBAEC25}"/>
          </ac:picMkLst>
        </pc:picChg>
        <pc:picChg chg="add del mod ord">
          <ac:chgData name="하권" userId="546ba1eaca679e52" providerId="LiveId" clId="{3A7432F6-E500-4FD2-99D9-4DE488A16F80}" dt="2021-04-10T03:40:27.027" v="1333" actId="478"/>
          <ac:picMkLst>
            <pc:docMk/>
            <pc:sldMk cId="2627014861" sldId="280"/>
            <ac:picMk id="9" creationId="{202E04E2-6BA1-4429-9329-2181389F08FA}"/>
          </ac:picMkLst>
        </pc:picChg>
        <pc:picChg chg="del">
          <ac:chgData name="하권" userId="546ba1eaca679e52" providerId="LiveId" clId="{3A7432F6-E500-4FD2-99D9-4DE488A16F80}" dt="2021-04-10T03:38:34.716" v="1269" actId="478"/>
          <ac:picMkLst>
            <pc:docMk/>
            <pc:sldMk cId="2627014861" sldId="280"/>
            <ac:picMk id="10" creationId="{B6F87C24-CB69-42AA-9D4F-2B53921522C0}"/>
          </ac:picMkLst>
        </pc:picChg>
        <pc:picChg chg="add del mod ord">
          <ac:chgData name="하권" userId="546ba1eaca679e52" providerId="LiveId" clId="{3A7432F6-E500-4FD2-99D9-4DE488A16F80}" dt="2021-04-10T03:42:51.562" v="1348" actId="478"/>
          <ac:picMkLst>
            <pc:docMk/>
            <pc:sldMk cId="2627014861" sldId="280"/>
            <ac:picMk id="14" creationId="{9097740F-4446-4E1B-B274-A32327CFF2FE}"/>
          </ac:picMkLst>
        </pc:picChg>
        <pc:picChg chg="add mod ord">
          <ac:chgData name="하권" userId="546ba1eaca679e52" providerId="LiveId" clId="{3A7432F6-E500-4FD2-99D9-4DE488A16F80}" dt="2021-04-10T03:43:08.098" v="1354" actId="208"/>
          <ac:picMkLst>
            <pc:docMk/>
            <pc:sldMk cId="2627014861" sldId="280"/>
            <ac:picMk id="21" creationId="{195DDE33-4698-4F0E-A61F-89219C4A3F0E}"/>
          </ac:picMkLst>
        </pc:picChg>
        <pc:picChg chg="add mod ord">
          <ac:chgData name="하권" userId="546ba1eaca679e52" providerId="LiveId" clId="{3A7432F6-E500-4FD2-99D9-4DE488A16F80}" dt="2021-04-10T03:44:41.586" v="1370" actId="1076"/>
          <ac:picMkLst>
            <pc:docMk/>
            <pc:sldMk cId="2627014861" sldId="280"/>
            <ac:picMk id="25" creationId="{FA9E4585-8DB2-4B4E-A41D-AA8654052A33}"/>
          </ac:picMkLst>
        </pc:picChg>
        <pc:cxnChg chg="del mod">
          <ac:chgData name="하권" userId="546ba1eaca679e52" providerId="LiveId" clId="{3A7432F6-E500-4FD2-99D9-4DE488A16F80}" dt="2021-04-10T03:44:33.721" v="1364" actId="478"/>
          <ac:cxnSpMkLst>
            <pc:docMk/>
            <pc:sldMk cId="2627014861" sldId="280"/>
            <ac:cxnSpMk id="13" creationId="{606F1D01-9298-4897-8EBD-3E89B91A14BE}"/>
          </ac:cxnSpMkLst>
        </pc:cxnChg>
        <pc:cxnChg chg="add mod">
          <ac:chgData name="하권" userId="546ba1eaca679e52" providerId="LiveId" clId="{3A7432F6-E500-4FD2-99D9-4DE488A16F80}" dt="2021-04-10T03:40:44.084" v="1344" actId="1036"/>
          <ac:cxnSpMkLst>
            <pc:docMk/>
            <pc:sldMk cId="2627014861" sldId="280"/>
            <ac:cxnSpMk id="16" creationId="{00C11EE3-126C-49DF-94A5-BFC773B998F6}"/>
          </ac:cxnSpMkLst>
        </pc:cxnChg>
      </pc:sldChg>
      <pc:sldChg chg="addSp delSp modSp add mod">
        <pc:chgData name="하권" userId="546ba1eaca679e52" providerId="LiveId" clId="{3A7432F6-E500-4FD2-99D9-4DE488A16F80}" dt="2021-04-10T11:22:36.001" v="7688"/>
        <pc:sldMkLst>
          <pc:docMk/>
          <pc:sldMk cId="2001861349" sldId="281"/>
        </pc:sldMkLst>
        <pc:spChg chg="mod">
          <ac:chgData name="하권" userId="546ba1eaca679e52" providerId="LiveId" clId="{3A7432F6-E500-4FD2-99D9-4DE488A16F80}" dt="2021-04-10T11:22:36.001" v="7688"/>
          <ac:spMkLst>
            <pc:docMk/>
            <pc:sldMk cId="2001861349" sldId="281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3:45:09.794" v="1425" actId="478"/>
          <ac:spMkLst>
            <pc:docMk/>
            <pc:sldMk cId="2001861349" sldId="281"/>
            <ac:spMk id="11" creationId="{3F72F2DE-3386-44F2-B5AF-C2B4AF02F467}"/>
          </ac:spMkLst>
        </pc:spChg>
        <pc:spChg chg="del">
          <ac:chgData name="하권" userId="546ba1eaca679e52" providerId="LiveId" clId="{3A7432F6-E500-4FD2-99D9-4DE488A16F80}" dt="2021-04-10T03:45:08.907" v="1424" actId="478"/>
          <ac:spMkLst>
            <pc:docMk/>
            <pc:sldMk cId="2001861349" sldId="281"/>
            <ac:spMk id="19" creationId="{2DE96783-AB3F-474C-BA40-969BC1AF197E}"/>
          </ac:spMkLst>
        </pc:spChg>
        <pc:picChg chg="add mod">
          <ac:chgData name="하권" userId="546ba1eaca679e52" providerId="LiveId" clId="{3A7432F6-E500-4FD2-99D9-4DE488A16F80}" dt="2021-04-10T03:45:18.465" v="1429" actId="208"/>
          <ac:picMkLst>
            <pc:docMk/>
            <pc:sldMk cId="2001861349" sldId="281"/>
            <ac:picMk id="5" creationId="{127C2BA1-754A-4A3C-B098-987E2C406F43}"/>
          </ac:picMkLst>
        </pc:picChg>
        <pc:picChg chg="del">
          <ac:chgData name="하권" userId="546ba1eaca679e52" providerId="LiveId" clId="{3A7432F6-E500-4FD2-99D9-4DE488A16F80}" dt="2021-04-10T03:45:07.889" v="1423" actId="478"/>
          <ac:picMkLst>
            <pc:docMk/>
            <pc:sldMk cId="2001861349" sldId="281"/>
            <ac:picMk id="21" creationId="{195DDE33-4698-4F0E-A61F-89219C4A3F0E}"/>
          </ac:picMkLst>
        </pc:picChg>
        <pc:picChg chg="del">
          <ac:chgData name="하권" userId="546ba1eaca679e52" providerId="LiveId" clId="{3A7432F6-E500-4FD2-99D9-4DE488A16F80}" dt="2021-04-10T03:44:56.409" v="1372" actId="478"/>
          <ac:picMkLst>
            <pc:docMk/>
            <pc:sldMk cId="2001861349" sldId="281"/>
            <ac:picMk id="25" creationId="{FA9E4585-8DB2-4B4E-A41D-AA8654052A33}"/>
          </ac:picMkLst>
        </pc:picChg>
        <pc:cxnChg chg="del">
          <ac:chgData name="하권" userId="546ba1eaca679e52" providerId="LiveId" clId="{3A7432F6-E500-4FD2-99D9-4DE488A16F80}" dt="2021-04-10T03:45:13.801" v="1427" actId="478"/>
          <ac:cxnSpMkLst>
            <pc:docMk/>
            <pc:sldMk cId="2001861349" sldId="281"/>
            <ac:cxnSpMk id="16" creationId="{00C11EE3-126C-49DF-94A5-BFC773B998F6}"/>
          </ac:cxnSpMkLst>
        </pc:cxnChg>
        <pc:cxnChg chg="del">
          <ac:chgData name="하권" userId="546ba1eaca679e52" providerId="LiveId" clId="{3A7432F6-E500-4FD2-99D9-4DE488A16F80}" dt="2021-04-10T03:45:13.801" v="1427" actId="478"/>
          <ac:cxnSpMkLst>
            <pc:docMk/>
            <pc:sldMk cId="2001861349" sldId="281"/>
            <ac:cxnSpMk id="18" creationId="{B231C1E2-B9FF-4BBA-BB55-191EA573399D}"/>
          </ac:cxnSpMkLst>
        </pc:cxnChg>
      </pc:sldChg>
      <pc:sldChg chg="addSp delSp modSp add mod">
        <pc:chgData name="하권" userId="546ba1eaca679e52" providerId="LiveId" clId="{3A7432F6-E500-4FD2-99D9-4DE488A16F80}" dt="2021-04-10T11:22:40.906" v="7689"/>
        <pc:sldMkLst>
          <pc:docMk/>
          <pc:sldMk cId="681782000" sldId="282"/>
        </pc:sldMkLst>
        <pc:spChg chg="mod">
          <ac:chgData name="하권" userId="546ba1eaca679e52" providerId="LiveId" clId="{3A7432F6-E500-4FD2-99D9-4DE488A16F80}" dt="2021-04-10T11:22:40.906" v="7689"/>
          <ac:spMkLst>
            <pc:docMk/>
            <pc:sldMk cId="681782000" sldId="282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03:47:33.280" v="1623" actId="688"/>
          <ac:spMkLst>
            <pc:docMk/>
            <pc:sldMk cId="681782000" sldId="282"/>
            <ac:spMk id="8" creationId="{B7CDD3E8-E164-4205-8F03-27F0FC460E27}"/>
          </ac:spMkLst>
        </pc:spChg>
        <pc:spChg chg="add mod">
          <ac:chgData name="하권" userId="546ba1eaca679e52" providerId="LiveId" clId="{3A7432F6-E500-4FD2-99D9-4DE488A16F80}" dt="2021-04-10T03:47:30.097" v="1621" actId="1076"/>
          <ac:spMkLst>
            <pc:docMk/>
            <pc:sldMk cId="681782000" sldId="282"/>
            <ac:spMk id="9" creationId="{9FF80286-4C31-4DE3-BEE1-F9D8BF430F1C}"/>
          </ac:spMkLst>
        </pc:spChg>
        <pc:spChg chg="add mod">
          <ac:chgData name="하권" userId="546ba1eaca679e52" providerId="LiveId" clId="{3A7432F6-E500-4FD2-99D9-4DE488A16F80}" dt="2021-04-10T03:47:30.097" v="1621" actId="1076"/>
          <ac:spMkLst>
            <pc:docMk/>
            <pc:sldMk cId="681782000" sldId="282"/>
            <ac:spMk id="10" creationId="{598F8F49-7D77-40C6-BCB5-5EB66D377C7C}"/>
          </ac:spMkLst>
        </pc:spChg>
        <pc:spChg chg="add mod">
          <ac:chgData name="하권" userId="546ba1eaca679e52" providerId="LiveId" clId="{3A7432F6-E500-4FD2-99D9-4DE488A16F80}" dt="2021-04-10T03:47:47.688" v="1654" actId="14100"/>
          <ac:spMkLst>
            <pc:docMk/>
            <pc:sldMk cId="681782000" sldId="282"/>
            <ac:spMk id="11" creationId="{59B43314-2466-4014-9501-8A9F50947CC2}"/>
          </ac:spMkLst>
        </pc:spChg>
        <pc:picChg chg="del">
          <ac:chgData name="하권" userId="546ba1eaca679e52" providerId="LiveId" clId="{3A7432F6-E500-4FD2-99D9-4DE488A16F80}" dt="2021-04-10T03:46:02.401" v="1431" actId="478"/>
          <ac:picMkLst>
            <pc:docMk/>
            <pc:sldMk cId="681782000" sldId="282"/>
            <ac:picMk id="5" creationId="{127C2BA1-754A-4A3C-B098-987E2C406F43}"/>
          </ac:picMkLst>
        </pc:picChg>
        <pc:picChg chg="add mod">
          <ac:chgData name="하권" userId="546ba1eaca679e52" providerId="LiveId" clId="{3A7432F6-E500-4FD2-99D9-4DE488A16F80}" dt="2021-04-10T03:46:24.666" v="1524" actId="1076"/>
          <ac:picMkLst>
            <pc:docMk/>
            <pc:sldMk cId="681782000" sldId="282"/>
            <ac:picMk id="6" creationId="{9C86081D-A69F-49B8-86FF-B21BBEBB372B}"/>
          </ac:picMkLst>
        </pc:picChg>
        <pc:picChg chg="add mod">
          <ac:chgData name="하권" userId="546ba1eaca679e52" providerId="LiveId" clId="{3A7432F6-E500-4FD2-99D9-4DE488A16F80}" dt="2021-04-10T03:47:30.097" v="1621" actId="1076"/>
          <ac:picMkLst>
            <pc:docMk/>
            <pc:sldMk cId="681782000" sldId="282"/>
            <ac:picMk id="7" creationId="{BB489914-0A44-4F1A-A74F-EB09EEEAFA16}"/>
          </ac:picMkLst>
        </pc:picChg>
      </pc:sldChg>
      <pc:sldChg chg="addSp delSp modSp add mod">
        <pc:chgData name="하권" userId="546ba1eaca679e52" providerId="LiveId" clId="{3A7432F6-E500-4FD2-99D9-4DE488A16F80}" dt="2021-04-10T11:22:44.148" v="7690"/>
        <pc:sldMkLst>
          <pc:docMk/>
          <pc:sldMk cId="3636010760" sldId="283"/>
        </pc:sldMkLst>
        <pc:spChg chg="mod">
          <ac:chgData name="하권" userId="546ba1eaca679e52" providerId="LiveId" clId="{3A7432F6-E500-4FD2-99D9-4DE488A16F80}" dt="2021-04-10T11:22:44.148" v="7690"/>
          <ac:spMkLst>
            <pc:docMk/>
            <pc:sldMk cId="3636010760" sldId="283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03:49:37.871" v="1843" actId="1076"/>
          <ac:spMkLst>
            <pc:docMk/>
            <pc:sldMk cId="3636010760" sldId="283"/>
            <ac:spMk id="9" creationId="{52B89127-1EAC-4D42-8254-DAE99E37EA4B}"/>
          </ac:spMkLst>
        </pc:spChg>
        <pc:spChg chg="add mod">
          <ac:chgData name="하권" userId="546ba1eaca679e52" providerId="LiveId" clId="{3A7432F6-E500-4FD2-99D9-4DE488A16F80}" dt="2021-04-10T03:49:44.545" v="1845" actId="1076"/>
          <ac:spMkLst>
            <pc:docMk/>
            <pc:sldMk cId="3636010760" sldId="283"/>
            <ac:spMk id="10" creationId="{47A396DB-1849-45A3-BD23-80D8BC1E704E}"/>
          </ac:spMkLst>
        </pc:spChg>
        <pc:spChg chg="add mod">
          <ac:chgData name="하권" userId="546ba1eaca679e52" providerId="LiveId" clId="{3A7432F6-E500-4FD2-99D9-4DE488A16F80}" dt="2021-04-10T05:05:16.547" v="4211" actId="2711"/>
          <ac:spMkLst>
            <pc:docMk/>
            <pc:sldMk cId="3636010760" sldId="283"/>
            <ac:spMk id="11" creationId="{C7948737-E332-43D1-9039-87DE6240A72E}"/>
          </ac:spMkLst>
        </pc:spChg>
        <pc:spChg chg="add mod">
          <ac:chgData name="하권" userId="546ba1eaca679e52" providerId="LiveId" clId="{3A7432F6-E500-4FD2-99D9-4DE488A16F80}" dt="2021-04-10T05:05:16.547" v="4211" actId="2711"/>
          <ac:spMkLst>
            <pc:docMk/>
            <pc:sldMk cId="3636010760" sldId="283"/>
            <ac:spMk id="12" creationId="{E76F1715-CE8D-4565-BDE8-7F643412C059}"/>
          </ac:spMkLst>
        </pc:spChg>
        <pc:picChg chg="del">
          <ac:chgData name="하권" userId="546ba1eaca679e52" providerId="LiveId" clId="{3A7432F6-E500-4FD2-99D9-4DE488A16F80}" dt="2021-04-10T03:48:25.058" v="1656" actId="478"/>
          <ac:picMkLst>
            <pc:docMk/>
            <pc:sldMk cId="3636010760" sldId="283"/>
            <ac:picMk id="5" creationId="{7F9702DC-5F7D-4AC0-B54E-5EB8DC8ADCC6}"/>
          </ac:picMkLst>
        </pc:picChg>
        <pc:picChg chg="add mod">
          <ac:chgData name="하권" userId="546ba1eaca679e52" providerId="LiveId" clId="{3A7432F6-E500-4FD2-99D9-4DE488A16F80}" dt="2021-04-10T03:49:14.744" v="1837" actId="1076"/>
          <ac:picMkLst>
            <pc:docMk/>
            <pc:sldMk cId="3636010760" sldId="283"/>
            <ac:picMk id="6" creationId="{1F011A1D-49A8-4521-92BA-7D2C7C7ABCC6}"/>
          </ac:picMkLst>
        </pc:picChg>
        <pc:picChg chg="add mod">
          <ac:chgData name="하권" userId="546ba1eaca679e52" providerId="LiveId" clId="{3A7432F6-E500-4FD2-99D9-4DE488A16F80}" dt="2021-04-10T03:49:29.370" v="1839" actId="1076"/>
          <ac:picMkLst>
            <pc:docMk/>
            <pc:sldMk cId="3636010760" sldId="283"/>
            <ac:picMk id="8" creationId="{C9E22D85-C3E6-41B8-B21F-09D0BEDE88FE}"/>
          </ac:picMkLst>
        </pc:picChg>
        <pc:picChg chg="add del">
          <ac:chgData name="하권" userId="546ba1eaca679e52" providerId="LiveId" clId="{3A7432F6-E500-4FD2-99D9-4DE488A16F80}" dt="2021-04-10T03:52:33.152" v="1936" actId="478"/>
          <ac:picMkLst>
            <pc:docMk/>
            <pc:sldMk cId="3636010760" sldId="283"/>
            <ac:picMk id="14" creationId="{EF3AF579-A413-443F-BE26-EB382CAA9787}"/>
          </ac:picMkLst>
        </pc:picChg>
      </pc:sldChg>
      <pc:sldChg chg="addSp delSp modSp add mod">
        <pc:chgData name="하권" userId="546ba1eaca679e52" providerId="LiveId" clId="{3A7432F6-E500-4FD2-99D9-4DE488A16F80}" dt="2021-04-10T11:22:45.858" v="7691"/>
        <pc:sldMkLst>
          <pc:docMk/>
          <pc:sldMk cId="2154502868" sldId="284"/>
        </pc:sldMkLst>
        <pc:spChg chg="mod">
          <ac:chgData name="하권" userId="546ba1eaca679e52" providerId="LiveId" clId="{3A7432F6-E500-4FD2-99D9-4DE488A16F80}" dt="2021-04-10T11:22:45.858" v="7691"/>
          <ac:spMkLst>
            <pc:docMk/>
            <pc:sldMk cId="2154502868" sldId="284"/>
            <ac:spMk id="3" creationId="{58C784A5-6695-45D3-A855-5CEE54C8D718}"/>
          </ac:spMkLst>
        </pc:spChg>
        <pc:spChg chg="mod">
          <ac:chgData name="하권" userId="546ba1eaca679e52" providerId="LiveId" clId="{3A7432F6-E500-4FD2-99D9-4DE488A16F80}" dt="2021-04-10T03:51:55.056" v="1885" actId="1076"/>
          <ac:spMkLst>
            <pc:docMk/>
            <pc:sldMk cId="2154502868" sldId="284"/>
            <ac:spMk id="9" creationId="{52B89127-1EAC-4D42-8254-DAE99E37EA4B}"/>
          </ac:spMkLst>
        </pc:spChg>
        <pc:spChg chg="mod">
          <ac:chgData name="하권" userId="546ba1eaca679e52" providerId="LiveId" clId="{3A7432F6-E500-4FD2-99D9-4DE488A16F80}" dt="2021-04-10T03:51:52.112" v="1883" actId="1076"/>
          <ac:spMkLst>
            <pc:docMk/>
            <pc:sldMk cId="2154502868" sldId="284"/>
            <ac:spMk id="10" creationId="{47A396DB-1849-45A3-BD23-80D8BC1E704E}"/>
          </ac:spMkLst>
        </pc:spChg>
        <pc:spChg chg="mod">
          <ac:chgData name="하권" userId="546ba1eaca679e52" providerId="LiveId" clId="{3A7432F6-E500-4FD2-99D9-4DE488A16F80}" dt="2021-04-10T03:51:53.896" v="1884" actId="1076"/>
          <ac:spMkLst>
            <pc:docMk/>
            <pc:sldMk cId="2154502868" sldId="284"/>
            <ac:spMk id="11" creationId="{C7948737-E332-43D1-9039-87DE6240A72E}"/>
          </ac:spMkLst>
        </pc:spChg>
        <pc:spChg chg="mod">
          <ac:chgData name="하권" userId="546ba1eaca679e52" providerId="LiveId" clId="{3A7432F6-E500-4FD2-99D9-4DE488A16F80}" dt="2021-04-10T03:53:58.640" v="2079" actId="1076"/>
          <ac:spMkLst>
            <pc:docMk/>
            <pc:sldMk cId="2154502868" sldId="284"/>
            <ac:spMk id="12" creationId="{E76F1715-CE8D-4565-BDE8-7F643412C059}"/>
          </ac:spMkLst>
        </pc:spChg>
        <pc:spChg chg="add mod">
          <ac:chgData name="하권" userId="546ba1eaca679e52" providerId="LiveId" clId="{3A7432F6-E500-4FD2-99D9-4DE488A16F80}" dt="2021-04-10T03:53:56.959" v="2078" actId="14100"/>
          <ac:spMkLst>
            <pc:docMk/>
            <pc:sldMk cId="2154502868" sldId="284"/>
            <ac:spMk id="15" creationId="{D8879FF7-EAAC-4455-A985-7FD2430FB42F}"/>
          </ac:spMkLst>
        </pc:spChg>
        <pc:spChg chg="add mod">
          <ac:chgData name="하권" userId="546ba1eaca679e52" providerId="LiveId" clId="{3A7432F6-E500-4FD2-99D9-4DE488A16F80}" dt="2021-04-10T03:55:11.279" v="2134" actId="14100"/>
          <ac:spMkLst>
            <pc:docMk/>
            <pc:sldMk cId="2154502868" sldId="284"/>
            <ac:spMk id="19" creationId="{A39E7C96-C708-48A1-AE78-337F30C05AE1}"/>
          </ac:spMkLst>
        </pc:spChg>
        <pc:spChg chg="add mod">
          <ac:chgData name="하권" userId="546ba1eaca679e52" providerId="LiveId" clId="{3A7432F6-E500-4FD2-99D9-4DE488A16F80}" dt="2021-04-10T05:05:20.483" v="4212" actId="1076"/>
          <ac:spMkLst>
            <pc:docMk/>
            <pc:sldMk cId="2154502868" sldId="284"/>
            <ac:spMk id="20" creationId="{8B89CBFA-BD3F-4592-BCCA-BFA9CA0E8B03}"/>
          </ac:spMkLst>
        </pc:spChg>
        <pc:picChg chg="add mod ord">
          <ac:chgData name="하권" userId="546ba1eaca679e52" providerId="LiveId" clId="{3A7432F6-E500-4FD2-99D9-4DE488A16F80}" dt="2021-04-10T03:51:50.279" v="1882" actId="167"/>
          <ac:picMkLst>
            <pc:docMk/>
            <pc:sldMk cId="2154502868" sldId="284"/>
            <ac:picMk id="5" creationId="{F98FDDE2-4B04-4CE1-9C91-B172F2BBCFA5}"/>
          </ac:picMkLst>
        </pc:picChg>
        <pc:picChg chg="del">
          <ac:chgData name="하권" userId="546ba1eaca679e52" providerId="LiveId" clId="{3A7432F6-E500-4FD2-99D9-4DE488A16F80}" dt="2021-04-10T03:51:41.424" v="1876" actId="478"/>
          <ac:picMkLst>
            <pc:docMk/>
            <pc:sldMk cId="2154502868" sldId="284"/>
            <ac:picMk id="6" creationId="{1F011A1D-49A8-4521-92BA-7D2C7C7ABCC6}"/>
          </ac:picMkLst>
        </pc:picChg>
        <pc:picChg chg="del">
          <ac:chgData name="하권" userId="546ba1eaca679e52" providerId="LiveId" clId="{3A7432F6-E500-4FD2-99D9-4DE488A16F80}" dt="2021-04-10T03:51:27.808" v="1871" actId="478"/>
          <ac:picMkLst>
            <pc:docMk/>
            <pc:sldMk cId="2154502868" sldId="284"/>
            <ac:picMk id="8" creationId="{C9E22D85-C3E6-41B8-B21F-09D0BEDE88FE}"/>
          </ac:picMkLst>
        </pc:picChg>
        <pc:picChg chg="add del mod ord">
          <ac:chgData name="하권" userId="546ba1eaca679e52" providerId="LiveId" clId="{3A7432F6-E500-4FD2-99D9-4DE488A16F80}" dt="2021-04-10T03:53:46.511" v="2072" actId="478"/>
          <ac:picMkLst>
            <pc:docMk/>
            <pc:sldMk cId="2154502868" sldId="284"/>
            <ac:picMk id="13" creationId="{D94660D0-6460-4A53-9FAC-B99169729F7A}"/>
          </ac:picMkLst>
        </pc:picChg>
        <pc:picChg chg="del">
          <ac:chgData name="하권" userId="546ba1eaca679e52" providerId="LiveId" clId="{3A7432F6-E500-4FD2-99D9-4DE488A16F80}" dt="2021-04-10T03:51:25.921" v="1870" actId="478"/>
          <ac:picMkLst>
            <pc:docMk/>
            <pc:sldMk cId="2154502868" sldId="284"/>
            <ac:picMk id="14" creationId="{EF3AF579-A413-443F-BE26-EB382CAA9787}"/>
          </ac:picMkLst>
        </pc:picChg>
        <pc:picChg chg="add mod ord">
          <ac:chgData name="하권" userId="546ba1eaca679e52" providerId="LiveId" clId="{3A7432F6-E500-4FD2-99D9-4DE488A16F80}" dt="2021-04-10T03:53:53.487" v="2076" actId="208"/>
          <ac:picMkLst>
            <pc:docMk/>
            <pc:sldMk cId="2154502868" sldId="284"/>
            <ac:picMk id="16" creationId="{55951B31-60EE-4C00-9C25-867A32D427D1}"/>
          </ac:picMkLst>
        </pc:picChg>
        <pc:picChg chg="add mod">
          <ac:chgData name="하권" userId="546ba1eaca679e52" providerId="LiveId" clId="{3A7432F6-E500-4FD2-99D9-4DE488A16F80}" dt="2021-04-10T03:54:46.625" v="2091" actId="1076"/>
          <ac:picMkLst>
            <pc:docMk/>
            <pc:sldMk cId="2154502868" sldId="284"/>
            <ac:picMk id="18" creationId="{6F0CC153-7861-40BA-B5C5-60DCB032C25A}"/>
          </ac:picMkLst>
        </pc:picChg>
      </pc:sldChg>
      <pc:sldChg chg="addSp delSp modSp add mod">
        <pc:chgData name="하권" userId="546ba1eaca679e52" providerId="LiveId" clId="{3A7432F6-E500-4FD2-99D9-4DE488A16F80}" dt="2021-04-10T11:22:47.777" v="7692"/>
        <pc:sldMkLst>
          <pc:docMk/>
          <pc:sldMk cId="2740519199" sldId="285"/>
        </pc:sldMkLst>
        <pc:spChg chg="mod">
          <ac:chgData name="하권" userId="546ba1eaca679e52" providerId="LiveId" clId="{3A7432F6-E500-4FD2-99D9-4DE488A16F80}" dt="2021-04-10T11:22:47.777" v="7692"/>
          <ac:spMkLst>
            <pc:docMk/>
            <pc:sldMk cId="2740519199" sldId="285"/>
            <ac:spMk id="3" creationId="{58C784A5-6695-45D3-A855-5CEE54C8D718}"/>
          </ac:spMkLst>
        </pc:spChg>
        <pc:spChg chg="mod">
          <ac:chgData name="하권" userId="546ba1eaca679e52" providerId="LiveId" clId="{3A7432F6-E500-4FD2-99D9-4DE488A16F80}" dt="2021-04-10T04:06:39.941" v="2151" actId="1076"/>
          <ac:spMkLst>
            <pc:docMk/>
            <pc:sldMk cId="2740519199" sldId="285"/>
            <ac:spMk id="12" creationId="{E76F1715-CE8D-4565-BDE8-7F643412C059}"/>
          </ac:spMkLst>
        </pc:spChg>
        <pc:spChg chg="mod">
          <ac:chgData name="하권" userId="546ba1eaca679e52" providerId="LiveId" clId="{3A7432F6-E500-4FD2-99D9-4DE488A16F80}" dt="2021-04-10T04:06:38.484" v="2150" actId="14100"/>
          <ac:spMkLst>
            <pc:docMk/>
            <pc:sldMk cId="2740519199" sldId="285"/>
            <ac:spMk id="15" creationId="{D8879FF7-EAAC-4455-A985-7FD2430FB42F}"/>
          </ac:spMkLst>
        </pc:spChg>
        <pc:spChg chg="add mod">
          <ac:chgData name="하권" userId="546ba1eaca679e52" providerId="LiveId" clId="{3A7432F6-E500-4FD2-99D9-4DE488A16F80}" dt="2021-04-10T04:06:56.541" v="2157" actId="14100"/>
          <ac:spMkLst>
            <pc:docMk/>
            <pc:sldMk cId="2740519199" sldId="285"/>
            <ac:spMk id="17" creationId="{F6616C77-3545-4FC0-8AC2-B6F5402B49DC}"/>
          </ac:spMkLst>
        </pc:spChg>
        <pc:spChg chg="del">
          <ac:chgData name="하권" userId="546ba1eaca679e52" providerId="LiveId" clId="{3A7432F6-E500-4FD2-99D9-4DE488A16F80}" dt="2021-04-10T04:06:46.374" v="2154" actId="478"/>
          <ac:spMkLst>
            <pc:docMk/>
            <pc:sldMk cId="2740519199" sldId="285"/>
            <ac:spMk id="19" creationId="{A39E7C96-C708-48A1-AE78-337F30C05AE1}"/>
          </ac:spMkLst>
        </pc:spChg>
        <pc:spChg chg="del">
          <ac:chgData name="하권" userId="546ba1eaca679e52" providerId="LiveId" clId="{3A7432F6-E500-4FD2-99D9-4DE488A16F80}" dt="2021-04-10T04:06:45.463" v="2153" actId="478"/>
          <ac:spMkLst>
            <pc:docMk/>
            <pc:sldMk cId="2740519199" sldId="285"/>
            <ac:spMk id="20" creationId="{8B89CBFA-BD3F-4592-BCCA-BFA9CA0E8B03}"/>
          </ac:spMkLst>
        </pc:spChg>
        <pc:spChg chg="add mod">
          <ac:chgData name="하권" userId="546ba1eaca679e52" providerId="LiveId" clId="{3A7432F6-E500-4FD2-99D9-4DE488A16F80}" dt="2021-04-10T04:07:10.591" v="2199"/>
          <ac:spMkLst>
            <pc:docMk/>
            <pc:sldMk cId="2740519199" sldId="285"/>
            <ac:spMk id="21" creationId="{9652A238-99F5-48BC-BDBC-6ACED3F68ECD}"/>
          </ac:spMkLst>
        </pc:spChg>
        <pc:picChg chg="add mod ord">
          <ac:chgData name="하권" userId="546ba1eaca679e52" providerId="LiveId" clId="{3A7432F6-E500-4FD2-99D9-4DE488A16F80}" dt="2021-04-10T04:04:32.808" v="2148" actId="208"/>
          <ac:picMkLst>
            <pc:docMk/>
            <pc:sldMk cId="2740519199" sldId="285"/>
            <ac:picMk id="6" creationId="{BA201DF3-9FB7-4702-80FA-A7B6F5DABCBE}"/>
          </ac:picMkLst>
        </pc:picChg>
        <pc:picChg chg="del">
          <ac:chgData name="하권" userId="546ba1eaca679e52" providerId="LiveId" clId="{3A7432F6-E500-4FD2-99D9-4DE488A16F80}" dt="2021-04-10T04:04:24.709" v="2142" actId="478"/>
          <ac:picMkLst>
            <pc:docMk/>
            <pc:sldMk cId="2740519199" sldId="285"/>
            <ac:picMk id="16" creationId="{55951B31-60EE-4C00-9C25-867A32D427D1}"/>
          </ac:picMkLst>
        </pc:picChg>
        <pc:picChg chg="del mod">
          <ac:chgData name="하권" userId="546ba1eaca679e52" providerId="LiveId" clId="{3A7432F6-E500-4FD2-99D9-4DE488A16F80}" dt="2021-04-10T04:06:43.967" v="2152" actId="478"/>
          <ac:picMkLst>
            <pc:docMk/>
            <pc:sldMk cId="2740519199" sldId="285"/>
            <ac:picMk id="18" creationId="{6F0CC153-7861-40BA-B5C5-60DCB032C25A}"/>
          </ac:picMkLst>
        </pc:picChg>
      </pc:sldChg>
      <pc:sldChg chg="delSp add del mod">
        <pc:chgData name="하권" userId="546ba1eaca679e52" providerId="LiveId" clId="{3A7432F6-E500-4FD2-99D9-4DE488A16F80}" dt="2021-04-10T04:11:39.968" v="2321" actId="47"/>
        <pc:sldMkLst>
          <pc:docMk/>
          <pc:sldMk cId="1094133379" sldId="286"/>
        </pc:sldMkLst>
        <pc:picChg chg="del">
          <ac:chgData name="하권" userId="546ba1eaca679e52" providerId="LiveId" clId="{3A7432F6-E500-4FD2-99D9-4DE488A16F80}" dt="2021-04-10T04:07:51.925" v="2201" actId="478"/>
          <ac:picMkLst>
            <pc:docMk/>
            <pc:sldMk cId="1094133379" sldId="286"/>
            <ac:picMk id="6" creationId="{BA201DF3-9FB7-4702-80FA-A7B6F5DABCBE}"/>
          </ac:picMkLst>
        </pc:picChg>
      </pc:sldChg>
      <pc:sldChg chg="delSp add del mod">
        <pc:chgData name="하권" userId="546ba1eaca679e52" providerId="LiveId" clId="{3A7432F6-E500-4FD2-99D9-4DE488A16F80}" dt="2021-04-10T04:11:41.083" v="2322" actId="47"/>
        <pc:sldMkLst>
          <pc:docMk/>
          <pc:sldMk cId="2427921613" sldId="287"/>
        </pc:sldMkLst>
        <pc:picChg chg="del">
          <ac:chgData name="하권" userId="546ba1eaca679e52" providerId="LiveId" clId="{3A7432F6-E500-4FD2-99D9-4DE488A16F80}" dt="2021-04-10T04:07:54.656" v="2203" actId="478"/>
          <ac:picMkLst>
            <pc:docMk/>
            <pc:sldMk cId="2427921613" sldId="287"/>
            <ac:picMk id="6" creationId="{BA201DF3-9FB7-4702-80FA-A7B6F5DABCBE}"/>
          </ac:picMkLst>
        </pc:picChg>
      </pc:sldChg>
      <pc:sldChg chg="addSp delSp modSp add del mod">
        <pc:chgData name="하권" userId="546ba1eaca679e52" providerId="LiveId" clId="{3A7432F6-E500-4FD2-99D9-4DE488A16F80}" dt="2021-04-10T05:03:30.076" v="4159" actId="47"/>
        <pc:sldMkLst>
          <pc:docMk/>
          <pc:sldMk cId="1983494001" sldId="288"/>
        </pc:sldMkLst>
        <pc:spChg chg="mod">
          <ac:chgData name="하권" userId="546ba1eaca679e52" providerId="LiveId" clId="{3A7432F6-E500-4FD2-99D9-4DE488A16F80}" dt="2021-04-10T04:18:48.301" v="2575"/>
          <ac:spMkLst>
            <pc:docMk/>
            <pc:sldMk cId="1983494001" sldId="288"/>
            <ac:spMk id="3" creationId="{58C784A5-6695-45D3-A855-5CEE54C8D718}"/>
          </ac:spMkLst>
        </pc:spChg>
        <pc:spChg chg="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9" creationId="{52B89127-1EAC-4D42-8254-DAE99E37EA4B}"/>
          </ac:spMkLst>
        </pc:spChg>
        <pc:spChg chg="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10" creationId="{47A396DB-1849-45A3-BD23-80D8BC1E704E}"/>
          </ac:spMkLst>
        </pc:spChg>
        <pc:spChg chg="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11" creationId="{C7948737-E332-43D1-9039-87DE6240A72E}"/>
          </ac:spMkLst>
        </pc:spChg>
        <pc:spChg chg="del mod">
          <ac:chgData name="하권" userId="546ba1eaca679e52" providerId="LiveId" clId="{3A7432F6-E500-4FD2-99D9-4DE488A16F80}" dt="2021-04-10T04:11:23.190" v="2320" actId="478"/>
          <ac:spMkLst>
            <pc:docMk/>
            <pc:sldMk cId="1983494001" sldId="288"/>
            <ac:spMk id="12" creationId="{E76F1715-CE8D-4565-BDE8-7F643412C059}"/>
          </ac:spMkLst>
        </pc:spChg>
        <pc:spChg chg="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15" creationId="{D8879FF7-EAAC-4455-A985-7FD2430FB42F}"/>
          </ac:spMkLst>
        </pc:spChg>
        <pc:spChg chg="add 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16" creationId="{5EB8053B-1D91-4A5F-9685-600CC42E7C8D}"/>
          </ac:spMkLst>
        </pc:spChg>
        <pc:spChg chg="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17" creationId="{F6616C77-3545-4FC0-8AC2-B6F5402B49DC}"/>
          </ac:spMkLst>
        </pc:spChg>
        <pc:spChg chg="add 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18" creationId="{16AA9952-F24E-4215-881C-0D1327AC3219}"/>
          </ac:spMkLst>
        </pc:spChg>
        <pc:spChg chg="add 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20" creationId="{671AAB3C-3CC9-4EC5-BB02-BEEDA2BE1540}"/>
          </ac:spMkLst>
        </pc:spChg>
        <pc:spChg chg="mod">
          <ac:chgData name="하권" userId="546ba1eaca679e52" providerId="LiveId" clId="{3A7432F6-E500-4FD2-99D9-4DE488A16F80}" dt="2021-04-10T04:13:39.268" v="2467" actId="1035"/>
          <ac:spMkLst>
            <pc:docMk/>
            <pc:sldMk cId="1983494001" sldId="288"/>
            <ac:spMk id="21" creationId="{9652A238-99F5-48BC-BDBC-6ACED3F68ECD}"/>
          </ac:spMkLst>
        </pc:spChg>
        <pc:spChg chg="add mod">
          <ac:chgData name="하권" userId="546ba1eaca679e52" providerId="LiveId" clId="{3A7432F6-E500-4FD2-99D9-4DE488A16F80}" dt="2021-04-10T04:14:12.523" v="2477" actId="1076"/>
          <ac:spMkLst>
            <pc:docMk/>
            <pc:sldMk cId="1983494001" sldId="288"/>
            <ac:spMk id="22" creationId="{AD0E5CCA-BD91-4EDB-9923-9B93F39902FD}"/>
          </ac:spMkLst>
        </pc:spChg>
        <pc:spChg chg="add mod">
          <ac:chgData name="하권" userId="546ba1eaca679e52" providerId="LiveId" clId="{3A7432F6-E500-4FD2-99D9-4DE488A16F80}" dt="2021-04-10T04:14:16.908" v="2479" actId="14100"/>
          <ac:spMkLst>
            <pc:docMk/>
            <pc:sldMk cId="1983494001" sldId="288"/>
            <ac:spMk id="23" creationId="{86660863-9EEC-4082-A563-A7B0C88FE300}"/>
          </ac:spMkLst>
        </pc:spChg>
        <pc:picChg chg="mod">
          <ac:chgData name="하권" userId="546ba1eaca679e52" providerId="LiveId" clId="{3A7432F6-E500-4FD2-99D9-4DE488A16F80}" dt="2021-04-10T04:13:39.268" v="2467" actId="1035"/>
          <ac:picMkLst>
            <pc:docMk/>
            <pc:sldMk cId="1983494001" sldId="288"/>
            <ac:picMk id="5" creationId="{F98FDDE2-4B04-4CE1-9C91-B172F2BBCFA5}"/>
          </ac:picMkLst>
        </pc:picChg>
        <pc:picChg chg="del">
          <ac:chgData name="하권" userId="546ba1eaca679e52" providerId="LiveId" clId="{3A7432F6-E500-4FD2-99D9-4DE488A16F80}" dt="2021-04-10T04:07:57.710" v="2205" actId="478"/>
          <ac:picMkLst>
            <pc:docMk/>
            <pc:sldMk cId="1983494001" sldId="288"/>
            <ac:picMk id="6" creationId="{BA201DF3-9FB7-4702-80FA-A7B6F5DABCBE}"/>
          </ac:picMkLst>
        </pc:picChg>
        <pc:picChg chg="add del mod ord">
          <ac:chgData name="하권" userId="546ba1eaca679e52" providerId="LiveId" clId="{3A7432F6-E500-4FD2-99D9-4DE488A16F80}" dt="2021-04-10T04:10:35.219" v="2224" actId="478"/>
          <ac:picMkLst>
            <pc:docMk/>
            <pc:sldMk cId="1983494001" sldId="288"/>
            <ac:picMk id="7" creationId="{C6B45C36-227B-4BA3-AF17-010C9CBFB9B1}"/>
          </ac:picMkLst>
        </pc:picChg>
        <pc:picChg chg="add mod ord">
          <ac:chgData name="하권" userId="546ba1eaca679e52" providerId="LiveId" clId="{3A7432F6-E500-4FD2-99D9-4DE488A16F80}" dt="2021-04-10T04:15:09.620" v="2480" actId="208"/>
          <ac:picMkLst>
            <pc:docMk/>
            <pc:sldMk cId="1983494001" sldId="288"/>
            <ac:picMk id="13" creationId="{961C5C71-71A5-4539-969B-CDDB3E08E76A}"/>
          </ac:picMkLst>
        </pc:picChg>
        <pc:picChg chg="add mod modCrop">
          <ac:chgData name="하권" userId="546ba1eaca679e52" providerId="LiveId" clId="{3A7432F6-E500-4FD2-99D9-4DE488A16F80}" dt="2021-04-10T04:13:44.002" v="2469" actId="732"/>
          <ac:picMkLst>
            <pc:docMk/>
            <pc:sldMk cId="1983494001" sldId="288"/>
            <ac:picMk id="19" creationId="{9DDCC30C-75D3-404F-97F7-EDEFDF3980CC}"/>
          </ac:picMkLst>
        </pc:picChg>
      </pc:sldChg>
      <pc:sldChg chg="addSp delSp modSp add mod">
        <pc:chgData name="하권" userId="546ba1eaca679e52" providerId="LiveId" clId="{3A7432F6-E500-4FD2-99D9-4DE488A16F80}" dt="2021-04-10T11:22:53.585" v="7694"/>
        <pc:sldMkLst>
          <pc:docMk/>
          <pc:sldMk cId="649105063" sldId="289"/>
        </pc:sldMkLst>
        <pc:spChg chg="mod">
          <ac:chgData name="하권" userId="546ba1eaca679e52" providerId="LiveId" clId="{3A7432F6-E500-4FD2-99D9-4DE488A16F80}" dt="2021-04-10T11:22:53.585" v="7694"/>
          <ac:spMkLst>
            <pc:docMk/>
            <pc:sldMk cId="649105063" sldId="289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4:16:24.052" v="2561" actId="478"/>
          <ac:spMkLst>
            <pc:docMk/>
            <pc:sldMk cId="649105063" sldId="289"/>
            <ac:spMk id="9" creationId="{52B89127-1EAC-4D42-8254-DAE99E37EA4B}"/>
          </ac:spMkLst>
        </pc:spChg>
        <pc:spChg chg="del">
          <ac:chgData name="하권" userId="546ba1eaca679e52" providerId="LiveId" clId="{3A7432F6-E500-4FD2-99D9-4DE488A16F80}" dt="2021-04-10T04:16:22.973" v="2559" actId="478"/>
          <ac:spMkLst>
            <pc:docMk/>
            <pc:sldMk cId="649105063" sldId="289"/>
            <ac:spMk id="10" creationId="{47A396DB-1849-45A3-BD23-80D8BC1E704E}"/>
          </ac:spMkLst>
        </pc:spChg>
        <pc:spChg chg="del mod">
          <ac:chgData name="하권" userId="546ba1eaca679e52" providerId="LiveId" clId="{3A7432F6-E500-4FD2-99D9-4DE488A16F80}" dt="2021-04-10T04:16:24.455" v="2562" actId="478"/>
          <ac:spMkLst>
            <pc:docMk/>
            <pc:sldMk cId="649105063" sldId="289"/>
            <ac:spMk id="11" creationId="{C7948737-E332-43D1-9039-87DE6240A72E}"/>
          </ac:spMkLst>
        </pc:spChg>
        <pc:spChg chg="del">
          <ac:chgData name="하권" userId="546ba1eaca679e52" providerId="LiveId" clId="{3A7432F6-E500-4FD2-99D9-4DE488A16F80}" dt="2021-04-10T04:16:13.365" v="2528" actId="478"/>
          <ac:spMkLst>
            <pc:docMk/>
            <pc:sldMk cId="649105063" sldId="289"/>
            <ac:spMk id="15" creationId="{D8879FF7-EAAC-4455-A985-7FD2430FB42F}"/>
          </ac:spMkLst>
        </pc:spChg>
        <pc:spChg chg="del mod">
          <ac:chgData name="하권" userId="546ba1eaca679e52" providerId="LiveId" clId="{3A7432F6-E500-4FD2-99D9-4DE488A16F80}" dt="2021-04-10T04:16:28.710" v="2567" actId="478"/>
          <ac:spMkLst>
            <pc:docMk/>
            <pc:sldMk cId="649105063" sldId="289"/>
            <ac:spMk id="16" creationId="{5EB8053B-1D91-4A5F-9685-600CC42E7C8D}"/>
          </ac:spMkLst>
        </pc:spChg>
        <pc:spChg chg="del">
          <ac:chgData name="하권" userId="546ba1eaca679e52" providerId="LiveId" clId="{3A7432F6-E500-4FD2-99D9-4DE488A16F80}" dt="2021-04-10T04:16:12.174" v="2526" actId="478"/>
          <ac:spMkLst>
            <pc:docMk/>
            <pc:sldMk cId="649105063" sldId="289"/>
            <ac:spMk id="17" creationId="{F6616C77-3545-4FC0-8AC2-B6F5402B49DC}"/>
          </ac:spMkLst>
        </pc:spChg>
        <pc:spChg chg="del">
          <ac:chgData name="하권" userId="546ba1eaca679e52" providerId="LiveId" clId="{3A7432F6-E500-4FD2-99D9-4DE488A16F80}" dt="2021-04-10T04:16:13.933" v="2529" actId="478"/>
          <ac:spMkLst>
            <pc:docMk/>
            <pc:sldMk cId="649105063" sldId="289"/>
            <ac:spMk id="18" creationId="{16AA9952-F24E-4215-881C-0D1327AC3219}"/>
          </ac:spMkLst>
        </pc:spChg>
        <pc:spChg chg="del">
          <ac:chgData name="하권" userId="546ba1eaca679e52" providerId="LiveId" clId="{3A7432F6-E500-4FD2-99D9-4DE488A16F80}" dt="2021-04-10T04:16:25.278" v="2563" actId="478"/>
          <ac:spMkLst>
            <pc:docMk/>
            <pc:sldMk cId="649105063" sldId="289"/>
            <ac:spMk id="20" creationId="{671AAB3C-3CC9-4EC5-BB02-BEEDA2BE1540}"/>
          </ac:spMkLst>
        </pc:spChg>
        <pc:spChg chg="mod ord">
          <ac:chgData name="하권" userId="546ba1eaca679e52" providerId="LiveId" clId="{3A7432F6-E500-4FD2-99D9-4DE488A16F80}" dt="2021-04-10T05:04:17.014" v="4199" actId="14100"/>
          <ac:spMkLst>
            <pc:docMk/>
            <pc:sldMk cId="649105063" sldId="289"/>
            <ac:spMk id="21" creationId="{9652A238-99F5-48BC-BDBC-6ACED3F68ECD}"/>
          </ac:spMkLst>
        </pc:spChg>
        <pc:spChg chg="del">
          <ac:chgData name="하권" userId="546ba1eaca679e52" providerId="LiveId" clId="{3A7432F6-E500-4FD2-99D9-4DE488A16F80}" dt="2021-04-10T04:16:27.109" v="2566" actId="478"/>
          <ac:spMkLst>
            <pc:docMk/>
            <pc:sldMk cId="649105063" sldId="289"/>
            <ac:spMk id="22" creationId="{AD0E5CCA-BD91-4EDB-9923-9B93F39902FD}"/>
          </ac:spMkLst>
        </pc:spChg>
        <pc:spChg chg="del">
          <ac:chgData name="하권" userId="546ba1eaca679e52" providerId="LiveId" clId="{3A7432F6-E500-4FD2-99D9-4DE488A16F80}" dt="2021-04-10T04:16:25.637" v="2564" actId="478"/>
          <ac:spMkLst>
            <pc:docMk/>
            <pc:sldMk cId="649105063" sldId="289"/>
            <ac:spMk id="23" creationId="{86660863-9EEC-4082-A563-A7B0C88FE300}"/>
          </ac:spMkLst>
        </pc:spChg>
        <pc:spChg chg="add del mod">
          <ac:chgData name="하권" userId="546ba1eaca679e52" providerId="LiveId" clId="{3A7432F6-E500-4FD2-99D9-4DE488A16F80}" dt="2021-04-10T04:38:41.561" v="3194"/>
          <ac:spMkLst>
            <pc:docMk/>
            <pc:sldMk cId="649105063" sldId="289"/>
            <ac:spMk id="24" creationId="{1F753CA7-99C2-43C5-8272-04EBDBC45F54}"/>
          </ac:spMkLst>
        </pc:spChg>
        <pc:spChg chg="add mod">
          <ac:chgData name="하권" userId="546ba1eaca679e52" providerId="LiveId" clId="{3A7432F6-E500-4FD2-99D9-4DE488A16F80}" dt="2021-04-10T05:17:39.183" v="4705" actId="1076"/>
          <ac:spMkLst>
            <pc:docMk/>
            <pc:sldMk cId="649105063" sldId="289"/>
            <ac:spMk id="26" creationId="{7687A4A9-70C0-4A61-8954-CABD602AD69C}"/>
          </ac:spMkLst>
        </pc:spChg>
        <pc:spChg chg="add mod">
          <ac:chgData name="하권" userId="546ba1eaca679e52" providerId="LiveId" clId="{3A7432F6-E500-4FD2-99D9-4DE488A16F80}" dt="2021-04-10T04:55:43.300" v="4027" actId="1036"/>
          <ac:spMkLst>
            <pc:docMk/>
            <pc:sldMk cId="649105063" sldId="289"/>
            <ac:spMk id="27" creationId="{FCC85116-A24E-4473-B349-802DD813241D}"/>
          </ac:spMkLst>
        </pc:spChg>
        <pc:spChg chg="add mod">
          <ac:chgData name="하권" userId="546ba1eaca679e52" providerId="LiveId" clId="{3A7432F6-E500-4FD2-99D9-4DE488A16F80}" dt="2021-04-10T05:04:12.182" v="4197" actId="2711"/>
          <ac:spMkLst>
            <pc:docMk/>
            <pc:sldMk cId="649105063" sldId="289"/>
            <ac:spMk id="28" creationId="{0B1242CF-2FA2-47E8-99FE-05FEAD3237AD}"/>
          </ac:spMkLst>
        </pc:spChg>
        <pc:spChg chg="add mod">
          <ac:chgData name="하권" userId="546ba1eaca679e52" providerId="LiveId" clId="{3A7432F6-E500-4FD2-99D9-4DE488A16F80}" dt="2021-04-10T05:04:12.182" v="4197" actId="2711"/>
          <ac:spMkLst>
            <pc:docMk/>
            <pc:sldMk cId="649105063" sldId="289"/>
            <ac:spMk id="29" creationId="{9FBDC97A-7627-47A8-BF83-2C2BA6419830}"/>
          </ac:spMkLst>
        </pc:spChg>
        <pc:spChg chg="add mod">
          <ac:chgData name="하권" userId="546ba1eaca679e52" providerId="LiveId" clId="{3A7432F6-E500-4FD2-99D9-4DE488A16F80}" dt="2021-04-10T05:17:36.263" v="4704" actId="1076"/>
          <ac:spMkLst>
            <pc:docMk/>
            <pc:sldMk cId="649105063" sldId="289"/>
            <ac:spMk id="31" creationId="{C51B54C9-075E-4C29-B941-019C7C59A6A7}"/>
          </ac:spMkLst>
        </pc:spChg>
        <pc:spChg chg="add mod">
          <ac:chgData name="하권" userId="546ba1eaca679e52" providerId="LiveId" clId="{3A7432F6-E500-4FD2-99D9-4DE488A16F80}" dt="2021-04-10T05:17:14.367" v="4698" actId="1035"/>
          <ac:spMkLst>
            <pc:docMk/>
            <pc:sldMk cId="649105063" sldId="289"/>
            <ac:spMk id="32" creationId="{4773379A-59B8-4BF5-8E4F-C1C611F49D79}"/>
          </ac:spMkLst>
        </pc:spChg>
        <pc:spChg chg="add mod">
          <ac:chgData name="하권" userId="546ba1eaca679e52" providerId="LiveId" clId="{3A7432F6-E500-4FD2-99D9-4DE488A16F80}" dt="2021-04-10T05:17:16.104" v="4699" actId="1076"/>
          <ac:spMkLst>
            <pc:docMk/>
            <pc:sldMk cId="649105063" sldId="289"/>
            <ac:spMk id="33" creationId="{EE7DEB1C-51A5-4425-84F4-6D409EC450CE}"/>
          </ac:spMkLst>
        </pc:spChg>
        <pc:spChg chg="add mod">
          <ac:chgData name="하권" userId="546ba1eaca679e52" providerId="LiveId" clId="{3A7432F6-E500-4FD2-99D9-4DE488A16F80}" dt="2021-04-10T05:02:20.162" v="4096" actId="1038"/>
          <ac:spMkLst>
            <pc:docMk/>
            <pc:sldMk cId="649105063" sldId="289"/>
            <ac:spMk id="34" creationId="{3DA4A7CC-778E-402C-AE77-58AF9A57CEA5}"/>
          </ac:spMkLst>
        </pc:spChg>
        <pc:spChg chg="add mod">
          <ac:chgData name="하권" userId="546ba1eaca679e52" providerId="LiveId" clId="{3A7432F6-E500-4FD2-99D9-4DE488A16F80}" dt="2021-04-10T05:04:14.702" v="4198" actId="14100"/>
          <ac:spMkLst>
            <pc:docMk/>
            <pc:sldMk cId="649105063" sldId="289"/>
            <ac:spMk id="35" creationId="{8D867463-372E-48D7-BEBD-8ECFB01AFB23}"/>
          </ac:spMkLst>
        </pc:spChg>
        <pc:picChg chg="del">
          <ac:chgData name="하권" userId="546ba1eaca679e52" providerId="LiveId" clId="{3A7432F6-E500-4FD2-99D9-4DE488A16F80}" dt="2021-04-10T04:16:22.348" v="2558" actId="478"/>
          <ac:picMkLst>
            <pc:docMk/>
            <pc:sldMk cId="649105063" sldId="289"/>
            <ac:picMk id="5" creationId="{F98FDDE2-4B04-4CE1-9C91-B172F2BBCFA5}"/>
          </ac:picMkLst>
        </pc:picChg>
        <pc:picChg chg="add del mod ord modCrop">
          <ac:chgData name="하권" userId="546ba1eaca679e52" providerId="LiveId" clId="{3A7432F6-E500-4FD2-99D9-4DE488A16F80}" dt="2021-04-10T04:46:34.415" v="3688" actId="478"/>
          <ac:picMkLst>
            <pc:docMk/>
            <pc:sldMk cId="649105063" sldId="289"/>
            <ac:picMk id="6" creationId="{35775800-BE7C-4C7A-A1A4-82568DA0DF5B}"/>
          </ac:picMkLst>
        </pc:picChg>
        <pc:picChg chg="add mod ord modCrop">
          <ac:chgData name="하권" userId="546ba1eaca679e52" providerId="LiveId" clId="{3A7432F6-E500-4FD2-99D9-4DE488A16F80}" dt="2021-04-10T05:17:30.681" v="4703" actId="167"/>
          <ac:picMkLst>
            <pc:docMk/>
            <pc:sldMk cId="649105063" sldId="289"/>
            <ac:picMk id="8" creationId="{A633A1F2-5A5F-45B3-9E6F-1BFAE893DD6A}"/>
          </ac:picMkLst>
        </pc:picChg>
        <pc:picChg chg="del">
          <ac:chgData name="하권" userId="546ba1eaca679e52" providerId="LiveId" clId="{3A7432F6-E500-4FD2-99D9-4DE488A16F80}" dt="2021-04-10T04:15:49.636" v="2482" actId="478"/>
          <ac:picMkLst>
            <pc:docMk/>
            <pc:sldMk cId="649105063" sldId="289"/>
            <ac:picMk id="13" creationId="{961C5C71-71A5-4539-969B-CDDB3E08E76A}"/>
          </ac:picMkLst>
        </pc:picChg>
        <pc:picChg chg="del">
          <ac:chgData name="하권" userId="546ba1eaca679e52" providerId="LiveId" clId="{3A7432F6-E500-4FD2-99D9-4DE488A16F80}" dt="2021-04-10T04:16:25.956" v="2565" actId="478"/>
          <ac:picMkLst>
            <pc:docMk/>
            <pc:sldMk cId="649105063" sldId="289"/>
            <ac:picMk id="19" creationId="{9DDCC30C-75D3-404F-97F7-EDEFDF3980CC}"/>
          </ac:picMkLst>
        </pc:picChg>
        <pc:picChg chg="add mod">
          <ac:chgData name="하권" userId="546ba1eaca679e52" providerId="LiveId" clId="{3A7432F6-E500-4FD2-99D9-4DE488A16F80}" dt="2021-04-10T04:55:43.300" v="4027" actId="1036"/>
          <ac:picMkLst>
            <pc:docMk/>
            <pc:sldMk cId="649105063" sldId="289"/>
            <ac:picMk id="25" creationId="{1E9B98FE-A4E2-4A05-A093-E3BC9C9DC281}"/>
          </ac:picMkLst>
        </pc:picChg>
        <pc:picChg chg="add del mod modCrop">
          <ac:chgData name="하권" userId="546ba1eaca679e52" providerId="LiveId" clId="{3A7432F6-E500-4FD2-99D9-4DE488A16F80}" dt="2021-04-10T05:17:04.064" v="4684" actId="478"/>
          <ac:picMkLst>
            <pc:docMk/>
            <pc:sldMk cId="649105063" sldId="289"/>
            <ac:picMk id="30" creationId="{51A1E920-4E30-49B4-AE2A-D69C45A0CC8A}"/>
          </ac:picMkLst>
        </pc:picChg>
        <pc:picChg chg="add mod ord">
          <ac:chgData name="하권" userId="546ba1eaca679e52" providerId="LiveId" clId="{3A7432F6-E500-4FD2-99D9-4DE488A16F80}" dt="2021-04-10T05:17:25.177" v="4702" actId="208"/>
          <ac:picMkLst>
            <pc:docMk/>
            <pc:sldMk cId="649105063" sldId="289"/>
            <ac:picMk id="36" creationId="{C94466CA-A0A2-419B-B41A-635758DA245A}"/>
          </ac:picMkLst>
        </pc:picChg>
      </pc:sldChg>
      <pc:sldChg chg="modSp add mod">
        <pc:chgData name="하권" userId="546ba1eaca679e52" providerId="LiveId" clId="{3A7432F6-E500-4FD2-99D9-4DE488A16F80}" dt="2021-04-10T04:19:19.845" v="2606"/>
        <pc:sldMkLst>
          <pc:docMk/>
          <pc:sldMk cId="3494042108" sldId="290"/>
        </pc:sldMkLst>
        <pc:spChg chg="mod">
          <ac:chgData name="하권" userId="546ba1eaca679e52" providerId="LiveId" clId="{3A7432F6-E500-4FD2-99D9-4DE488A16F80}" dt="2021-04-10T04:19:19.845" v="2606"/>
          <ac:spMkLst>
            <pc:docMk/>
            <pc:sldMk cId="3494042108" sldId="290"/>
            <ac:spMk id="2" creationId="{FDD98238-20C7-4F7C-8A86-37DFF86F31E3}"/>
          </ac:spMkLst>
        </pc:spChg>
      </pc:sldChg>
      <pc:sldChg chg="addSp delSp modSp add mod">
        <pc:chgData name="하권" userId="546ba1eaca679e52" providerId="LiveId" clId="{3A7432F6-E500-4FD2-99D9-4DE488A16F80}" dt="2021-04-10T05:22:40.207" v="4737" actId="478"/>
        <pc:sldMkLst>
          <pc:docMk/>
          <pc:sldMk cId="3531291111" sldId="291"/>
        </pc:sldMkLst>
        <pc:spChg chg="mod">
          <ac:chgData name="하권" userId="546ba1eaca679e52" providerId="LiveId" clId="{3A7432F6-E500-4FD2-99D9-4DE488A16F80}" dt="2021-04-10T04:20:20.986" v="2748"/>
          <ac:spMkLst>
            <pc:docMk/>
            <pc:sldMk cId="3531291111" sldId="291"/>
            <ac:spMk id="4" creationId="{8EE63C0D-956C-4482-B84F-75A6BC3F22D9}"/>
          </ac:spMkLst>
        </pc:spChg>
        <pc:spChg chg="del">
          <ac:chgData name="하권" userId="546ba1eaca679e52" providerId="LiveId" clId="{3A7432F6-E500-4FD2-99D9-4DE488A16F80}" dt="2021-04-10T04:21:02.121" v="2749" actId="478"/>
          <ac:spMkLst>
            <pc:docMk/>
            <pc:sldMk cId="3531291111" sldId="291"/>
            <ac:spMk id="7" creationId="{7EBECDF7-958D-48E7-A1C2-83EAE4A5C02D}"/>
          </ac:spMkLst>
        </pc:spChg>
        <pc:spChg chg="del">
          <ac:chgData name="하권" userId="546ba1eaca679e52" providerId="LiveId" clId="{3A7432F6-E500-4FD2-99D9-4DE488A16F80}" dt="2021-04-10T04:21:02.121" v="2749" actId="478"/>
          <ac:spMkLst>
            <pc:docMk/>
            <pc:sldMk cId="3531291111" sldId="291"/>
            <ac:spMk id="8" creationId="{EBA4B6FB-C8E8-4246-9259-2E240CFF3918}"/>
          </ac:spMkLst>
        </pc:spChg>
        <pc:spChg chg="del">
          <ac:chgData name="하권" userId="546ba1eaca679e52" providerId="LiveId" clId="{3A7432F6-E500-4FD2-99D9-4DE488A16F80}" dt="2021-04-10T04:21:02.121" v="2749" actId="478"/>
          <ac:spMkLst>
            <pc:docMk/>
            <pc:sldMk cId="3531291111" sldId="291"/>
            <ac:spMk id="9" creationId="{7EC91306-ED26-4CF8-BC81-01BA39F1FB41}"/>
          </ac:spMkLst>
        </pc:spChg>
        <pc:spChg chg="add mod">
          <ac:chgData name="하권" userId="546ba1eaca679e52" providerId="LiveId" clId="{3A7432F6-E500-4FD2-99D9-4DE488A16F80}" dt="2021-04-10T04:30:46.064" v="2931" actId="1038"/>
          <ac:spMkLst>
            <pc:docMk/>
            <pc:sldMk cId="3531291111" sldId="291"/>
            <ac:spMk id="12" creationId="{7FD7B167-8FBE-409A-81FE-52ECB805F1E9}"/>
          </ac:spMkLst>
        </pc:spChg>
        <pc:spChg chg="add del mod">
          <ac:chgData name="하권" userId="546ba1eaca679e52" providerId="LiveId" clId="{3A7432F6-E500-4FD2-99D9-4DE488A16F80}" dt="2021-04-10T05:22:36.958" v="4736" actId="478"/>
          <ac:spMkLst>
            <pc:docMk/>
            <pc:sldMk cId="3531291111" sldId="291"/>
            <ac:spMk id="13" creationId="{D4F235C4-C798-4AEE-B14E-9988CE8DDBCE}"/>
          </ac:spMkLst>
        </pc:spChg>
        <pc:spChg chg="add mod">
          <ac:chgData name="하권" userId="546ba1eaca679e52" providerId="LiveId" clId="{3A7432F6-E500-4FD2-99D9-4DE488A16F80}" dt="2021-04-10T05:10:06.362" v="4325" actId="1036"/>
          <ac:spMkLst>
            <pc:docMk/>
            <pc:sldMk cId="3531291111" sldId="291"/>
            <ac:spMk id="16" creationId="{ECF6185D-C669-4D39-9929-6DD7F1C7FB50}"/>
          </ac:spMkLst>
        </pc:spChg>
        <pc:spChg chg="add mod">
          <ac:chgData name="하권" userId="546ba1eaca679e52" providerId="LiveId" clId="{3A7432F6-E500-4FD2-99D9-4DE488A16F80}" dt="2021-04-10T04:30:42.249" v="2926" actId="1038"/>
          <ac:spMkLst>
            <pc:docMk/>
            <pc:sldMk cId="3531291111" sldId="291"/>
            <ac:spMk id="18" creationId="{53D7ABBF-6E66-4D3D-8F73-20A340DACBB0}"/>
          </ac:spMkLst>
        </pc:spChg>
        <pc:spChg chg="add mod">
          <ac:chgData name="하권" userId="546ba1eaca679e52" providerId="LiveId" clId="{3A7432F6-E500-4FD2-99D9-4DE488A16F80}" dt="2021-04-10T04:31:14.552" v="2940" actId="14100"/>
          <ac:spMkLst>
            <pc:docMk/>
            <pc:sldMk cId="3531291111" sldId="291"/>
            <ac:spMk id="19" creationId="{9314F9C6-4E45-40E5-BC3A-FFDFC232EC3F}"/>
          </ac:spMkLst>
        </pc:spChg>
        <pc:spChg chg="add del mod">
          <ac:chgData name="하권" userId="546ba1eaca679e52" providerId="LiveId" clId="{3A7432F6-E500-4FD2-99D9-4DE488A16F80}" dt="2021-04-10T04:31:16.649" v="2941" actId="478"/>
          <ac:spMkLst>
            <pc:docMk/>
            <pc:sldMk cId="3531291111" sldId="291"/>
            <ac:spMk id="21" creationId="{68436539-552F-4FC3-8AE0-FA1778922649}"/>
          </ac:spMkLst>
        </pc:spChg>
        <pc:spChg chg="add mod">
          <ac:chgData name="하권" userId="546ba1eaca679e52" providerId="LiveId" clId="{3A7432F6-E500-4FD2-99D9-4DE488A16F80}" dt="2021-04-10T04:30:27.259" v="2918" actId="1076"/>
          <ac:spMkLst>
            <pc:docMk/>
            <pc:sldMk cId="3531291111" sldId="291"/>
            <ac:spMk id="22" creationId="{52EE3DF2-3733-4C76-90E1-C34FF4EB5EA1}"/>
          </ac:spMkLst>
        </pc:spChg>
        <pc:spChg chg="add mod">
          <ac:chgData name="하권" userId="546ba1eaca679e52" providerId="LiveId" clId="{3A7432F6-E500-4FD2-99D9-4DE488A16F80}" dt="2021-04-10T04:30:29.304" v="2920" actId="1076"/>
          <ac:spMkLst>
            <pc:docMk/>
            <pc:sldMk cId="3531291111" sldId="291"/>
            <ac:spMk id="23" creationId="{8A59475D-ED4B-4E92-9D12-68E920478A1C}"/>
          </ac:spMkLst>
        </pc:spChg>
        <pc:spChg chg="add mod">
          <ac:chgData name="하권" userId="546ba1eaca679e52" providerId="LiveId" clId="{3A7432F6-E500-4FD2-99D9-4DE488A16F80}" dt="2021-04-10T04:30:32.483" v="2922" actId="1076"/>
          <ac:spMkLst>
            <pc:docMk/>
            <pc:sldMk cId="3531291111" sldId="291"/>
            <ac:spMk id="24" creationId="{63879557-C948-4B7C-A859-557B912E3614}"/>
          </ac:spMkLst>
        </pc:spChg>
        <pc:spChg chg="add mod">
          <ac:chgData name="하권" userId="546ba1eaca679e52" providerId="LiveId" clId="{3A7432F6-E500-4FD2-99D9-4DE488A16F80}" dt="2021-04-10T05:10:11.130" v="4327" actId="1037"/>
          <ac:spMkLst>
            <pc:docMk/>
            <pc:sldMk cId="3531291111" sldId="291"/>
            <ac:spMk id="25" creationId="{DF2BED89-FFAF-4DBA-8B3E-153DF22BC067}"/>
          </ac:spMkLst>
        </pc:spChg>
        <pc:spChg chg="add mod">
          <ac:chgData name="하권" userId="546ba1eaca679e52" providerId="LiveId" clId="{3A7432F6-E500-4FD2-99D9-4DE488A16F80}" dt="2021-04-10T04:31:25.449" v="2945" actId="1076"/>
          <ac:spMkLst>
            <pc:docMk/>
            <pc:sldMk cId="3531291111" sldId="291"/>
            <ac:spMk id="26" creationId="{B88A7C7F-747A-486A-90E0-FB298C08A669}"/>
          </ac:spMkLst>
        </pc:spChg>
        <pc:spChg chg="add del mod">
          <ac:chgData name="하권" userId="546ba1eaca679e52" providerId="LiveId" clId="{3A7432F6-E500-4FD2-99D9-4DE488A16F80}" dt="2021-04-10T05:22:40.207" v="4737" actId="478"/>
          <ac:spMkLst>
            <pc:docMk/>
            <pc:sldMk cId="3531291111" sldId="291"/>
            <ac:spMk id="28" creationId="{6E9F7D42-9BD4-40C9-8BEF-60B90C68F113}"/>
          </ac:spMkLst>
        </pc:spChg>
        <pc:spChg chg="add mod">
          <ac:chgData name="하권" userId="546ba1eaca679e52" providerId="LiveId" clId="{3A7432F6-E500-4FD2-99D9-4DE488A16F80}" dt="2021-04-10T04:32:57.329" v="3018" actId="1076"/>
          <ac:spMkLst>
            <pc:docMk/>
            <pc:sldMk cId="3531291111" sldId="291"/>
            <ac:spMk id="29" creationId="{5DFEBD94-B92B-42A9-B079-865C9B04BC88}"/>
          </ac:spMkLst>
        </pc:spChg>
        <pc:spChg chg="add mod">
          <ac:chgData name="하권" userId="546ba1eaca679e52" providerId="LiveId" clId="{3A7432F6-E500-4FD2-99D9-4DE488A16F80}" dt="2021-04-10T04:32:57.329" v="3018" actId="1076"/>
          <ac:spMkLst>
            <pc:docMk/>
            <pc:sldMk cId="3531291111" sldId="291"/>
            <ac:spMk id="31" creationId="{E18FD53A-5CB8-4C0A-800D-3C40EFA1432B}"/>
          </ac:spMkLst>
        </pc:spChg>
        <pc:spChg chg="add mod">
          <ac:chgData name="하권" userId="546ba1eaca679e52" providerId="LiveId" clId="{3A7432F6-E500-4FD2-99D9-4DE488A16F80}" dt="2021-04-10T04:32:57.329" v="3018" actId="1076"/>
          <ac:spMkLst>
            <pc:docMk/>
            <pc:sldMk cId="3531291111" sldId="291"/>
            <ac:spMk id="32" creationId="{93090C0C-1416-4D41-ABBF-9AFF4F04B788}"/>
          </ac:spMkLst>
        </pc:spChg>
        <pc:spChg chg="add mod">
          <ac:chgData name="하권" userId="546ba1eaca679e52" providerId="LiveId" clId="{3A7432F6-E500-4FD2-99D9-4DE488A16F80}" dt="2021-04-10T04:33:15.977" v="3031" actId="1035"/>
          <ac:spMkLst>
            <pc:docMk/>
            <pc:sldMk cId="3531291111" sldId="291"/>
            <ac:spMk id="33" creationId="{A3B5FCC4-8128-4F55-845A-C6512369F6F8}"/>
          </ac:spMkLst>
        </pc:spChg>
        <pc:spChg chg="add mod">
          <ac:chgData name="하권" userId="546ba1eaca679e52" providerId="LiveId" clId="{3A7432F6-E500-4FD2-99D9-4DE488A16F80}" dt="2021-04-10T04:33:22.089" v="3033" actId="1076"/>
          <ac:spMkLst>
            <pc:docMk/>
            <pc:sldMk cId="3531291111" sldId="291"/>
            <ac:spMk id="34" creationId="{B2B0D3A9-364B-4B59-B0FF-A48CBFAB2182}"/>
          </ac:spMkLst>
        </pc:spChg>
        <pc:graphicFrameChg chg="del">
          <ac:chgData name="하권" userId="546ba1eaca679e52" providerId="LiveId" clId="{3A7432F6-E500-4FD2-99D9-4DE488A16F80}" dt="2021-04-10T04:21:02.121" v="2749" actId="478"/>
          <ac:graphicFrameMkLst>
            <pc:docMk/>
            <pc:sldMk cId="3531291111" sldId="291"/>
            <ac:graphicFrameMk id="6" creationId="{FAC56236-2B39-4C30-BBF8-2C53C9A138B5}"/>
          </ac:graphicFrameMkLst>
        </pc:graphicFrameChg>
        <pc:graphicFrameChg chg="del">
          <ac:chgData name="하권" userId="546ba1eaca679e52" providerId="LiveId" clId="{3A7432F6-E500-4FD2-99D9-4DE488A16F80}" dt="2021-04-10T04:21:02.121" v="2749" actId="478"/>
          <ac:graphicFrameMkLst>
            <pc:docMk/>
            <pc:sldMk cId="3531291111" sldId="291"/>
            <ac:graphicFrameMk id="10" creationId="{8532F7D8-C45B-41F2-B8FF-F73A1673AA48}"/>
          </ac:graphicFrameMkLst>
        </pc:graphicFrameChg>
        <pc:graphicFrameChg chg="add mod ord modGraphic">
          <ac:chgData name="하권" userId="546ba1eaca679e52" providerId="LiveId" clId="{3A7432F6-E500-4FD2-99D9-4DE488A16F80}" dt="2021-04-10T05:09:43.347" v="4324" actId="20577"/>
          <ac:graphicFrameMkLst>
            <pc:docMk/>
            <pc:sldMk cId="3531291111" sldId="291"/>
            <ac:graphicFrameMk id="14" creationId="{C51F2A28-833F-4E13-BE8E-8AE3E0EDE67A}"/>
          </ac:graphicFrameMkLst>
        </pc:graphicFrameChg>
        <pc:picChg chg="del">
          <ac:chgData name="하권" userId="546ba1eaca679e52" providerId="LiveId" clId="{3A7432F6-E500-4FD2-99D9-4DE488A16F80}" dt="2021-04-10T04:21:02.121" v="2749" actId="478"/>
          <ac:picMkLst>
            <pc:docMk/>
            <pc:sldMk cId="3531291111" sldId="291"/>
            <ac:picMk id="5" creationId="{D95506AC-A1A1-4668-AF3A-13B9D1916F8A}"/>
          </ac:picMkLst>
        </pc:picChg>
        <pc:picChg chg="add mod modCrop">
          <ac:chgData name="하권" userId="546ba1eaca679e52" providerId="LiveId" clId="{3A7432F6-E500-4FD2-99D9-4DE488A16F80}" dt="2021-04-10T04:34:54.330" v="3097" actId="2085"/>
          <ac:picMkLst>
            <pc:docMk/>
            <pc:sldMk cId="3531291111" sldId="291"/>
            <ac:picMk id="11" creationId="{618F3DD8-EFEB-4877-85AF-4D2786B42637}"/>
          </ac:picMkLst>
        </pc:picChg>
        <pc:picChg chg="add mod modCrop">
          <ac:chgData name="하권" userId="546ba1eaca679e52" providerId="LiveId" clId="{3A7432F6-E500-4FD2-99D9-4DE488A16F80}" dt="2021-04-10T04:34:54.330" v="3097" actId="2085"/>
          <ac:picMkLst>
            <pc:docMk/>
            <pc:sldMk cId="3531291111" sldId="291"/>
            <ac:picMk id="15" creationId="{C7FE18C1-400C-41E4-9ADB-236A625BCAC4}"/>
          </ac:picMkLst>
        </pc:picChg>
        <pc:picChg chg="add mod">
          <ac:chgData name="하권" userId="546ba1eaca679e52" providerId="LiveId" clId="{3A7432F6-E500-4FD2-99D9-4DE488A16F80}" dt="2021-04-10T04:34:54.330" v="3097" actId="2085"/>
          <ac:picMkLst>
            <pc:docMk/>
            <pc:sldMk cId="3531291111" sldId="291"/>
            <ac:picMk id="17" creationId="{408A88D7-1F43-4681-A781-3CCDDE52DAA8}"/>
          </ac:picMkLst>
        </pc:picChg>
        <pc:picChg chg="add mod">
          <ac:chgData name="하권" userId="546ba1eaca679e52" providerId="LiveId" clId="{3A7432F6-E500-4FD2-99D9-4DE488A16F80}" dt="2021-04-10T04:34:54.330" v="3097" actId="2085"/>
          <ac:picMkLst>
            <pc:docMk/>
            <pc:sldMk cId="3531291111" sldId="291"/>
            <ac:picMk id="20" creationId="{F5B0ED55-F875-45BD-AFF3-2B9738F2CBF7}"/>
          </ac:picMkLst>
        </pc:picChg>
        <pc:picChg chg="add mod">
          <ac:chgData name="하권" userId="546ba1eaca679e52" providerId="LiveId" clId="{3A7432F6-E500-4FD2-99D9-4DE488A16F80}" dt="2021-04-10T04:34:54.330" v="3097" actId="2085"/>
          <ac:picMkLst>
            <pc:docMk/>
            <pc:sldMk cId="3531291111" sldId="291"/>
            <ac:picMk id="27" creationId="{349F9398-64F7-466D-8687-3EA0817259B0}"/>
          </ac:picMkLst>
        </pc:picChg>
        <pc:picChg chg="add mod">
          <ac:chgData name="하권" userId="546ba1eaca679e52" providerId="LiveId" clId="{3A7432F6-E500-4FD2-99D9-4DE488A16F80}" dt="2021-04-10T04:34:54.330" v="3097" actId="2085"/>
          <ac:picMkLst>
            <pc:docMk/>
            <pc:sldMk cId="3531291111" sldId="291"/>
            <ac:picMk id="30" creationId="{4461A98A-375C-4EE0-8AEE-6FE77FC07773}"/>
          </ac:picMkLst>
        </pc:picChg>
      </pc:sldChg>
      <pc:sldChg chg="addSp delSp modSp add del mod">
        <pc:chgData name="하권" userId="546ba1eaca679e52" providerId="LiveId" clId="{3A7432F6-E500-4FD2-99D9-4DE488A16F80}" dt="2021-04-10T04:40:17.130" v="3237" actId="47"/>
        <pc:sldMkLst>
          <pc:docMk/>
          <pc:sldMk cId="3958567191" sldId="292"/>
        </pc:sldMkLst>
        <pc:spChg chg="mod">
          <ac:chgData name="하권" userId="546ba1eaca679e52" providerId="LiveId" clId="{3A7432F6-E500-4FD2-99D9-4DE488A16F80}" dt="2021-04-10T04:37:25.303" v="3186" actId="20577"/>
          <ac:spMkLst>
            <pc:docMk/>
            <pc:sldMk cId="3958567191" sldId="292"/>
            <ac:spMk id="3" creationId="{58C784A5-6695-45D3-A855-5CEE54C8D718}"/>
          </ac:spMkLst>
        </pc:spChg>
        <pc:picChg chg="add mod">
          <ac:chgData name="하권" userId="546ba1eaca679e52" providerId="LiveId" clId="{3A7432F6-E500-4FD2-99D9-4DE488A16F80}" dt="2021-04-10T04:37:21.983" v="3177" actId="1076"/>
          <ac:picMkLst>
            <pc:docMk/>
            <pc:sldMk cId="3958567191" sldId="292"/>
            <ac:picMk id="5" creationId="{3DB0F2DC-2A16-4EFA-86F8-18FEE58230E1}"/>
          </ac:picMkLst>
        </pc:picChg>
        <pc:picChg chg="del mod">
          <ac:chgData name="하권" userId="546ba1eaca679e52" providerId="LiveId" clId="{3A7432F6-E500-4FD2-99D9-4DE488A16F80}" dt="2021-04-10T04:37:53.047" v="3188" actId="478"/>
          <ac:picMkLst>
            <pc:docMk/>
            <pc:sldMk cId="3958567191" sldId="292"/>
            <ac:picMk id="6" creationId="{35775800-BE7C-4C7A-A1A4-82568DA0DF5B}"/>
          </ac:picMkLst>
        </pc:picChg>
        <pc:picChg chg="add del mod">
          <ac:chgData name="하권" userId="546ba1eaca679e52" providerId="LiveId" clId="{3A7432F6-E500-4FD2-99D9-4DE488A16F80}" dt="2021-04-10T04:39:30.742" v="3225" actId="21"/>
          <ac:picMkLst>
            <pc:docMk/>
            <pc:sldMk cId="3958567191" sldId="292"/>
            <ac:picMk id="8" creationId="{2A74AAC3-1A23-4D0C-A4CE-65D5D6B01CE7}"/>
          </ac:picMkLst>
        </pc:picChg>
        <pc:picChg chg="add mod">
          <ac:chgData name="하권" userId="546ba1eaca679e52" providerId="LiveId" clId="{3A7432F6-E500-4FD2-99D9-4DE488A16F80}" dt="2021-04-10T04:38:24.599" v="3192" actId="1076"/>
          <ac:picMkLst>
            <pc:docMk/>
            <pc:sldMk cId="3958567191" sldId="292"/>
            <ac:picMk id="10" creationId="{D9EFADC1-DC60-462E-B10D-A308E3449DEC}"/>
          </ac:picMkLst>
        </pc:picChg>
      </pc:sldChg>
      <pc:sldChg chg="addSp delSp modSp add mod">
        <pc:chgData name="하권" userId="546ba1eaca679e52" providerId="LiveId" clId="{3A7432F6-E500-4FD2-99D9-4DE488A16F80}" dt="2021-04-10T11:23:13.611" v="7697" actId="255"/>
        <pc:sldMkLst>
          <pc:docMk/>
          <pc:sldMk cId="4256213429" sldId="293"/>
        </pc:sldMkLst>
        <pc:spChg chg="mod">
          <ac:chgData name="하권" userId="546ba1eaca679e52" providerId="LiveId" clId="{3A7432F6-E500-4FD2-99D9-4DE488A16F80}" dt="2021-04-10T11:23:13.611" v="7697" actId="255"/>
          <ac:spMkLst>
            <pc:docMk/>
            <pc:sldMk cId="4256213429" sldId="293"/>
            <ac:spMk id="3" creationId="{58C784A5-6695-45D3-A855-5CEE54C8D718}"/>
          </ac:spMkLst>
        </pc:spChg>
        <pc:spChg chg="mod">
          <ac:chgData name="하권" userId="546ba1eaca679e52" providerId="LiveId" clId="{3A7432F6-E500-4FD2-99D9-4DE488A16F80}" dt="2021-04-10T04:39:56.159" v="3234" actId="1076"/>
          <ac:spMkLst>
            <pc:docMk/>
            <pc:sldMk cId="4256213429" sldId="293"/>
            <ac:spMk id="7" creationId="{5D645BE6-658F-4C60-9E8A-7159720C1443}"/>
          </ac:spMkLst>
        </pc:spChg>
        <pc:spChg chg="mod">
          <ac:chgData name="하권" userId="546ba1eaca679e52" providerId="LiveId" clId="{3A7432F6-E500-4FD2-99D9-4DE488A16F80}" dt="2021-04-10T05:04:23.993" v="4200" actId="2711"/>
          <ac:spMkLst>
            <pc:docMk/>
            <pc:sldMk cId="4256213429" sldId="293"/>
            <ac:spMk id="8" creationId="{57573FC8-07C6-4DF9-88E2-F33691925E66}"/>
          </ac:spMkLst>
        </pc:spChg>
        <pc:spChg chg="del mod ord">
          <ac:chgData name="하권" userId="546ba1eaca679e52" providerId="LiveId" clId="{3A7432F6-E500-4FD2-99D9-4DE488A16F80}" dt="2021-04-10T05:18:25.687" v="4716" actId="478"/>
          <ac:spMkLst>
            <pc:docMk/>
            <pc:sldMk cId="4256213429" sldId="293"/>
            <ac:spMk id="11" creationId="{3F72F2DE-3386-44F2-B5AF-C2B4AF02F467}"/>
          </ac:spMkLst>
        </pc:spChg>
        <pc:spChg chg="mod">
          <ac:chgData name="하권" userId="546ba1eaca679e52" providerId="LiveId" clId="{3A7432F6-E500-4FD2-99D9-4DE488A16F80}" dt="2021-04-10T05:04:23.993" v="4200" actId="2711"/>
          <ac:spMkLst>
            <pc:docMk/>
            <pc:sldMk cId="4256213429" sldId="293"/>
            <ac:spMk id="20" creationId="{7D61DA25-1E5F-4BF9-B7E0-672D500A807C}"/>
          </ac:spMkLst>
        </pc:spChg>
        <pc:picChg chg="del">
          <ac:chgData name="하권" userId="546ba1eaca679e52" providerId="LiveId" clId="{3A7432F6-E500-4FD2-99D9-4DE488A16F80}" dt="2021-04-10T04:39:06.809" v="3206" actId="478"/>
          <ac:picMkLst>
            <pc:docMk/>
            <pc:sldMk cId="4256213429" sldId="293"/>
            <ac:picMk id="5" creationId="{7F9702DC-5F7D-4AC0-B54E-5EB8DC8ADCC6}"/>
          </ac:picMkLst>
        </pc:picChg>
        <pc:picChg chg="del">
          <ac:chgData name="하권" userId="546ba1eaca679e52" providerId="LiveId" clId="{3A7432F6-E500-4FD2-99D9-4DE488A16F80}" dt="2021-04-10T04:39:50.136" v="3230" actId="478"/>
          <ac:picMkLst>
            <pc:docMk/>
            <pc:sldMk cId="4256213429" sldId="293"/>
            <ac:picMk id="6" creationId="{FD67FEAC-1269-4DEB-96B0-248AEDBAEC25}"/>
          </ac:picMkLst>
        </pc:picChg>
        <pc:picChg chg="del">
          <ac:chgData name="하권" userId="546ba1eaca679e52" providerId="LiveId" clId="{3A7432F6-E500-4FD2-99D9-4DE488A16F80}" dt="2021-04-10T04:39:28.863" v="3224" actId="478"/>
          <ac:picMkLst>
            <pc:docMk/>
            <pc:sldMk cId="4256213429" sldId="293"/>
            <ac:picMk id="10" creationId="{B6F87C24-CB69-42AA-9D4F-2B53921522C0}"/>
          </ac:picMkLst>
        </pc:picChg>
        <pc:picChg chg="add del mod ord">
          <ac:chgData name="하권" userId="546ba1eaca679e52" providerId="LiveId" clId="{3A7432F6-E500-4FD2-99D9-4DE488A16F80}" dt="2021-04-10T04:59:51.162" v="4043" actId="478"/>
          <ac:picMkLst>
            <pc:docMk/>
            <pc:sldMk cId="4256213429" sldId="293"/>
            <ac:picMk id="12" creationId="{30BE1CBF-E976-4798-89EA-A1D8DE392BA7}"/>
          </ac:picMkLst>
        </pc:picChg>
        <pc:picChg chg="add del mod ord">
          <ac:chgData name="하권" userId="546ba1eaca679e52" providerId="LiveId" clId="{3A7432F6-E500-4FD2-99D9-4DE488A16F80}" dt="2021-04-10T04:46:31.583" v="3687" actId="478"/>
          <ac:picMkLst>
            <pc:docMk/>
            <pc:sldMk cId="4256213429" sldId="293"/>
            <ac:picMk id="14" creationId="{F3993529-4E2F-4A5A-9784-5893BF753550}"/>
          </ac:picMkLst>
        </pc:picChg>
        <pc:picChg chg="add mod ord">
          <ac:chgData name="하권" userId="546ba1eaca679e52" providerId="LiveId" clId="{3A7432F6-E500-4FD2-99D9-4DE488A16F80}" dt="2021-04-10T05:19:26.562" v="4726" actId="1582"/>
          <ac:picMkLst>
            <pc:docMk/>
            <pc:sldMk cId="4256213429" sldId="293"/>
            <ac:picMk id="15" creationId="{B3FE730B-D288-441A-9025-3C91F5A5142D}"/>
          </ac:picMkLst>
        </pc:picChg>
        <pc:picChg chg="add mod ord">
          <ac:chgData name="하권" userId="546ba1eaca679e52" providerId="LiveId" clId="{3A7432F6-E500-4FD2-99D9-4DE488A16F80}" dt="2021-04-10T05:18:17.931" v="4712" actId="167"/>
          <ac:picMkLst>
            <pc:docMk/>
            <pc:sldMk cId="4256213429" sldId="293"/>
            <ac:picMk id="16" creationId="{A54D1F61-17C8-418B-8642-A72C80166E48}"/>
          </ac:picMkLst>
        </pc:picChg>
        <pc:picChg chg="add mod ord">
          <ac:chgData name="하권" userId="546ba1eaca679e52" providerId="LiveId" clId="{3A7432F6-E500-4FD2-99D9-4DE488A16F80}" dt="2021-04-10T05:18:18.171" v="4713" actId="167"/>
          <ac:picMkLst>
            <pc:docMk/>
            <pc:sldMk cId="4256213429" sldId="293"/>
            <ac:picMk id="19" creationId="{1BC66D2F-57A9-4931-B633-2F0B028C9223}"/>
          </ac:picMkLst>
        </pc:picChg>
        <pc:cxnChg chg="mod">
          <ac:chgData name="하권" userId="546ba1eaca679e52" providerId="LiveId" clId="{3A7432F6-E500-4FD2-99D9-4DE488A16F80}" dt="2021-04-10T05:18:25.687" v="4716" actId="478"/>
          <ac:cxnSpMkLst>
            <pc:docMk/>
            <pc:sldMk cId="4256213429" sldId="293"/>
            <ac:cxnSpMk id="13" creationId="{606F1D01-9298-4897-8EBD-3E89B91A14BE}"/>
          </ac:cxnSpMkLst>
        </pc:cxnChg>
        <pc:cxnChg chg="mod">
          <ac:chgData name="하권" userId="546ba1eaca679e52" providerId="LiveId" clId="{3A7432F6-E500-4FD2-99D9-4DE488A16F80}" dt="2021-04-10T05:00:20.732" v="4056" actId="1076"/>
          <ac:cxnSpMkLst>
            <pc:docMk/>
            <pc:sldMk cId="4256213429" sldId="293"/>
            <ac:cxnSpMk id="18" creationId="{B231C1E2-B9FF-4BBA-BB55-191EA573399D}"/>
          </ac:cxnSpMkLst>
        </pc:cxnChg>
      </pc:sldChg>
      <pc:sldChg chg="addSp delSp modSp add mod">
        <pc:chgData name="하권" userId="546ba1eaca679e52" providerId="LiveId" clId="{3A7432F6-E500-4FD2-99D9-4DE488A16F80}" dt="2021-04-10T11:23:19.138" v="7698"/>
        <pc:sldMkLst>
          <pc:docMk/>
          <pc:sldMk cId="3559084155" sldId="294"/>
        </pc:sldMkLst>
        <pc:spChg chg="mod">
          <ac:chgData name="하권" userId="546ba1eaca679e52" providerId="LiveId" clId="{3A7432F6-E500-4FD2-99D9-4DE488A16F80}" dt="2021-04-10T11:23:19.138" v="7698"/>
          <ac:spMkLst>
            <pc:docMk/>
            <pc:sldMk cId="3559084155" sldId="294"/>
            <ac:spMk id="3" creationId="{58C784A5-6695-45D3-A855-5CEE54C8D718}"/>
          </ac:spMkLst>
        </pc:spChg>
        <pc:spChg chg="del mod">
          <ac:chgData name="하권" userId="546ba1eaca679e52" providerId="LiveId" clId="{3A7432F6-E500-4FD2-99D9-4DE488A16F80}" dt="2021-04-10T05:19:29.048" v="4727" actId="478"/>
          <ac:spMkLst>
            <pc:docMk/>
            <pc:sldMk cId="3559084155" sldId="294"/>
            <ac:spMk id="11" creationId="{3F72F2DE-3386-44F2-B5AF-C2B4AF02F467}"/>
          </ac:spMkLst>
        </pc:spChg>
        <pc:spChg chg="del">
          <ac:chgData name="하권" userId="546ba1eaca679e52" providerId="LiveId" clId="{3A7432F6-E500-4FD2-99D9-4DE488A16F80}" dt="2021-04-10T04:41:34.834" v="3308" actId="478"/>
          <ac:spMkLst>
            <pc:docMk/>
            <pc:sldMk cId="3559084155" sldId="294"/>
            <ac:spMk id="19" creationId="{2DE96783-AB3F-474C-BA40-969BC1AF197E}"/>
          </ac:spMkLst>
        </pc:spChg>
        <pc:spChg chg="add mod">
          <ac:chgData name="하권" userId="546ba1eaca679e52" providerId="LiveId" clId="{3A7432F6-E500-4FD2-99D9-4DE488A16F80}" dt="2021-04-10T05:06:35.633" v="4279" actId="14100"/>
          <ac:spMkLst>
            <pc:docMk/>
            <pc:sldMk cId="3559084155" sldId="294"/>
            <ac:spMk id="22" creationId="{4FF9E275-8922-40D7-9DF7-DE705E42FF29}"/>
          </ac:spMkLst>
        </pc:spChg>
        <pc:spChg chg="add mod">
          <ac:chgData name="하권" userId="546ba1eaca679e52" providerId="LiveId" clId="{3A7432F6-E500-4FD2-99D9-4DE488A16F80}" dt="2021-04-10T05:06:34.265" v="4278" actId="14100"/>
          <ac:spMkLst>
            <pc:docMk/>
            <pc:sldMk cId="3559084155" sldId="294"/>
            <ac:spMk id="23" creationId="{014BEA49-5E9D-484C-9CEE-DC90CC9B10C6}"/>
          </ac:spMkLst>
        </pc:spChg>
        <pc:picChg chg="add mod ord">
          <ac:chgData name="하권" userId="546ba1eaca679e52" providerId="LiveId" clId="{3A7432F6-E500-4FD2-99D9-4DE488A16F80}" dt="2021-04-10T05:19:35.903" v="4729" actId="208"/>
          <ac:picMkLst>
            <pc:docMk/>
            <pc:sldMk cId="3559084155" sldId="294"/>
            <ac:picMk id="5" creationId="{FD445168-2214-474D-9572-7B1CBD718B86}"/>
          </ac:picMkLst>
        </pc:picChg>
        <pc:picChg chg="add del mod ord">
          <ac:chgData name="하권" userId="546ba1eaca679e52" providerId="LiveId" clId="{3A7432F6-E500-4FD2-99D9-4DE488A16F80}" dt="2021-04-10T04:46:29.470" v="3686" actId="478"/>
          <ac:picMkLst>
            <pc:docMk/>
            <pc:sldMk cId="3559084155" sldId="294"/>
            <ac:picMk id="7" creationId="{38DD25C3-229F-43F7-BAC7-37CB836760E3}"/>
          </ac:picMkLst>
        </pc:picChg>
        <pc:picChg chg="add del mod ord">
          <ac:chgData name="하권" userId="546ba1eaca679e52" providerId="LiveId" clId="{3A7432F6-E500-4FD2-99D9-4DE488A16F80}" dt="2021-04-10T05:00:37.771" v="4060" actId="478"/>
          <ac:picMkLst>
            <pc:docMk/>
            <pc:sldMk cId="3559084155" sldId="294"/>
            <ac:picMk id="10" creationId="{C4BFF61B-171C-4F41-ACE6-7DB1EF1B5EB1}"/>
          </ac:picMkLst>
        </pc:picChg>
        <pc:picChg chg="add mod ord">
          <ac:chgData name="하권" userId="546ba1eaca679e52" providerId="LiveId" clId="{3A7432F6-E500-4FD2-99D9-4DE488A16F80}" dt="2021-04-10T05:07:08.804" v="4303" actId="1035"/>
          <ac:picMkLst>
            <pc:docMk/>
            <pc:sldMk cId="3559084155" sldId="294"/>
            <ac:picMk id="13" creationId="{86C2F7ED-5B46-4947-A415-B2CE38523C34}"/>
          </ac:picMkLst>
        </pc:picChg>
        <pc:picChg chg="del">
          <ac:chgData name="하권" userId="546ba1eaca679e52" providerId="LiveId" clId="{3A7432F6-E500-4FD2-99D9-4DE488A16F80}" dt="2021-04-10T04:40:41.735" v="3239" actId="478"/>
          <ac:picMkLst>
            <pc:docMk/>
            <pc:sldMk cId="3559084155" sldId="294"/>
            <ac:picMk id="21" creationId="{195DDE33-4698-4F0E-A61F-89219C4A3F0E}"/>
          </ac:picMkLst>
        </pc:picChg>
        <pc:picChg chg="del">
          <ac:chgData name="하권" userId="546ba1eaca679e52" providerId="LiveId" clId="{3A7432F6-E500-4FD2-99D9-4DE488A16F80}" dt="2021-04-10T04:40:57.662" v="3243" actId="478"/>
          <ac:picMkLst>
            <pc:docMk/>
            <pc:sldMk cId="3559084155" sldId="294"/>
            <ac:picMk id="25" creationId="{FA9E4585-8DB2-4B4E-A41D-AA8654052A33}"/>
          </ac:picMkLst>
        </pc:picChg>
        <pc:cxnChg chg="del mod">
          <ac:chgData name="하권" userId="546ba1eaca679e52" providerId="LiveId" clId="{3A7432F6-E500-4FD2-99D9-4DE488A16F80}" dt="2021-04-10T05:05:43.666" v="4213" actId="478"/>
          <ac:cxnSpMkLst>
            <pc:docMk/>
            <pc:sldMk cId="3559084155" sldId="294"/>
            <ac:cxnSpMk id="16" creationId="{00C11EE3-126C-49DF-94A5-BFC773B998F6}"/>
          </ac:cxnSpMkLst>
        </pc:cxnChg>
        <pc:cxnChg chg="mod">
          <ac:chgData name="하권" userId="546ba1eaca679e52" providerId="LiveId" clId="{3A7432F6-E500-4FD2-99D9-4DE488A16F80}" dt="2021-04-10T05:05:52.762" v="4224" actId="1036"/>
          <ac:cxnSpMkLst>
            <pc:docMk/>
            <pc:sldMk cId="3559084155" sldId="294"/>
            <ac:cxnSpMk id="18" creationId="{B231C1E2-B9FF-4BBA-BB55-191EA573399D}"/>
          </ac:cxnSpMkLst>
        </pc:cxnChg>
      </pc:sldChg>
      <pc:sldChg chg="addSp delSp modSp add mod">
        <pc:chgData name="하권" userId="546ba1eaca679e52" providerId="LiveId" clId="{3A7432F6-E500-4FD2-99D9-4DE488A16F80}" dt="2021-04-10T11:23:22.081" v="7699"/>
        <pc:sldMkLst>
          <pc:docMk/>
          <pc:sldMk cId="3529811412" sldId="295"/>
        </pc:sldMkLst>
        <pc:spChg chg="mod">
          <ac:chgData name="하권" userId="546ba1eaca679e52" providerId="LiveId" clId="{3A7432F6-E500-4FD2-99D9-4DE488A16F80}" dt="2021-04-10T11:23:22.081" v="7699"/>
          <ac:spMkLst>
            <pc:docMk/>
            <pc:sldMk cId="3529811412" sldId="295"/>
            <ac:spMk id="3" creationId="{58C784A5-6695-45D3-A855-5CEE54C8D718}"/>
          </ac:spMkLst>
        </pc:spChg>
        <pc:spChg chg="del mod">
          <ac:chgData name="하권" userId="546ba1eaca679e52" providerId="LiveId" clId="{3A7432F6-E500-4FD2-99D9-4DE488A16F80}" dt="2021-04-10T05:19:37.832" v="4730" actId="478"/>
          <ac:spMkLst>
            <pc:docMk/>
            <pc:sldMk cId="3529811412" sldId="295"/>
            <ac:spMk id="11" creationId="{3F72F2DE-3386-44F2-B5AF-C2B4AF02F467}"/>
          </ac:spMkLst>
        </pc:spChg>
        <pc:spChg chg="add mod">
          <ac:chgData name="하권" userId="546ba1eaca679e52" providerId="LiveId" clId="{3A7432F6-E500-4FD2-99D9-4DE488A16F80}" dt="2021-04-10T04:43:46.966" v="3419" actId="14100"/>
          <ac:spMkLst>
            <pc:docMk/>
            <pc:sldMk cId="3529811412" sldId="295"/>
            <ac:spMk id="12" creationId="{071A10D1-EC2E-4ED6-8410-344DA245FF4A}"/>
          </ac:spMkLst>
        </pc:spChg>
        <pc:spChg chg="add mod">
          <ac:chgData name="하권" userId="546ba1eaca679e52" providerId="LiveId" clId="{3A7432F6-E500-4FD2-99D9-4DE488A16F80}" dt="2021-04-10T04:43:43.959" v="3418" actId="1076"/>
          <ac:spMkLst>
            <pc:docMk/>
            <pc:sldMk cId="3529811412" sldId="295"/>
            <ac:spMk id="13" creationId="{61DAC58C-912F-4EDD-AD0B-975C1642BEA8}"/>
          </ac:spMkLst>
        </pc:spChg>
        <pc:picChg chg="mod">
          <ac:chgData name="하권" userId="546ba1eaca679e52" providerId="LiveId" clId="{3A7432F6-E500-4FD2-99D9-4DE488A16F80}" dt="2021-04-10T05:19:40.072" v="4731" actId="208"/>
          <ac:picMkLst>
            <pc:docMk/>
            <pc:sldMk cId="3529811412" sldId="295"/>
            <ac:picMk id="5" creationId="{FD445168-2214-474D-9572-7B1CBD718B86}"/>
          </ac:picMkLst>
        </pc:picChg>
        <pc:picChg chg="add del mod ord">
          <ac:chgData name="하권" userId="546ba1eaca679e52" providerId="LiveId" clId="{3A7432F6-E500-4FD2-99D9-4DE488A16F80}" dt="2021-04-10T04:46:27.869" v="3685" actId="478"/>
          <ac:picMkLst>
            <pc:docMk/>
            <pc:sldMk cId="3529811412" sldId="295"/>
            <ac:picMk id="6" creationId="{5136590A-414F-4B6D-BAAE-724B0B59570E}"/>
          </ac:picMkLst>
        </pc:picChg>
        <pc:picChg chg="del">
          <ac:chgData name="하권" userId="546ba1eaca679e52" providerId="LiveId" clId="{3A7432F6-E500-4FD2-99D9-4DE488A16F80}" dt="2021-04-10T04:42:51.542" v="3313" actId="478"/>
          <ac:picMkLst>
            <pc:docMk/>
            <pc:sldMk cId="3529811412" sldId="295"/>
            <ac:picMk id="7" creationId="{38DD25C3-229F-43F7-BAC7-37CB836760E3}"/>
          </ac:picMkLst>
        </pc:picChg>
        <pc:picChg chg="add del">
          <ac:chgData name="하권" userId="546ba1eaca679e52" providerId="LiveId" clId="{3A7432F6-E500-4FD2-99D9-4DE488A16F80}" dt="2021-04-10T04:44:11.070" v="3422" actId="478"/>
          <ac:picMkLst>
            <pc:docMk/>
            <pc:sldMk cId="3529811412" sldId="295"/>
            <ac:picMk id="9" creationId="{14D33261-EA60-473A-BF0E-0B1949E2FE8F}"/>
          </ac:picMkLst>
        </pc:picChg>
        <pc:picChg chg="add mod ord">
          <ac:chgData name="하권" userId="546ba1eaca679e52" providerId="LiveId" clId="{3A7432F6-E500-4FD2-99D9-4DE488A16F80}" dt="2021-04-10T05:06:54.129" v="4296" actId="1076"/>
          <ac:picMkLst>
            <pc:docMk/>
            <pc:sldMk cId="3529811412" sldId="295"/>
            <ac:picMk id="14" creationId="{6174C5BF-015B-4352-84BC-6861E42656C9}"/>
          </ac:picMkLst>
        </pc:picChg>
        <pc:cxnChg chg="del">
          <ac:chgData name="하권" userId="546ba1eaca679e52" providerId="LiveId" clId="{3A7432F6-E500-4FD2-99D9-4DE488A16F80}" dt="2021-04-10T04:43:05.694" v="3320" actId="478"/>
          <ac:cxnSpMkLst>
            <pc:docMk/>
            <pc:sldMk cId="3529811412" sldId="295"/>
            <ac:cxnSpMk id="16" creationId="{00C11EE3-126C-49DF-94A5-BFC773B998F6}"/>
          </ac:cxnSpMkLst>
        </pc:cxnChg>
        <pc:cxnChg chg="del mod">
          <ac:chgData name="하권" userId="546ba1eaca679e52" providerId="LiveId" clId="{3A7432F6-E500-4FD2-99D9-4DE488A16F80}" dt="2021-04-10T04:43:04.303" v="3319" actId="478"/>
          <ac:cxnSpMkLst>
            <pc:docMk/>
            <pc:sldMk cId="3529811412" sldId="295"/>
            <ac:cxnSpMk id="18" creationId="{B231C1E2-B9FF-4BBA-BB55-191EA573399D}"/>
          </ac:cxnSpMkLst>
        </pc:cxnChg>
      </pc:sldChg>
      <pc:sldChg chg="addSp delSp modSp add mod">
        <pc:chgData name="하권" userId="546ba1eaca679e52" providerId="LiveId" clId="{3A7432F6-E500-4FD2-99D9-4DE488A16F80}" dt="2021-04-10T11:23:24.369" v="7700"/>
        <pc:sldMkLst>
          <pc:docMk/>
          <pc:sldMk cId="1481631133" sldId="296"/>
        </pc:sldMkLst>
        <pc:spChg chg="mod">
          <ac:chgData name="하권" userId="546ba1eaca679e52" providerId="LiveId" clId="{3A7432F6-E500-4FD2-99D9-4DE488A16F80}" dt="2021-04-10T11:23:24.369" v="7700"/>
          <ac:spMkLst>
            <pc:docMk/>
            <pc:sldMk cId="1481631133" sldId="296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04:45:20.911" v="3592" actId="1076"/>
          <ac:spMkLst>
            <pc:docMk/>
            <pc:sldMk cId="1481631133" sldId="296"/>
            <ac:spMk id="10" creationId="{F87FC708-F40E-4BF1-8377-FD8FCC4CBD14}"/>
          </ac:spMkLst>
        </pc:spChg>
        <pc:spChg chg="del">
          <ac:chgData name="하권" userId="546ba1eaca679e52" providerId="LiveId" clId="{3A7432F6-E500-4FD2-99D9-4DE488A16F80}" dt="2021-04-10T05:19:42.192" v="4732" actId="478"/>
          <ac:spMkLst>
            <pc:docMk/>
            <pc:sldMk cId="1481631133" sldId="296"/>
            <ac:spMk id="11" creationId="{3F72F2DE-3386-44F2-B5AF-C2B4AF02F467}"/>
          </ac:spMkLst>
        </pc:spChg>
        <pc:spChg chg="mod">
          <ac:chgData name="하권" userId="546ba1eaca679e52" providerId="LiveId" clId="{3A7432F6-E500-4FD2-99D9-4DE488A16F80}" dt="2021-04-10T04:45:55.716" v="3679" actId="1036"/>
          <ac:spMkLst>
            <pc:docMk/>
            <pc:sldMk cId="1481631133" sldId="296"/>
            <ac:spMk id="12" creationId="{071A10D1-EC2E-4ED6-8410-344DA245FF4A}"/>
          </ac:spMkLst>
        </pc:spChg>
        <pc:spChg chg="mod">
          <ac:chgData name="하권" userId="546ba1eaca679e52" providerId="LiveId" clId="{3A7432F6-E500-4FD2-99D9-4DE488A16F80}" dt="2021-04-10T05:19:53.919" v="4734" actId="20577"/>
          <ac:spMkLst>
            <pc:docMk/>
            <pc:sldMk cId="1481631133" sldId="296"/>
            <ac:spMk id="13" creationId="{61DAC58C-912F-4EDD-AD0B-975C1642BEA8}"/>
          </ac:spMkLst>
        </pc:spChg>
        <pc:spChg chg="add mod">
          <ac:chgData name="하권" userId="546ba1eaca679e52" providerId="LiveId" clId="{3A7432F6-E500-4FD2-99D9-4DE488A16F80}" dt="2021-04-10T05:19:59.135" v="4735" actId="20577"/>
          <ac:spMkLst>
            <pc:docMk/>
            <pc:sldMk cId="1481631133" sldId="296"/>
            <ac:spMk id="14" creationId="{24DBF0E8-DF79-4D56-AE7E-92F2601F0C16}"/>
          </ac:spMkLst>
        </pc:spChg>
        <pc:picChg chg="mod">
          <ac:chgData name="하권" userId="546ba1eaca679e52" providerId="LiveId" clId="{3A7432F6-E500-4FD2-99D9-4DE488A16F80}" dt="2021-04-10T05:19:45.511" v="4733" actId="208"/>
          <ac:picMkLst>
            <pc:docMk/>
            <pc:sldMk cId="1481631133" sldId="296"/>
            <ac:picMk id="5" creationId="{FD445168-2214-474D-9572-7B1CBD718B86}"/>
          </ac:picMkLst>
        </pc:picChg>
        <pc:picChg chg="del">
          <ac:chgData name="하권" userId="546ba1eaca679e52" providerId="LiveId" clId="{3A7432F6-E500-4FD2-99D9-4DE488A16F80}" dt="2021-04-10T04:44:12.485" v="3423" actId="478"/>
          <ac:picMkLst>
            <pc:docMk/>
            <pc:sldMk cId="1481631133" sldId="296"/>
            <ac:picMk id="6" creationId="{5136590A-414F-4B6D-BAAE-724B0B59570E}"/>
          </ac:picMkLst>
        </pc:picChg>
        <pc:picChg chg="add mod ord">
          <ac:chgData name="하권" userId="546ba1eaca679e52" providerId="LiveId" clId="{3A7432F6-E500-4FD2-99D9-4DE488A16F80}" dt="2021-04-10T05:07:29.868" v="4308" actId="208"/>
          <ac:picMkLst>
            <pc:docMk/>
            <pc:sldMk cId="1481631133" sldId="296"/>
            <ac:picMk id="7" creationId="{B5523499-3B30-4B3B-BCA5-CF309C2D0E20}"/>
          </ac:picMkLst>
        </pc:picChg>
        <pc:picChg chg="del mod ord">
          <ac:chgData name="하권" userId="546ba1eaca679e52" providerId="LiveId" clId="{3A7432F6-E500-4FD2-99D9-4DE488A16F80}" dt="2021-04-10T04:46:26.645" v="3684" actId="478"/>
          <ac:picMkLst>
            <pc:docMk/>
            <pc:sldMk cId="1481631133" sldId="296"/>
            <ac:picMk id="9" creationId="{14D33261-EA60-473A-BF0E-0B1949E2FE8F}"/>
          </ac:picMkLst>
        </pc:picChg>
      </pc:sldChg>
      <pc:sldChg chg="addSp delSp modSp add mod">
        <pc:chgData name="하권" userId="546ba1eaca679e52" providerId="LiveId" clId="{3A7432F6-E500-4FD2-99D9-4DE488A16F80}" dt="2021-04-10T11:23:37.164" v="7701"/>
        <pc:sldMkLst>
          <pc:docMk/>
          <pc:sldMk cId="1631161923" sldId="297"/>
        </pc:sldMkLst>
        <pc:spChg chg="mod">
          <ac:chgData name="하권" userId="546ba1eaca679e52" providerId="LiveId" clId="{3A7432F6-E500-4FD2-99D9-4DE488A16F80}" dt="2021-04-10T11:23:37.164" v="7701"/>
          <ac:spMkLst>
            <pc:docMk/>
            <pc:sldMk cId="1631161923" sldId="297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4:45:31.071" v="3598" actId="478"/>
          <ac:spMkLst>
            <pc:docMk/>
            <pc:sldMk cId="1631161923" sldId="297"/>
            <ac:spMk id="10" creationId="{F87FC708-F40E-4BF1-8377-FD8FCC4CBD14}"/>
          </ac:spMkLst>
        </pc:spChg>
        <pc:spChg chg="del">
          <ac:chgData name="하권" userId="546ba1eaca679e52" providerId="LiveId" clId="{3A7432F6-E500-4FD2-99D9-4DE488A16F80}" dt="2021-04-10T04:45:30.685" v="3597" actId="478"/>
          <ac:spMkLst>
            <pc:docMk/>
            <pc:sldMk cId="1631161923" sldId="297"/>
            <ac:spMk id="11" creationId="{3F72F2DE-3386-44F2-B5AF-C2B4AF02F467}"/>
          </ac:spMkLst>
        </pc:spChg>
        <pc:spChg chg="del">
          <ac:chgData name="하권" userId="546ba1eaca679e52" providerId="LiveId" clId="{3A7432F6-E500-4FD2-99D9-4DE488A16F80}" dt="2021-04-10T04:45:31.996" v="3599" actId="478"/>
          <ac:spMkLst>
            <pc:docMk/>
            <pc:sldMk cId="1631161923" sldId="297"/>
            <ac:spMk id="12" creationId="{071A10D1-EC2E-4ED6-8410-344DA245FF4A}"/>
          </ac:spMkLst>
        </pc:spChg>
        <pc:spChg chg="del">
          <ac:chgData name="하권" userId="546ba1eaca679e52" providerId="LiveId" clId="{3A7432F6-E500-4FD2-99D9-4DE488A16F80}" dt="2021-04-10T04:45:32.302" v="3600" actId="478"/>
          <ac:spMkLst>
            <pc:docMk/>
            <pc:sldMk cId="1631161923" sldId="297"/>
            <ac:spMk id="13" creationId="{61DAC58C-912F-4EDD-AD0B-975C1642BEA8}"/>
          </ac:spMkLst>
        </pc:spChg>
        <pc:spChg chg="del">
          <ac:chgData name="하권" userId="546ba1eaca679e52" providerId="LiveId" clId="{3A7432F6-E500-4FD2-99D9-4DE488A16F80}" dt="2021-04-10T04:45:32.766" v="3601" actId="478"/>
          <ac:spMkLst>
            <pc:docMk/>
            <pc:sldMk cId="1631161923" sldId="297"/>
            <ac:spMk id="14" creationId="{24DBF0E8-DF79-4D56-AE7E-92F2601F0C16}"/>
          </ac:spMkLst>
        </pc:spChg>
        <pc:picChg chg="del">
          <ac:chgData name="하권" userId="546ba1eaca679e52" providerId="LiveId" clId="{3A7432F6-E500-4FD2-99D9-4DE488A16F80}" dt="2021-04-10T04:45:29.991" v="3596" actId="478"/>
          <ac:picMkLst>
            <pc:docMk/>
            <pc:sldMk cId="1631161923" sldId="297"/>
            <ac:picMk id="5" creationId="{FD445168-2214-474D-9572-7B1CBD718B86}"/>
          </ac:picMkLst>
        </pc:picChg>
        <pc:picChg chg="add del mod">
          <ac:chgData name="하권" userId="546ba1eaca679e52" providerId="LiveId" clId="{3A7432F6-E500-4FD2-99D9-4DE488A16F80}" dt="2021-04-10T04:46:25.559" v="3683" actId="478"/>
          <ac:picMkLst>
            <pc:docMk/>
            <pc:sldMk cId="1631161923" sldId="297"/>
            <ac:picMk id="6" creationId="{71B46A08-2A27-4609-B2B6-2D0DC08A52F7}"/>
          </ac:picMkLst>
        </pc:picChg>
        <pc:picChg chg="add mod">
          <ac:chgData name="하권" userId="546ba1eaca679e52" providerId="LiveId" clId="{3A7432F6-E500-4FD2-99D9-4DE488A16F80}" dt="2021-04-10T05:07:55.242" v="4314" actId="1076"/>
          <ac:picMkLst>
            <pc:docMk/>
            <pc:sldMk cId="1631161923" sldId="297"/>
            <ac:picMk id="8" creationId="{4F059560-4A88-4CB2-8F67-61059342D5C6}"/>
          </ac:picMkLst>
        </pc:picChg>
        <pc:picChg chg="del">
          <ac:chgData name="하권" userId="546ba1eaca679e52" providerId="LiveId" clId="{3A7432F6-E500-4FD2-99D9-4DE488A16F80}" dt="2021-04-10T04:45:33.677" v="3602" actId="478"/>
          <ac:picMkLst>
            <pc:docMk/>
            <pc:sldMk cId="1631161923" sldId="297"/>
            <ac:picMk id="9" creationId="{14D33261-EA60-473A-BF0E-0B1949E2FE8F}"/>
          </ac:picMkLst>
        </pc:picChg>
        <pc:picChg chg="add del">
          <ac:chgData name="하권" userId="546ba1eaca679e52" providerId="LiveId" clId="{3A7432F6-E500-4FD2-99D9-4DE488A16F80}" dt="2021-04-10T05:14:55.026" v="4566" actId="478"/>
          <ac:picMkLst>
            <pc:docMk/>
            <pc:sldMk cId="1631161923" sldId="297"/>
            <ac:picMk id="16" creationId="{B18B836A-8361-44E3-997D-9A528231EDD9}"/>
          </ac:picMkLst>
        </pc:picChg>
      </pc:sldChg>
      <pc:sldChg chg="addSp delSp modSp add mod">
        <pc:chgData name="하권" userId="546ba1eaca679e52" providerId="LiveId" clId="{3A7432F6-E500-4FD2-99D9-4DE488A16F80}" dt="2021-04-10T11:22:52.035" v="7693"/>
        <pc:sldMkLst>
          <pc:docMk/>
          <pc:sldMk cId="2628118634" sldId="298"/>
        </pc:sldMkLst>
        <pc:spChg chg="mod">
          <ac:chgData name="하권" userId="546ba1eaca679e52" providerId="LiveId" clId="{3A7432F6-E500-4FD2-99D9-4DE488A16F80}" dt="2021-04-10T11:22:52.035" v="7693"/>
          <ac:spMkLst>
            <pc:docMk/>
            <pc:sldMk cId="2628118634" sldId="298"/>
            <ac:spMk id="3" creationId="{58C784A5-6695-45D3-A855-5CEE54C8D718}"/>
          </ac:spMkLst>
        </pc:spChg>
        <pc:spChg chg="mod">
          <ac:chgData name="하권" userId="546ba1eaca679e52" providerId="LiveId" clId="{3A7432F6-E500-4FD2-99D9-4DE488A16F80}" dt="2021-04-10T04:52:53.316" v="3892" actId="1076"/>
          <ac:spMkLst>
            <pc:docMk/>
            <pc:sldMk cId="2628118634" sldId="298"/>
            <ac:spMk id="9" creationId="{52B89127-1EAC-4D42-8254-DAE99E37EA4B}"/>
          </ac:spMkLst>
        </pc:spChg>
        <pc:spChg chg="mod">
          <ac:chgData name="하권" userId="546ba1eaca679e52" providerId="LiveId" clId="{3A7432F6-E500-4FD2-99D9-4DE488A16F80}" dt="2021-04-10T04:52:53.316" v="3892" actId="1076"/>
          <ac:spMkLst>
            <pc:docMk/>
            <pc:sldMk cId="2628118634" sldId="298"/>
            <ac:spMk id="10" creationId="{47A396DB-1849-45A3-BD23-80D8BC1E704E}"/>
          </ac:spMkLst>
        </pc:spChg>
        <pc:spChg chg="mod">
          <ac:chgData name="하권" userId="546ba1eaca679e52" providerId="LiveId" clId="{3A7432F6-E500-4FD2-99D9-4DE488A16F80}" dt="2021-04-10T05:04:06.734" v="4196" actId="2711"/>
          <ac:spMkLst>
            <pc:docMk/>
            <pc:sldMk cId="2628118634" sldId="298"/>
            <ac:spMk id="11" creationId="{C7948737-E332-43D1-9039-87DE6240A72E}"/>
          </ac:spMkLst>
        </pc:spChg>
        <pc:spChg chg="mod">
          <ac:chgData name="하권" userId="546ba1eaca679e52" providerId="LiveId" clId="{3A7432F6-E500-4FD2-99D9-4DE488A16F80}" dt="2021-04-10T04:52:53.316" v="3892" actId="1076"/>
          <ac:spMkLst>
            <pc:docMk/>
            <pc:sldMk cId="2628118634" sldId="298"/>
            <ac:spMk id="15" creationId="{D8879FF7-EAAC-4455-A985-7FD2430FB42F}"/>
          </ac:spMkLst>
        </pc:spChg>
        <pc:spChg chg="mod">
          <ac:chgData name="하권" userId="546ba1eaca679e52" providerId="LiveId" clId="{3A7432F6-E500-4FD2-99D9-4DE488A16F80}" dt="2021-04-10T05:04:06.734" v="4196" actId="2711"/>
          <ac:spMkLst>
            <pc:docMk/>
            <pc:sldMk cId="2628118634" sldId="298"/>
            <ac:spMk id="16" creationId="{5EB8053B-1D91-4A5F-9685-600CC42E7C8D}"/>
          </ac:spMkLst>
        </pc:spChg>
        <pc:spChg chg="mod">
          <ac:chgData name="하권" userId="546ba1eaca679e52" providerId="LiveId" clId="{3A7432F6-E500-4FD2-99D9-4DE488A16F80}" dt="2021-04-10T04:52:53.316" v="3892" actId="1076"/>
          <ac:spMkLst>
            <pc:docMk/>
            <pc:sldMk cId="2628118634" sldId="298"/>
            <ac:spMk id="17" creationId="{F6616C77-3545-4FC0-8AC2-B6F5402B49DC}"/>
          </ac:spMkLst>
        </pc:spChg>
        <pc:spChg chg="mod">
          <ac:chgData name="하권" userId="546ba1eaca679e52" providerId="LiveId" clId="{3A7432F6-E500-4FD2-99D9-4DE488A16F80}" dt="2021-04-10T04:52:53.316" v="3892" actId="1076"/>
          <ac:spMkLst>
            <pc:docMk/>
            <pc:sldMk cId="2628118634" sldId="298"/>
            <ac:spMk id="18" creationId="{16AA9952-F24E-4215-881C-0D1327AC3219}"/>
          </ac:spMkLst>
        </pc:spChg>
        <pc:spChg chg="del">
          <ac:chgData name="하권" userId="546ba1eaca679e52" providerId="LiveId" clId="{3A7432F6-E500-4FD2-99D9-4DE488A16F80}" dt="2021-04-10T04:52:46.877" v="3888" actId="478"/>
          <ac:spMkLst>
            <pc:docMk/>
            <pc:sldMk cId="2628118634" sldId="298"/>
            <ac:spMk id="20" creationId="{671AAB3C-3CC9-4EC5-BB02-BEEDA2BE1540}"/>
          </ac:spMkLst>
        </pc:spChg>
        <pc:spChg chg="mod">
          <ac:chgData name="하권" userId="546ba1eaca679e52" providerId="LiveId" clId="{3A7432F6-E500-4FD2-99D9-4DE488A16F80}" dt="2021-04-10T05:04:06.734" v="4196" actId="2711"/>
          <ac:spMkLst>
            <pc:docMk/>
            <pc:sldMk cId="2628118634" sldId="298"/>
            <ac:spMk id="21" creationId="{9652A238-99F5-48BC-BDBC-6ACED3F68ECD}"/>
          </ac:spMkLst>
        </pc:spChg>
        <pc:spChg chg="del">
          <ac:chgData name="하권" userId="546ba1eaca679e52" providerId="LiveId" clId="{3A7432F6-E500-4FD2-99D9-4DE488A16F80}" dt="2021-04-10T04:52:48.397" v="3890" actId="478"/>
          <ac:spMkLst>
            <pc:docMk/>
            <pc:sldMk cId="2628118634" sldId="298"/>
            <ac:spMk id="22" creationId="{AD0E5CCA-BD91-4EDB-9923-9B93F39902FD}"/>
          </ac:spMkLst>
        </pc:spChg>
        <pc:spChg chg="del">
          <ac:chgData name="하권" userId="546ba1eaca679e52" providerId="LiveId" clId="{3A7432F6-E500-4FD2-99D9-4DE488A16F80}" dt="2021-04-10T04:52:47.912" v="3889" actId="478"/>
          <ac:spMkLst>
            <pc:docMk/>
            <pc:sldMk cId="2628118634" sldId="298"/>
            <ac:spMk id="23" creationId="{86660863-9EEC-4082-A563-A7B0C88FE300}"/>
          </ac:spMkLst>
        </pc:spChg>
        <pc:spChg chg="add mod">
          <ac:chgData name="하권" userId="546ba1eaca679e52" providerId="LiveId" clId="{3A7432F6-E500-4FD2-99D9-4DE488A16F80}" dt="2021-04-10T05:04:06.734" v="4196" actId="2711"/>
          <ac:spMkLst>
            <pc:docMk/>
            <pc:sldMk cId="2628118634" sldId="298"/>
            <ac:spMk id="24" creationId="{45780E29-DE49-4E7E-9FCE-A9E86789723B}"/>
          </ac:spMkLst>
        </pc:spChg>
        <pc:picChg chg="mod">
          <ac:chgData name="하권" userId="546ba1eaca679e52" providerId="LiveId" clId="{3A7432F6-E500-4FD2-99D9-4DE488A16F80}" dt="2021-04-10T04:52:53.316" v="3892" actId="1076"/>
          <ac:picMkLst>
            <pc:docMk/>
            <pc:sldMk cId="2628118634" sldId="298"/>
            <ac:picMk id="5" creationId="{F98FDDE2-4B04-4CE1-9C91-B172F2BBCFA5}"/>
          </ac:picMkLst>
        </pc:picChg>
        <pc:picChg chg="mod">
          <ac:chgData name="하권" userId="546ba1eaca679e52" providerId="LiveId" clId="{3A7432F6-E500-4FD2-99D9-4DE488A16F80}" dt="2021-04-10T04:52:53.316" v="3892" actId="1076"/>
          <ac:picMkLst>
            <pc:docMk/>
            <pc:sldMk cId="2628118634" sldId="298"/>
            <ac:picMk id="13" creationId="{961C5C71-71A5-4539-969B-CDDB3E08E76A}"/>
          </ac:picMkLst>
        </pc:picChg>
        <pc:picChg chg="del">
          <ac:chgData name="하권" userId="546ba1eaca679e52" providerId="LiveId" clId="{3A7432F6-E500-4FD2-99D9-4DE488A16F80}" dt="2021-04-10T04:52:46.503" v="3887" actId="478"/>
          <ac:picMkLst>
            <pc:docMk/>
            <pc:sldMk cId="2628118634" sldId="298"/>
            <ac:picMk id="19" creationId="{9DDCC30C-75D3-404F-97F7-EDEFDF3980CC}"/>
          </ac:picMkLst>
        </pc:picChg>
      </pc:sldChg>
      <pc:sldChg chg="addSp delSp modSp add mod">
        <pc:chgData name="하권" userId="546ba1eaca679e52" providerId="LiveId" clId="{3A7432F6-E500-4FD2-99D9-4DE488A16F80}" dt="2021-04-10T11:23:41.971" v="7703"/>
        <pc:sldMkLst>
          <pc:docMk/>
          <pc:sldMk cId="1090457690" sldId="299"/>
        </pc:sldMkLst>
        <pc:spChg chg="mod">
          <ac:chgData name="하권" userId="546ba1eaca679e52" providerId="LiveId" clId="{3A7432F6-E500-4FD2-99D9-4DE488A16F80}" dt="2021-04-10T11:23:41.971" v="7703"/>
          <ac:spMkLst>
            <pc:docMk/>
            <pc:sldMk cId="1090457690" sldId="299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05:54:57.569" v="5381" actId="1076"/>
          <ac:spMkLst>
            <pc:docMk/>
            <pc:sldMk cId="1090457690" sldId="299"/>
            <ac:spMk id="9" creationId="{B69FADEC-703B-4742-9A40-E8D089542DE3}"/>
          </ac:spMkLst>
        </pc:spChg>
        <pc:spChg chg="add mod">
          <ac:chgData name="하권" userId="546ba1eaca679e52" providerId="LiveId" clId="{3A7432F6-E500-4FD2-99D9-4DE488A16F80}" dt="2021-04-10T05:54:57.569" v="5381" actId="1076"/>
          <ac:spMkLst>
            <pc:docMk/>
            <pc:sldMk cId="1090457690" sldId="299"/>
            <ac:spMk id="10" creationId="{EA5D0498-C057-42F3-9C81-BE56F5E5BD17}"/>
          </ac:spMkLst>
        </pc:spChg>
        <pc:spChg chg="add mod">
          <ac:chgData name="하권" userId="546ba1eaca679e52" providerId="LiveId" clId="{3A7432F6-E500-4FD2-99D9-4DE488A16F80}" dt="2021-04-10T05:54:57.569" v="5381" actId="1076"/>
          <ac:spMkLst>
            <pc:docMk/>
            <pc:sldMk cId="1090457690" sldId="299"/>
            <ac:spMk id="11" creationId="{6FA5A5C5-2E53-4FC8-A005-982C8F76F61E}"/>
          </ac:spMkLst>
        </pc:spChg>
        <pc:spChg chg="add del mod">
          <ac:chgData name="하권" userId="546ba1eaca679e52" providerId="LiveId" clId="{3A7432F6-E500-4FD2-99D9-4DE488A16F80}" dt="2021-04-10T05:55:18.271" v="5387"/>
          <ac:spMkLst>
            <pc:docMk/>
            <pc:sldMk cId="1090457690" sldId="299"/>
            <ac:spMk id="13" creationId="{9E4ABCAD-9144-4497-850A-DD9EE2737BFC}"/>
          </ac:spMkLst>
        </pc:spChg>
        <pc:spChg chg="add del mod">
          <ac:chgData name="하권" userId="546ba1eaca679e52" providerId="LiveId" clId="{3A7432F6-E500-4FD2-99D9-4DE488A16F80}" dt="2021-04-10T05:55:18.271" v="5387"/>
          <ac:spMkLst>
            <pc:docMk/>
            <pc:sldMk cId="1090457690" sldId="299"/>
            <ac:spMk id="14" creationId="{67009247-FF5B-4381-A68B-6B5C0CB5CFD0}"/>
          </ac:spMkLst>
        </pc:spChg>
        <pc:spChg chg="add del mod">
          <ac:chgData name="하권" userId="546ba1eaca679e52" providerId="LiveId" clId="{3A7432F6-E500-4FD2-99D9-4DE488A16F80}" dt="2021-04-10T05:55:18.271" v="5387"/>
          <ac:spMkLst>
            <pc:docMk/>
            <pc:sldMk cId="1090457690" sldId="299"/>
            <ac:spMk id="15" creationId="{2C9CFC52-BF0D-4DE2-8E46-3029F9FDC5B2}"/>
          </ac:spMkLst>
        </pc:spChg>
        <pc:picChg chg="add mod">
          <ac:chgData name="하권" userId="546ba1eaca679e52" providerId="LiveId" clId="{3A7432F6-E500-4FD2-99D9-4DE488A16F80}" dt="2021-04-10T05:12:14.424" v="4396" actId="1076"/>
          <ac:picMkLst>
            <pc:docMk/>
            <pc:sldMk cId="1090457690" sldId="299"/>
            <ac:picMk id="5" creationId="{46976C3F-9339-48C1-BF29-82F70D4F0459}"/>
          </ac:picMkLst>
        </pc:picChg>
        <pc:picChg chg="add mod">
          <ac:chgData name="하권" userId="546ba1eaca679e52" providerId="LiveId" clId="{3A7432F6-E500-4FD2-99D9-4DE488A16F80}" dt="2021-04-10T05:54:57.569" v="5381" actId="1076"/>
          <ac:picMkLst>
            <pc:docMk/>
            <pc:sldMk cId="1090457690" sldId="299"/>
            <ac:picMk id="7" creationId="{18166FC5-CFE8-47AC-9EAB-2F729546FBB1}"/>
          </ac:picMkLst>
        </pc:picChg>
        <pc:picChg chg="del">
          <ac:chgData name="하권" userId="546ba1eaca679e52" providerId="LiveId" clId="{3A7432F6-E500-4FD2-99D9-4DE488A16F80}" dt="2021-04-10T05:11:53.417" v="4328" actId="478"/>
          <ac:picMkLst>
            <pc:docMk/>
            <pc:sldMk cId="1090457690" sldId="299"/>
            <ac:picMk id="8" creationId="{4F059560-4A88-4CB2-8F67-61059342D5C6}"/>
          </ac:picMkLst>
        </pc:picChg>
        <pc:picChg chg="add del mod">
          <ac:chgData name="하권" userId="546ba1eaca679e52" providerId="LiveId" clId="{3A7432F6-E500-4FD2-99D9-4DE488A16F80}" dt="2021-04-10T05:55:18.271" v="5387"/>
          <ac:picMkLst>
            <pc:docMk/>
            <pc:sldMk cId="1090457690" sldId="299"/>
            <ac:picMk id="12" creationId="{655A6340-8B68-48C0-B7DE-16C57C7A5837}"/>
          </ac:picMkLst>
        </pc:picChg>
      </pc:sldChg>
      <pc:sldChg chg="addSp delSp modSp add mod ord">
        <pc:chgData name="하권" userId="546ba1eaca679e52" providerId="LiveId" clId="{3A7432F6-E500-4FD2-99D9-4DE488A16F80}" dt="2021-04-10T11:23:44.770" v="7704"/>
        <pc:sldMkLst>
          <pc:docMk/>
          <pc:sldMk cId="3015310828" sldId="300"/>
        </pc:sldMkLst>
        <pc:spChg chg="mod">
          <ac:chgData name="하권" userId="546ba1eaca679e52" providerId="LiveId" clId="{3A7432F6-E500-4FD2-99D9-4DE488A16F80}" dt="2021-04-10T11:23:44.770" v="7704"/>
          <ac:spMkLst>
            <pc:docMk/>
            <pc:sldMk cId="3015310828" sldId="300"/>
            <ac:spMk id="3" creationId="{58C784A5-6695-45D3-A855-5CEE54C8D718}"/>
          </ac:spMkLst>
        </pc:spChg>
        <pc:spChg chg="add del mod">
          <ac:chgData name="하권" userId="546ba1eaca679e52" providerId="LiveId" clId="{3A7432F6-E500-4FD2-99D9-4DE488A16F80}" dt="2021-04-10T05:55:14.909" v="5385"/>
          <ac:spMkLst>
            <pc:docMk/>
            <pc:sldMk cId="3015310828" sldId="300"/>
            <ac:spMk id="9" creationId="{2D00849D-BA08-4B38-A3BD-91600F19778F}"/>
          </ac:spMkLst>
        </pc:spChg>
        <pc:spChg chg="add del mod">
          <ac:chgData name="하권" userId="546ba1eaca679e52" providerId="LiveId" clId="{3A7432F6-E500-4FD2-99D9-4DE488A16F80}" dt="2021-04-10T05:55:14.909" v="5385"/>
          <ac:spMkLst>
            <pc:docMk/>
            <pc:sldMk cId="3015310828" sldId="300"/>
            <ac:spMk id="10" creationId="{59189DF4-8B8E-45FF-B89E-35E39C4835BF}"/>
          </ac:spMkLst>
        </pc:spChg>
        <pc:spChg chg="add del mod">
          <ac:chgData name="하권" userId="546ba1eaca679e52" providerId="LiveId" clId="{3A7432F6-E500-4FD2-99D9-4DE488A16F80}" dt="2021-04-10T05:55:14.909" v="5385"/>
          <ac:spMkLst>
            <pc:docMk/>
            <pc:sldMk cId="3015310828" sldId="300"/>
            <ac:spMk id="11" creationId="{801D0858-669F-4C37-92D2-DAB79FCD54D1}"/>
          </ac:spMkLst>
        </pc:spChg>
        <pc:picChg chg="add mod">
          <ac:chgData name="하권" userId="546ba1eaca679e52" providerId="LiveId" clId="{3A7432F6-E500-4FD2-99D9-4DE488A16F80}" dt="2021-04-10T05:16:15.551" v="4681" actId="1038"/>
          <ac:picMkLst>
            <pc:docMk/>
            <pc:sldMk cId="3015310828" sldId="300"/>
            <ac:picMk id="5" creationId="{1339E9B2-848B-4B1F-BD12-8EEEF7FFD7B0}"/>
          </ac:picMkLst>
        </pc:picChg>
        <pc:picChg chg="add del mod">
          <ac:chgData name="하권" userId="546ba1eaca679e52" providerId="LiveId" clId="{3A7432F6-E500-4FD2-99D9-4DE488A16F80}" dt="2021-04-10T05:55:14.909" v="5385"/>
          <ac:picMkLst>
            <pc:docMk/>
            <pc:sldMk cId="3015310828" sldId="300"/>
            <ac:picMk id="7" creationId="{D4DE00B3-89CA-4A76-A908-48D81FD3EF25}"/>
          </ac:picMkLst>
        </pc:picChg>
        <pc:picChg chg="del">
          <ac:chgData name="하권" userId="546ba1eaca679e52" providerId="LiveId" clId="{3A7432F6-E500-4FD2-99D9-4DE488A16F80}" dt="2021-04-10T05:13:06.880" v="4459" actId="478"/>
          <ac:picMkLst>
            <pc:docMk/>
            <pc:sldMk cId="3015310828" sldId="300"/>
            <ac:picMk id="8" creationId="{4F059560-4A88-4CB2-8F67-61059342D5C6}"/>
          </ac:picMkLst>
        </pc:picChg>
      </pc:sldChg>
      <pc:sldChg chg="addSp delSp modSp add mod">
        <pc:chgData name="하권" userId="546ba1eaca679e52" providerId="LiveId" clId="{3A7432F6-E500-4FD2-99D9-4DE488A16F80}" dt="2021-04-10T11:23:39.353" v="7702"/>
        <pc:sldMkLst>
          <pc:docMk/>
          <pc:sldMk cId="768194979" sldId="301"/>
        </pc:sldMkLst>
        <pc:spChg chg="mod">
          <ac:chgData name="하권" userId="546ba1eaca679e52" providerId="LiveId" clId="{3A7432F6-E500-4FD2-99D9-4DE488A16F80}" dt="2021-04-10T11:23:39.353" v="7702"/>
          <ac:spMkLst>
            <pc:docMk/>
            <pc:sldMk cId="768194979" sldId="301"/>
            <ac:spMk id="3" creationId="{58C784A5-6695-45D3-A855-5CEE54C8D718}"/>
          </ac:spMkLst>
        </pc:spChg>
        <pc:spChg chg="add del mod">
          <ac:chgData name="하권" userId="546ba1eaca679e52" providerId="LiveId" clId="{3A7432F6-E500-4FD2-99D9-4DE488A16F80}" dt="2021-04-10T05:54:51.986" v="5378" actId="21"/>
          <ac:spMkLst>
            <pc:docMk/>
            <pc:sldMk cId="768194979" sldId="301"/>
            <ac:spMk id="7" creationId="{B83DB88B-8C0A-4807-8F69-8BABC536F384}"/>
          </ac:spMkLst>
        </pc:spChg>
        <pc:spChg chg="add del mod">
          <ac:chgData name="하권" userId="546ba1eaca679e52" providerId="LiveId" clId="{3A7432F6-E500-4FD2-99D9-4DE488A16F80}" dt="2021-04-10T05:54:51.986" v="5378" actId="21"/>
          <ac:spMkLst>
            <pc:docMk/>
            <pc:sldMk cId="768194979" sldId="301"/>
            <ac:spMk id="9" creationId="{2DB8734C-5542-42EB-9376-2BEEA7B37006}"/>
          </ac:spMkLst>
        </pc:spChg>
        <pc:spChg chg="add del mod">
          <ac:chgData name="하권" userId="546ba1eaca679e52" providerId="LiveId" clId="{3A7432F6-E500-4FD2-99D9-4DE488A16F80}" dt="2021-04-10T05:54:51.986" v="5378" actId="21"/>
          <ac:spMkLst>
            <pc:docMk/>
            <pc:sldMk cId="768194979" sldId="301"/>
            <ac:spMk id="10" creationId="{E91AB10C-A1A5-455E-B3F3-B3BEE35D1199}"/>
          </ac:spMkLst>
        </pc:spChg>
        <pc:spChg chg="add mod">
          <ac:chgData name="하권" userId="546ba1eaca679e52" providerId="LiveId" clId="{3A7432F6-E500-4FD2-99D9-4DE488A16F80}" dt="2021-04-10T05:16:11.527" v="4679" actId="14100"/>
          <ac:spMkLst>
            <pc:docMk/>
            <pc:sldMk cId="768194979" sldId="301"/>
            <ac:spMk id="11" creationId="{355C6B60-D6D5-4FAB-A4E7-F0D6B68F8098}"/>
          </ac:spMkLst>
        </pc:spChg>
        <pc:spChg chg="add mod">
          <ac:chgData name="하권" userId="546ba1eaca679e52" providerId="LiveId" clId="{3A7432F6-E500-4FD2-99D9-4DE488A16F80}" dt="2021-04-10T05:55:33.664" v="5393" actId="688"/>
          <ac:spMkLst>
            <pc:docMk/>
            <pc:sldMk cId="768194979" sldId="301"/>
            <ac:spMk id="13" creationId="{A5D620A2-1A2E-4E44-BE29-986649884C4D}"/>
          </ac:spMkLst>
        </pc:spChg>
        <pc:spChg chg="add mod">
          <ac:chgData name="하권" userId="546ba1eaca679e52" providerId="LiveId" clId="{3A7432F6-E500-4FD2-99D9-4DE488A16F80}" dt="2021-04-10T05:55:29.760" v="5391" actId="1076"/>
          <ac:spMkLst>
            <pc:docMk/>
            <pc:sldMk cId="768194979" sldId="301"/>
            <ac:spMk id="14" creationId="{73C7FD2B-3E78-44B9-83BB-7AC1A67035CC}"/>
          </ac:spMkLst>
        </pc:spChg>
        <pc:spChg chg="add mod">
          <ac:chgData name="하권" userId="546ba1eaca679e52" providerId="LiveId" clId="{3A7432F6-E500-4FD2-99D9-4DE488A16F80}" dt="2021-04-10T05:55:29.760" v="5391" actId="1076"/>
          <ac:spMkLst>
            <pc:docMk/>
            <pc:sldMk cId="768194979" sldId="301"/>
            <ac:spMk id="15" creationId="{61F71C6B-6953-49E8-A697-558D0847A345}"/>
          </ac:spMkLst>
        </pc:spChg>
        <pc:picChg chg="add del mod">
          <ac:chgData name="하권" userId="546ba1eaca679e52" providerId="LiveId" clId="{3A7432F6-E500-4FD2-99D9-4DE488A16F80}" dt="2021-04-10T05:54:51.986" v="5378" actId="21"/>
          <ac:picMkLst>
            <pc:docMk/>
            <pc:sldMk cId="768194979" sldId="301"/>
            <ac:picMk id="6" creationId="{3B20E726-0138-4070-AA32-E5430F03DB9A}"/>
          </ac:picMkLst>
        </pc:picChg>
        <pc:picChg chg="del">
          <ac:chgData name="하권" userId="546ba1eaca679e52" providerId="LiveId" clId="{3A7432F6-E500-4FD2-99D9-4DE488A16F80}" dt="2021-04-10T05:14:56.937" v="4567" actId="478"/>
          <ac:picMkLst>
            <pc:docMk/>
            <pc:sldMk cId="768194979" sldId="301"/>
            <ac:picMk id="8" creationId="{4F059560-4A88-4CB2-8F67-61059342D5C6}"/>
          </ac:picMkLst>
        </pc:picChg>
        <pc:picChg chg="add mod modCrop">
          <ac:chgData name="하권" userId="546ba1eaca679e52" providerId="LiveId" clId="{3A7432F6-E500-4FD2-99D9-4DE488A16F80}" dt="2021-04-10T05:55:29.760" v="5391" actId="1076"/>
          <ac:picMkLst>
            <pc:docMk/>
            <pc:sldMk cId="768194979" sldId="301"/>
            <ac:picMk id="12" creationId="{2F7F172A-A74D-4F39-81E5-71A884B9079D}"/>
          </ac:picMkLst>
        </pc:picChg>
        <pc:picChg chg="mod">
          <ac:chgData name="하권" userId="546ba1eaca679e52" providerId="LiveId" clId="{3A7432F6-E500-4FD2-99D9-4DE488A16F80}" dt="2021-04-10T05:16:08.153" v="4678" actId="1076"/>
          <ac:picMkLst>
            <pc:docMk/>
            <pc:sldMk cId="768194979" sldId="301"/>
            <ac:picMk id="16" creationId="{B18B836A-8361-44E3-997D-9A528231EDD9}"/>
          </ac:picMkLst>
        </pc:picChg>
      </pc:sldChg>
      <pc:sldChg chg="addSp delSp modSp add mod">
        <pc:chgData name="하권" userId="546ba1eaca679e52" providerId="LiveId" clId="{3A7432F6-E500-4FD2-99D9-4DE488A16F80}" dt="2021-04-10T11:23:51.947" v="7707"/>
        <pc:sldMkLst>
          <pc:docMk/>
          <pc:sldMk cId="917038514" sldId="302"/>
        </pc:sldMkLst>
        <pc:spChg chg="mod">
          <ac:chgData name="하권" userId="546ba1eaca679e52" providerId="LiveId" clId="{3A7432F6-E500-4FD2-99D9-4DE488A16F80}" dt="2021-04-10T11:23:51.947" v="7707"/>
          <ac:spMkLst>
            <pc:docMk/>
            <pc:sldMk cId="917038514" sldId="302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05:25:00.695" v="4816" actId="1076"/>
          <ac:spMkLst>
            <pc:docMk/>
            <pc:sldMk cId="917038514" sldId="302"/>
            <ac:spMk id="7" creationId="{2FFADAFB-5AC4-4E82-859C-E5BF79945BFE}"/>
          </ac:spMkLst>
        </pc:spChg>
        <pc:spChg chg="add mod">
          <ac:chgData name="하권" userId="546ba1eaca679e52" providerId="LiveId" clId="{3A7432F6-E500-4FD2-99D9-4DE488A16F80}" dt="2021-04-10T05:25:00.695" v="4816" actId="1076"/>
          <ac:spMkLst>
            <pc:docMk/>
            <pc:sldMk cId="917038514" sldId="302"/>
            <ac:spMk id="8" creationId="{E95C22BF-380E-4C9D-8688-C94D0B4D1102}"/>
          </ac:spMkLst>
        </pc:spChg>
        <pc:spChg chg="add mod">
          <ac:chgData name="하권" userId="546ba1eaca679e52" providerId="LiveId" clId="{3A7432F6-E500-4FD2-99D9-4DE488A16F80}" dt="2021-04-10T05:26:07.327" v="4849" actId="1036"/>
          <ac:spMkLst>
            <pc:docMk/>
            <pc:sldMk cId="917038514" sldId="302"/>
            <ac:spMk id="14" creationId="{C606A541-C995-49A3-B20F-CF88E62A079D}"/>
          </ac:spMkLst>
        </pc:spChg>
        <pc:spChg chg="add mod">
          <ac:chgData name="하권" userId="546ba1eaca679e52" providerId="LiveId" clId="{3A7432F6-E500-4FD2-99D9-4DE488A16F80}" dt="2021-04-10T05:26:11.325" v="4855" actId="1036"/>
          <ac:spMkLst>
            <pc:docMk/>
            <pc:sldMk cId="917038514" sldId="302"/>
            <ac:spMk id="15" creationId="{7A155543-A1A3-4973-98B2-36CC2E4AFCC3}"/>
          </ac:spMkLst>
        </pc:spChg>
        <pc:spChg chg="add mod">
          <ac:chgData name="하권" userId="546ba1eaca679e52" providerId="LiveId" clId="{3A7432F6-E500-4FD2-99D9-4DE488A16F80}" dt="2021-04-10T05:26:23.375" v="4865"/>
          <ac:spMkLst>
            <pc:docMk/>
            <pc:sldMk cId="917038514" sldId="302"/>
            <ac:spMk id="16" creationId="{CA2E3BF2-EF8D-47E7-97CD-31D7D56B518B}"/>
          </ac:spMkLst>
        </pc:spChg>
        <pc:picChg chg="del">
          <ac:chgData name="하권" userId="546ba1eaca679e52" providerId="LiveId" clId="{3A7432F6-E500-4FD2-99D9-4DE488A16F80}" dt="2021-04-10T05:24:23.663" v="4739" actId="478"/>
          <ac:picMkLst>
            <pc:docMk/>
            <pc:sldMk cId="917038514" sldId="302"/>
            <ac:picMk id="5" creationId="{1339E9B2-848B-4B1F-BD12-8EEEF7FFD7B0}"/>
          </ac:picMkLst>
        </pc:picChg>
        <pc:picChg chg="add mod">
          <ac:chgData name="하권" userId="546ba1eaca679e52" providerId="LiveId" clId="{3A7432F6-E500-4FD2-99D9-4DE488A16F80}" dt="2021-04-10T05:25:00.695" v="4816" actId="1076"/>
          <ac:picMkLst>
            <pc:docMk/>
            <pc:sldMk cId="917038514" sldId="302"/>
            <ac:picMk id="6" creationId="{4DB911E4-367D-4C8F-8B1D-0700486808D1}"/>
          </ac:picMkLst>
        </pc:picChg>
        <pc:picChg chg="add mod">
          <ac:chgData name="하권" userId="546ba1eaca679e52" providerId="LiveId" clId="{3A7432F6-E500-4FD2-99D9-4DE488A16F80}" dt="2021-04-10T05:26:05.878" v="4845" actId="1036"/>
          <ac:picMkLst>
            <pc:docMk/>
            <pc:sldMk cId="917038514" sldId="302"/>
            <ac:picMk id="9" creationId="{CF0D35A6-1DF1-4669-B9CC-A739E0CF2340}"/>
          </ac:picMkLst>
        </pc:picChg>
        <pc:picChg chg="add mod ord">
          <ac:chgData name="하권" userId="546ba1eaca679e52" providerId="LiveId" clId="{3A7432F6-E500-4FD2-99D9-4DE488A16F80}" dt="2021-04-10T05:25:27.709" v="4823" actId="14100"/>
          <ac:picMkLst>
            <pc:docMk/>
            <pc:sldMk cId="917038514" sldId="302"/>
            <ac:picMk id="11" creationId="{92D6D963-573A-4ABB-A7B4-CA185716937F}"/>
          </ac:picMkLst>
        </pc:picChg>
        <pc:picChg chg="add del">
          <ac:chgData name="하권" userId="546ba1eaca679e52" providerId="LiveId" clId="{3A7432F6-E500-4FD2-99D9-4DE488A16F80}" dt="2021-04-10T05:29:51.964" v="5007" actId="478"/>
          <ac:picMkLst>
            <pc:docMk/>
            <pc:sldMk cId="917038514" sldId="302"/>
            <ac:picMk id="18" creationId="{4783E57D-EABC-49D3-BA52-A466FF737912}"/>
          </ac:picMkLst>
        </pc:picChg>
        <pc:cxnChg chg="add mod">
          <ac:chgData name="하권" userId="546ba1eaca679e52" providerId="LiveId" clId="{3A7432F6-E500-4FD2-99D9-4DE488A16F80}" dt="2021-04-10T05:25:43.439" v="4827" actId="1582"/>
          <ac:cxnSpMkLst>
            <pc:docMk/>
            <pc:sldMk cId="917038514" sldId="302"/>
            <ac:cxnSpMk id="13" creationId="{FFE1FA68-BF71-4671-B318-FF9EB320E4E5}"/>
          </ac:cxnSpMkLst>
        </pc:cxnChg>
      </pc:sldChg>
      <pc:sldChg chg="addSp delSp modSp add mod">
        <pc:chgData name="하권" userId="546ba1eaca679e52" providerId="LiveId" clId="{3A7432F6-E500-4FD2-99D9-4DE488A16F80}" dt="2021-04-10T11:23:49.379" v="7706"/>
        <pc:sldMkLst>
          <pc:docMk/>
          <pc:sldMk cId="82590328" sldId="303"/>
        </pc:sldMkLst>
        <pc:spChg chg="mod">
          <ac:chgData name="하권" userId="546ba1eaca679e52" providerId="LiveId" clId="{3A7432F6-E500-4FD2-99D9-4DE488A16F80}" dt="2021-04-10T11:23:49.379" v="7706"/>
          <ac:spMkLst>
            <pc:docMk/>
            <pc:sldMk cId="82590328" sldId="303"/>
            <ac:spMk id="3" creationId="{58C784A5-6695-45D3-A855-5CEE54C8D718}"/>
          </ac:spMkLst>
        </pc:spChg>
        <pc:spChg chg="add del mod">
          <ac:chgData name="하권" userId="546ba1eaca679e52" providerId="LiveId" clId="{3A7432F6-E500-4FD2-99D9-4DE488A16F80}" dt="2021-04-10T05:28:07.205" v="4972" actId="1076"/>
          <ac:spMkLst>
            <pc:docMk/>
            <pc:sldMk cId="82590328" sldId="303"/>
            <ac:spMk id="7" creationId="{2FFADAFB-5AC4-4E82-859C-E5BF79945BFE}"/>
          </ac:spMkLst>
        </pc:spChg>
        <pc:spChg chg="mod">
          <ac:chgData name="하권" userId="546ba1eaca679e52" providerId="LiveId" clId="{3A7432F6-E500-4FD2-99D9-4DE488A16F80}" dt="2021-04-10T05:28:07.205" v="4972" actId="1076"/>
          <ac:spMkLst>
            <pc:docMk/>
            <pc:sldMk cId="82590328" sldId="303"/>
            <ac:spMk id="8" creationId="{E95C22BF-380E-4C9D-8688-C94D0B4D1102}"/>
          </ac:spMkLst>
        </pc:spChg>
        <pc:spChg chg="del">
          <ac:chgData name="하권" userId="546ba1eaca679e52" providerId="LiveId" clId="{3A7432F6-E500-4FD2-99D9-4DE488A16F80}" dt="2021-04-10T05:27:30.070" v="4884" actId="478"/>
          <ac:spMkLst>
            <pc:docMk/>
            <pc:sldMk cId="82590328" sldId="303"/>
            <ac:spMk id="14" creationId="{C606A541-C995-49A3-B20F-CF88E62A079D}"/>
          </ac:spMkLst>
        </pc:spChg>
        <pc:spChg chg="del">
          <ac:chgData name="하권" userId="546ba1eaca679e52" providerId="LiveId" clId="{3A7432F6-E500-4FD2-99D9-4DE488A16F80}" dt="2021-04-10T05:27:29.583" v="4883" actId="478"/>
          <ac:spMkLst>
            <pc:docMk/>
            <pc:sldMk cId="82590328" sldId="303"/>
            <ac:spMk id="15" creationId="{7A155543-A1A3-4973-98B2-36CC2E4AFCC3}"/>
          </ac:spMkLst>
        </pc:spChg>
        <pc:spChg chg="del">
          <ac:chgData name="하권" userId="546ba1eaca679e52" providerId="LiveId" clId="{3A7432F6-E500-4FD2-99D9-4DE488A16F80}" dt="2021-04-10T05:27:30.671" v="4885" actId="478"/>
          <ac:spMkLst>
            <pc:docMk/>
            <pc:sldMk cId="82590328" sldId="303"/>
            <ac:spMk id="16" creationId="{CA2E3BF2-EF8D-47E7-97CD-31D7D56B518B}"/>
          </ac:spMkLst>
        </pc:spChg>
        <pc:spChg chg="add mod">
          <ac:chgData name="하권" userId="546ba1eaca679e52" providerId="LiveId" clId="{3A7432F6-E500-4FD2-99D9-4DE488A16F80}" dt="2021-04-10T05:29:18.775" v="5004"/>
          <ac:spMkLst>
            <pc:docMk/>
            <pc:sldMk cId="82590328" sldId="303"/>
            <ac:spMk id="19" creationId="{925378BD-A541-4422-BF86-EC536364D5DF}"/>
          </ac:spMkLst>
        </pc:spChg>
        <pc:picChg chg="add del">
          <ac:chgData name="하권" userId="546ba1eaca679e52" providerId="LiveId" clId="{3A7432F6-E500-4FD2-99D9-4DE488A16F80}" dt="2021-04-10T05:27:15.024" v="4876" actId="22"/>
          <ac:picMkLst>
            <pc:docMk/>
            <pc:sldMk cId="82590328" sldId="303"/>
            <ac:picMk id="5" creationId="{EC34FE85-AFDD-40AD-B56B-172642ABE034}"/>
          </ac:picMkLst>
        </pc:picChg>
        <pc:picChg chg="add del mod ord">
          <ac:chgData name="하권" userId="546ba1eaca679e52" providerId="LiveId" clId="{3A7432F6-E500-4FD2-99D9-4DE488A16F80}" dt="2021-04-10T05:28:07.205" v="4972" actId="1076"/>
          <ac:picMkLst>
            <pc:docMk/>
            <pc:sldMk cId="82590328" sldId="303"/>
            <ac:picMk id="6" creationId="{4DB911E4-367D-4C8F-8B1D-0700486808D1}"/>
          </ac:picMkLst>
        </pc:picChg>
        <pc:picChg chg="add del">
          <ac:chgData name="하권" userId="546ba1eaca679e52" providerId="LiveId" clId="{3A7432F6-E500-4FD2-99D9-4DE488A16F80}" dt="2021-04-10T05:27:18.007" v="4879" actId="478"/>
          <ac:picMkLst>
            <pc:docMk/>
            <pc:sldMk cId="82590328" sldId="303"/>
            <ac:picMk id="9" creationId="{CF0D35A6-1DF1-4669-B9CC-A739E0CF2340}"/>
          </ac:picMkLst>
        </pc:picChg>
        <pc:picChg chg="add del">
          <ac:chgData name="하권" userId="546ba1eaca679e52" providerId="LiveId" clId="{3A7432F6-E500-4FD2-99D9-4DE488A16F80}" dt="2021-04-10T05:27:35.870" v="4889" actId="478"/>
          <ac:picMkLst>
            <pc:docMk/>
            <pc:sldMk cId="82590328" sldId="303"/>
            <ac:picMk id="11" creationId="{92D6D963-573A-4ABB-A7B4-CA185716937F}"/>
          </ac:picMkLst>
        </pc:picChg>
        <pc:picChg chg="add mod ord">
          <ac:chgData name="하권" userId="546ba1eaca679e52" providerId="LiveId" clId="{3A7432F6-E500-4FD2-99D9-4DE488A16F80}" dt="2021-04-10T05:28:07.205" v="4972" actId="1076"/>
          <ac:picMkLst>
            <pc:docMk/>
            <pc:sldMk cId="82590328" sldId="303"/>
            <ac:picMk id="12" creationId="{EE5203A2-78F1-4F90-9B64-D716A850E4B3}"/>
          </ac:picMkLst>
        </pc:picChg>
        <pc:picChg chg="add mod ord">
          <ac:chgData name="하권" userId="546ba1eaca679e52" providerId="LiveId" clId="{3A7432F6-E500-4FD2-99D9-4DE488A16F80}" dt="2021-04-10T05:28:39.589" v="4977" actId="1076"/>
          <ac:picMkLst>
            <pc:docMk/>
            <pc:sldMk cId="82590328" sldId="303"/>
            <ac:picMk id="18" creationId="{602EF849-27BE-46AB-A110-420C5C830D81}"/>
          </ac:picMkLst>
        </pc:picChg>
        <pc:cxnChg chg="mod">
          <ac:chgData name="하권" userId="546ba1eaca679e52" providerId="LiveId" clId="{3A7432F6-E500-4FD2-99D9-4DE488A16F80}" dt="2021-04-10T05:28:07.205" v="4972" actId="1076"/>
          <ac:cxnSpMkLst>
            <pc:docMk/>
            <pc:sldMk cId="82590328" sldId="303"/>
            <ac:cxnSpMk id="13" creationId="{FFE1FA68-BF71-4671-B318-FF9EB320E4E5}"/>
          </ac:cxnSpMkLst>
        </pc:cxnChg>
      </pc:sldChg>
      <pc:sldChg chg="addSp delSp modSp add mod">
        <pc:chgData name="하권" userId="546ba1eaca679e52" providerId="LiveId" clId="{3A7432F6-E500-4FD2-99D9-4DE488A16F80}" dt="2021-04-10T11:23:54.535" v="7708"/>
        <pc:sldMkLst>
          <pc:docMk/>
          <pc:sldMk cId="4146443350" sldId="304"/>
        </pc:sldMkLst>
        <pc:spChg chg="mod">
          <ac:chgData name="하권" userId="546ba1eaca679e52" providerId="LiveId" clId="{3A7432F6-E500-4FD2-99D9-4DE488A16F80}" dt="2021-04-10T11:23:54.535" v="7708"/>
          <ac:spMkLst>
            <pc:docMk/>
            <pc:sldMk cId="4146443350" sldId="304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5:29:57.335" v="5013" actId="478"/>
          <ac:spMkLst>
            <pc:docMk/>
            <pc:sldMk cId="4146443350" sldId="304"/>
            <ac:spMk id="7" creationId="{2FFADAFB-5AC4-4E82-859C-E5BF79945BFE}"/>
          </ac:spMkLst>
        </pc:spChg>
        <pc:spChg chg="del">
          <ac:chgData name="하권" userId="546ba1eaca679e52" providerId="LiveId" clId="{3A7432F6-E500-4FD2-99D9-4DE488A16F80}" dt="2021-04-10T05:29:56.599" v="5012" actId="478"/>
          <ac:spMkLst>
            <pc:docMk/>
            <pc:sldMk cId="4146443350" sldId="304"/>
            <ac:spMk id="8" creationId="{E95C22BF-380E-4C9D-8688-C94D0B4D1102}"/>
          </ac:spMkLst>
        </pc:spChg>
        <pc:spChg chg="del">
          <ac:chgData name="하권" userId="546ba1eaca679e52" providerId="LiveId" clId="{3A7432F6-E500-4FD2-99D9-4DE488A16F80}" dt="2021-04-10T05:29:58.582" v="5016" actId="478"/>
          <ac:spMkLst>
            <pc:docMk/>
            <pc:sldMk cId="4146443350" sldId="304"/>
            <ac:spMk id="14" creationId="{C606A541-C995-49A3-B20F-CF88E62A079D}"/>
          </ac:spMkLst>
        </pc:spChg>
        <pc:spChg chg="del">
          <ac:chgData name="하권" userId="546ba1eaca679e52" providerId="LiveId" clId="{3A7432F6-E500-4FD2-99D9-4DE488A16F80}" dt="2021-04-10T05:29:58.191" v="5015" actId="478"/>
          <ac:spMkLst>
            <pc:docMk/>
            <pc:sldMk cId="4146443350" sldId="304"/>
            <ac:spMk id="15" creationId="{7A155543-A1A3-4973-98B2-36CC2E4AFCC3}"/>
          </ac:spMkLst>
        </pc:spChg>
        <pc:spChg chg="del">
          <ac:chgData name="하권" userId="546ba1eaca679e52" providerId="LiveId" clId="{3A7432F6-E500-4FD2-99D9-4DE488A16F80}" dt="2021-04-10T05:29:58.894" v="5017" actId="478"/>
          <ac:spMkLst>
            <pc:docMk/>
            <pc:sldMk cId="4146443350" sldId="304"/>
            <ac:spMk id="16" creationId="{CA2E3BF2-EF8D-47E7-97CD-31D7D56B518B}"/>
          </ac:spMkLst>
        </pc:spChg>
        <pc:spChg chg="add mod">
          <ac:chgData name="하권" userId="546ba1eaca679e52" providerId="LiveId" clId="{3A7432F6-E500-4FD2-99D9-4DE488A16F80}" dt="2021-04-10T05:30:55.581" v="5128" actId="1038"/>
          <ac:spMkLst>
            <pc:docMk/>
            <pc:sldMk cId="4146443350" sldId="304"/>
            <ac:spMk id="19" creationId="{9280C2C0-C44A-43CB-B855-A0C1B892649A}"/>
          </ac:spMkLst>
        </pc:spChg>
        <pc:spChg chg="add mod">
          <ac:chgData name="하권" userId="546ba1eaca679e52" providerId="LiveId" clId="{3A7432F6-E500-4FD2-99D9-4DE488A16F80}" dt="2021-04-10T05:30:55.581" v="5128" actId="1038"/>
          <ac:spMkLst>
            <pc:docMk/>
            <pc:sldMk cId="4146443350" sldId="304"/>
            <ac:spMk id="20" creationId="{8CAB936D-1CF9-4574-AACC-1AFFA71105D9}"/>
          </ac:spMkLst>
        </pc:spChg>
        <pc:spChg chg="add mod">
          <ac:chgData name="하권" userId="546ba1eaca679e52" providerId="LiveId" clId="{3A7432F6-E500-4FD2-99D9-4DE488A16F80}" dt="2021-04-10T05:30:55.581" v="5128" actId="1038"/>
          <ac:spMkLst>
            <pc:docMk/>
            <pc:sldMk cId="4146443350" sldId="304"/>
            <ac:spMk id="21" creationId="{7F91257D-7F54-409F-9F43-C778303C87CC}"/>
          </ac:spMkLst>
        </pc:spChg>
        <pc:spChg chg="add mod">
          <ac:chgData name="하권" userId="546ba1eaca679e52" providerId="LiveId" clId="{3A7432F6-E500-4FD2-99D9-4DE488A16F80}" dt="2021-04-10T05:30:55.581" v="5128" actId="1038"/>
          <ac:spMkLst>
            <pc:docMk/>
            <pc:sldMk cId="4146443350" sldId="304"/>
            <ac:spMk id="22" creationId="{35471A1E-F6E9-4CD6-B526-95F6AF692405}"/>
          </ac:spMkLst>
        </pc:spChg>
        <pc:picChg chg="del">
          <ac:chgData name="하권" userId="546ba1eaca679e52" providerId="LiveId" clId="{3A7432F6-E500-4FD2-99D9-4DE488A16F80}" dt="2021-04-10T05:29:55.533" v="5011" actId="478"/>
          <ac:picMkLst>
            <pc:docMk/>
            <pc:sldMk cId="4146443350" sldId="304"/>
            <ac:picMk id="6" creationId="{4DB911E4-367D-4C8F-8B1D-0700486808D1}"/>
          </ac:picMkLst>
        </pc:picChg>
        <pc:picChg chg="del">
          <ac:chgData name="하권" userId="546ba1eaca679e52" providerId="LiveId" clId="{3A7432F6-E500-4FD2-99D9-4DE488A16F80}" dt="2021-04-10T05:29:55.069" v="5010" actId="478"/>
          <ac:picMkLst>
            <pc:docMk/>
            <pc:sldMk cId="4146443350" sldId="304"/>
            <ac:picMk id="9" creationId="{CF0D35A6-1DF1-4669-B9CC-A739E0CF2340}"/>
          </ac:picMkLst>
        </pc:picChg>
        <pc:picChg chg="del">
          <ac:chgData name="하권" userId="546ba1eaca679e52" providerId="LiveId" clId="{3A7432F6-E500-4FD2-99D9-4DE488A16F80}" dt="2021-04-10T05:29:54.764" v="5009" actId="478"/>
          <ac:picMkLst>
            <pc:docMk/>
            <pc:sldMk cId="4146443350" sldId="304"/>
            <ac:picMk id="11" creationId="{92D6D963-573A-4ABB-A7B4-CA185716937F}"/>
          </ac:picMkLst>
        </pc:picChg>
        <pc:picChg chg="add mod">
          <ac:chgData name="하권" userId="546ba1eaca679e52" providerId="LiveId" clId="{3A7432F6-E500-4FD2-99D9-4DE488A16F80}" dt="2021-04-10T05:30:42.253" v="5118" actId="1076"/>
          <ac:picMkLst>
            <pc:docMk/>
            <pc:sldMk cId="4146443350" sldId="304"/>
            <ac:picMk id="17" creationId="{FEA303EA-CC13-45C8-8C9C-1AD0A47A6BD9}"/>
          </ac:picMkLst>
        </pc:picChg>
        <pc:picChg chg="mod">
          <ac:chgData name="하권" userId="546ba1eaca679e52" providerId="LiveId" clId="{3A7432F6-E500-4FD2-99D9-4DE488A16F80}" dt="2021-04-10T05:30:38.950" v="5117" actId="1076"/>
          <ac:picMkLst>
            <pc:docMk/>
            <pc:sldMk cId="4146443350" sldId="304"/>
            <ac:picMk id="18" creationId="{4783E57D-EABC-49D3-BA52-A466FF737912}"/>
          </ac:picMkLst>
        </pc:picChg>
        <pc:cxnChg chg="del mod">
          <ac:chgData name="하권" userId="546ba1eaca679e52" providerId="LiveId" clId="{3A7432F6-E500-4FD2-99D9-4DE488A16F80}" dt="2021-04-10T05:29:57.822" v="5014" actId="478"/>
          <ac:cxnSpMkLst>
            <pc:docMk/>
            <pc:sldMk cId="4146443350" sldId="304"/>
            <ac:cxnSpMk id="13" creationId="{FFE1FA68-BF71-4671-B318-FF9EB320E4E5}"/>
          </ac:cxnSpMkLst>
        </pc:cxnChg>
      </pc:sldChg>
      <pc:sldChg chg="addSp delSp modSp add mod">
        <pc:chgData name="하권" userId="546ba1eaca679e52" providerId="LiveId" clId="{3A7432F6-E500-4FD2-99D9-4DE488A16F80}" dt="2021-04-10T11:23:57.994" v="7709"/>
        <pc:sldMkLst>
          <pc:docMk/>
          <pc:sldMk cId="2823072446" sldId="305"/>
        </pc:sldMkLst>
        <pc:spChg chg="mod">
          <ac:chgData name="하권" userId="546ba1eaca679e52" providerId="LiveId" clId="{3A7432F6-E500-4FD2-99D9-4DE488A16F80}" dt="2021-04-10T11:23:57.994" v="7709"/>
          <ac:spMkLst>
            <pc:docMk/>
            <pc:sldMk cId="2823072446" sldId="305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5:32:28.077" v="5173" actId="478"/>
          <ac:spMkLst>
            <pc:docMk/>
            <pc:sldMk cId="2823072446" sldId="305"/>
            <ac:spMk id="19" creationId="{9280C2C0-C44A-43CB-B855-A0C1B892649A}"/>
          </ac:spMkLst>
        </pc:spChg>
        <pc:spChg chg="del">
          <ac:chgData name="하권" userId="546ba1eaca679e52" providerId="LiveId" clId="{3A7432F6-E500-4FD2-99D9-4DE488A16F80}" dt="2021-04-10T05:32:28.393" v="5174" actId="478"/>
          <ac:spMkLst>
            <pc:docMk/>
            <pc:sldMk cId="2823072446" sldId="305"/>
            <ac:spMk id="20" creationId="{8CAB936D-1CF9-4574-AACC-1AFFA71105D9}"/>
          </ac:spMkLst>
        </pc:spChg>
        <pc:spChg chg="del">
          <ac:chgData name="하권" userId="546ba1eaca679e52" providerId="LiveId" clId="{3A7432F6-E500-4FD2-99D9-4DE488A16F80}" dt="2021-04-10T05:32:27.750" v="5172" actId="478"/>
          <ac:spMkLst>
            <pc:docMk/>
            <pc:sldMk cId="2823072446" sldId="305"/>
            <ac:spMk id="21" creationId="{7F91257D-7F54-409F-9F43-C778303C87CC}"/>
          </ac:spMkLst>
        </pc:spChg>
        <pc:spChg chg="del">
          <ac:chgData name="하권" userId="546ba1eaca679e52" providerId="LiveId" clId="{3A7432F6-E500-4FD2-99D9-4DE488A16F80}" dt="2021-04-10T05:32:27.463" v="5171" actId="478"/>
          <ac:spMkLst>
            <pc:docMk/>
            <pc:sldMk cId="2823072446" sldId="305"/>
            <ac:spMk id="22" creationId="{35471A1E-F6E9-4CD6-B526-95F6AF692405}"/>
          </ac:spMkLst>
        </pc:spChg>
        <pc:picChg chg="add mod">
          <ac:chgData name="하권" userId="546ba1eaca679e52" providerId="LiveId" clId="{3A7432F6-E500-4FD2-99D9-4DE488A16F80}" dt="2021-04-10T05:32:37.773" v="5177" actId="1076"/>
          <ac:picMkLst>
            <pc:docMk/>
            <pc:sldMk cId="2823072446" sldId="305"/>
            <ac:picMk id="5" creationId="{BC058AC6-C17E-4611-ABC1-9E6495E63DB9}"/>
          </ac:picMkLst>
        </pc:picChg>
        <pc:picChg chg="del">
          <ac:chgData name="하권" userId="546ba1eaca679e52" providerId="LiveId" clId="{3A7432F6-E500-4FD2-99D9-4DE488A16F80}" dt="2021-04-10T05:32:26.412" v="5170" actId="478"/>
          <ac:picMkLst>
            <pc:docMk/>
            <pc:sldMk cId="2823072446" sldId="305"/>
            <ac:picMk id="17" creationId="{FEA303EA-CC13-45C8-8C9C-1AD0A47A6BD9}"/>
          </ac:picMkLst>
        </pc:picChg>
        <pc:picChg chg="del">
          <ac:chgData name="하권" userId="546ba1eaca679e52" providerId="LiveId" clId="{3A7432F6-E500-4FD2-99D9-4DE488A16F80}" dt="2021-04-10T05:32:28.789" v="5175" actId="478"/>
          <ac:picMkLst>
            <pc:docMk/>
            <pc:sldMk cId="2823072446" sldId="305"/>
            <ac:picMk id="18" creationId="{4783E57D-EABC-49D3-BA52-A466FF737912}"/>
          </ac:picMkLst>
        </pc:picChg>
      </pc:sldChg>
      <pc:sldChg chg="add del">
        <pc:chgData name="하권" userId="546ba1eaca679e52" providerId="LiveId" clId="{3A7432F6-E500-4FD2-99D9-4DE488A16F80}" dt="2021-04-10T11:24:00.565" v="7710" actId="47"/>
        <pc:sldMkLst>
          <pc:docMk/>
          <pc:sldMk cId="3033866856" sldId="306"/>
        </pc:sldMkLst>
      </pc:sldChg>
      <pc:sldChg chg="addSp delSp modSp add mod">
        <pc:chgData name="하권" userId="546ba1eaca679e52" providerId="LiveId" clId="{3A7432F6-E500-4FD2-99D9-4DE488A16F80}" dt="2021-04-10T11:24:06.833" v="7711"/>
        <pc:sldMkLst>
          <pc:docMk/>
          <pc:sldMk cId="1599126309" sldId="307"/>
        </pc:sldMkLst>
        <pc:spChg chg="mod">
          <ac:chgData name="하권" userId="546ba1eaca679e52" providerId="LiveId" clId="{3A7432F6-E500-4FD2-99D9-4DE488A16F80}" dt="2021-04-10T11:24:06.833" v="7711"/>
          <ac:spMkLst>
            <pc:docMk/>
            <pc:sldMk cId="1599126309" sldId="307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05:34:51.180" v="5314" actId="1076"/>
          <ac:spMkLst>
            <pc:docMk/>
            <pc:sldMk cId="1599126309" sldId="307"/>
            <ac:spMk id="8" creationId="{4FEA3BB6-5726-4AB0-8411-7F2F89196A74}"/>
          </ac:spMkLst>
        </pc:spChg>
        <pc:spChg chg="add mod">
          <ac:chgData name="하권" userId="546ba1eaca679e52" providerId="LiveId" clId="{3A7432F6-E500-4FD2-99D9-4DE488A16F80}" dt="2021-04-10T05:34:51.180" v="5314" actId="1076"/>
          <ac:spMkLst>
            <pc:docMk/>
            <pc:sldMk cId="1599126309" sldId="307"/>
            <ac:spMk id="9" creationId="{D1CB3559-68CD-4806-906C-CFEA99CC8917}"/>
          </ac:spMkLst>
        </pc:spChg>
        <pc:spChg chg="add mod">
          <ac:chgData name="하권" userId="546ba1eaca679e52" providerId="LiveId" clId="{3A7432F6-E500-4FD2-99D9-4DE488A16F80}" dt="2021-04-10T05:36:40.139" v="5315" actId="1076"/>
          <ac:spMkLst>
            <pc:docMk/>
            <pc:sldMk cId="1599126309" sldId="307"/>
            <ac:spMk id="10" creationId="{FD82D25F-BE3C-4820-BE1C-88B2C94E23B1}"/>
          </ac:spMkLst>
        </pc:spChg>
        <pc:spChg chg="add mod">
          <ac:chgData name="하권" userId="546ba1eaca679e52" providerId="LiveId" clId="{3A7432F6-E500-4FD2-99D9-4DE488A16F80}" dt="2021-04-10T05:49:06" v="5329" actId="1076"/>
          <ac:spMkLst>
            <pc:docMk/>
            <pc:sldMk cId="1599126309" sldId="307"/>
            <ac:spMk id="11" creationId="{AE02F74F-8EEE-40B2-BE48-566E365E6A5C}"/>
          </ac:spMkLst>
        </pc:spChg>
        <pc:picChg chg="del">
          <ac:chgData name="하권" userId="546ba1eaca679e52" providerId="LiveId" clId="{3A7432F6-E500-4FD2-99D9-4DE488A16F80}" dt="2021-04-10T05:34:20.893" v="5309" actId="478"/>
          <ac:picMkLst>
            <pc:docMk/>
            <pc:sldMk cId="1599126309" sldId="307"/>
            <ac:picMk id="5" creationId="{BC058AC6-C17E-4611-ABC1-9E6495E63DB9}"/>
          </ac:picMkLst>
        </pc:picChg>
        <pc:picChg chg="add del mod">
          <ac:chgData name="하권" userId="546ba1eaca679e52" providerId="LiveId" clId="{3A7432F6-E500-4FD2-99D9-4DE488A16F80}" dt="2021-04-10T05:48:11.979" v="5316" actId="478"/>
          <ac:picMkLst>
            <pc:docMk/>
            <pc:sldMk cId="1599126309" sldId="307"/>
            <ac:picMk id="6" creationId="{12A2D792-94FD-4637-91A4-88E24C10FF50}"/>
          </ac:picMkLst>
        </pc:picChg>
        <pc:picChg chg="add mod modCrop">
          <ac:chgData name="하권" userId="546ba1eaca679e52" providerId="LiveId" clId="{3A7432F6-E500-4FD2-99D9-4DE488A16F80}" dt="2021-04-10T05:55:42.967" v="5394" actId="732"/>
          <ac:picMkLst>
            <pc:docMk/>
            <pc:sldMk cId="1599126309" sldId="307"/>
            <ac:picMk id="7" creationId="{08FEE386-DE50-493C-97F0-F5200087EA6C}"/>
          </ac:picMkLst>
        </pc:picChg>
        <pc:picChg chg="add del mod ord">
          <ac:chgData name="하권" userId="546ba1eaca679e52" providerId="LiveId" clId="{3A7432F6-E500-4FD2-99D9-4DE488A16F80}" dt="2021-04-10T05:48:39.641" v="5320" actId="478"/>
          <ac:picMkLst>
            <pc:docMk/>
            <pc:sldMk cId="1599126309" sldId="307"/>
            <ac:picMk id="13" creationId="{B7A688A5-1357-40F6-A1E0-28FCB1CDE16A}"/>
          </ac:picMkLst>
        </pc:picChg>
        <pc:picChg chg="add del mod ord">
          <ac:chgData name="하권" userId="546ba1eaca679e52" providerId="LiveId" clId="{3A7432F6-E500-4FD2-99D9-4DE488A16F80}" dt="2021-04-10T05:48:52.985" v="5324" actId="478"/>
          <ac:picMkLst>
            <pc:docMk/>
            <pc:sldMk cId="1599126309" sldId="307"/>
            <ac:picMk id="15" creationId="{B474AE6E-9179-4F0C-9D0B-B4ECD1486E97}"/>
          </ac:picMkLst>
        </pc:picChg>
        <pc:picChg chg="add mod ord modCrop">
          <ac:chgData name="하권" userId="546ba1eaca679e52" providerId="LiveId" clId="{3A7432F6-E500-4FD2-99D9-4DE488A16F80}" dt="2021-04-10T05:51:06.553" v="5330" actId="732"/>
          <ac:picMkLst>
            <pc:docMk/>
            <pc:sldMk cId="1599126309" sldId="307"/>
            <ac:picMk id="17" creationId="{726C64E2-8023-4A13-83C3-6AE1B1184817}"/>
          </ac:picMkLst>
        </pc:picChg>
        <pc:picChg chg="add del">
          <ac:chgData name="하권" userId="546ba1eaca679e52" providerId="LiveId" clId="{3A7432F6-E500-4FD2-99D9-4DE488A16F80}" dt="2021-04-10T05:51:13.131" v="5333" actId="478"/>
          <ac:picMkLst>
            <pc:docMk/>
            <pc:sldMk cId="1599126309" sldId="307"/>
            <ac:picMk id="19" creationId="{1E2A2C9C-7874-455F-8849-A3389157A095}"/>
          </ac:picMkLst>
        </pc:picChg>
      </pc:sldChg>
      <pc:sldChg chg="addSp delSp modSp add mod">
        <pc:chgData name="하권" userId="546ba1eaca679e52" providerId="LiveId" clId="{3A7432F6-E500-4FD2-99D9-4DE488A16F80}" dt="2021-04-10T11:24:16.387" v="7712"/>
        <pc:sldMkLst>
          <pc:docMk/>
          <pc:sldMk cId="674775642" sldId="308"/>
        </pc:sldMkLst>
        <pc:spChg chg="mod">
          <ac:chgData name="하권" userId="546ba1eaca679e52" providerId="LiveId" clId="{3A7432F6-E500-4FD2-99D9-4DE488A16F80}" dt="2021-04-10T11:24:16.387" v="7712"/>
          <ac:spMkLst>
            <pc:docMk/>
            <pc:sldMk cId="674775642" sldId="308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5:51:15.732" v="5336" actId="478"/>
          <ac:spMkLst>
            <pc:docMk/>
            <pc:sldMk cId="674775642" sldId="308"/>
            <ac:spMk id="9" creationId="{D1CB3559-68CD-4806-906C-CFEA99CC8917}"/>
          </ac:spMkLst>
        </pc:spChg>
        <pc:spChg chg="del">
          <ac:chgData name="하권" userId="546ba1eaca679e52" providerId="LiveId" clId="{3A7432F6-E500-4FD2-99D9-4DE488A16F80}" dt="2021-04-10T05:51:16.905" v="5337" actId="478"/>
          <ac:spMkLst>
            <pc:docMk/>
            <pc:sldMk cId="674775642" sldId="308"/>
            <ac:spMk id="10" creationId="{FD82D25F-BE3C-4820-BE1C-88B2C94E23B1}"/>
          </ac:spMkLst>
        </pc:spChg>
        <pc:spChg chg="add del">
          <ac:chgData name="하권" userId="546ba1eaca679e52" providerId="LiveId" clId="{3A7432F6-E500-4FD2-99D9-4DE488A16F80}" dt="2021-04-10T05:54:10.209" v="5373" actId="22"/>
          <ac:spMkLst>
            <pc:docMk/>
            <pc:sldMk cId="674775642" sldId="308"/>
            <ac:spMk id="12" creationId="{B5B88206-8B07-41D2-A15B-92EBD791C1AF}"/>
          </ac:spMkLst>
        </pc:spChg>
        <pc:spChg chg="add mod">
          <ac:chgData name="하권" userId="546ba1eaca679e52" providerId="LiveId" clId="{3A7432F6-E500-4FD2-99D9-4DE488A16F80}" dt="2021-04-10T05:55:01.809" v="5383" actId="1076"/>
          <ac:spMkLst>
            <pc:docMk/>
            <pc:sldMk cId="674775642" sldId="308"/>
            <ac:spMk id="14" creationId="{C0EB04AC-2187-4FDF-875C-4EDBC1F06F6C}"/>
          </ac:spMkLst>
        </pc:spChg>
        <pc:spChg chg="add mod">
          <ac:chgData name="하권" userId="546ba1eaca679e52" providerId="LiveId" clId="{3A7432F6-E500-4FD2-99D9-4DE488A16F80}" dt="2021-04-10T05:55:01.809" v="5383" actId="1076"/>
          <ac:spMkLst>
            <pc:docMk/>
            <pc:sldMk cId="674775642" sldId="308"/>
            <ac:spMk id="15" creationId="{3F292E79-99DF-4915-AE0D-F7142B338738}"/>
          </ac:spMkLst>
        </pc:spChg>
        <pc:spChg chg="add mod">
          <ac:chgData name="하권" userId="546ba1eaca679e52" providerId="LiveId" clId="{3A7432F6-E500-4FD2-99D9-4DE488A16F80}" dt="2021-04-10T05:55:01.809" v="5383" actId="1076"/>
          <ac:spMkLst>
            <pc:docMk/>
            <pc:sldMk cId="674775642" sldId="308"/>
            <ac:spMk id="16" creationId="{7123D70C-07C8-4A1B-91C0-DD118E291963}"/>
          </ac:spMkLst>
        </pc:spChg>
        <pc:picChg chg="del">
          <ac:chgData name="하권" userId="546ba1eaca679e52" providerId="LiveId" clId="{3A7432F6-E500-4FD2-99D9-4DE488A16F80}" dt="2021-04-10T05:51:15.177" v="5335" actId="478"/>
          <ac:picMkLst>
            <pc:docMk/>
            <pc:sldMk cId="674775642" sldId="308"/>
            <ac:picMk id="7" creationId="{08FEE386-DE50-493C-97F0-F5200087EA6C}"/>
          </ac:picMkLst>
        </pc:picChg>
        <pc:picChg chg="add mod">
          <ac:chgData name="하권" userId="546ba1eaca679e52" providerId="LiveId" clId="{3A7432F6-E500-4FD2-99D9-4DE488A16F80}" dt="2021-04-10T05:55:01.809" v="5383" actId="1076"/>
          <ac:picMkLst>
            <pc:docMk/>
            <pc:sldMk cId="674775642" sldId="308"/>
            <ac:picMk id="13" creationId="{CD598A4A-2620-43A3-94EC-FA4EEA0538D2}"/>
          </ac:picMkLst>
        </pc:picChg>
        <pc:picChg chg="del">
          <ac:chgData name="하권" userId="546ba1eaca679e52" providerId="LiveId" clId="{3A7432F6-E500-4FD2-99D9-4DE488A16F80}" dt="2021-04-10T05:51:14.730" v="5334" actId="478"/>
          <ac:picMkLst>
            <pc:docMk/>
            <pc:sldMk cId="674775642" sldId="308"/>
            <ac:picMk id="17" creationId="{726C64E2-8023-4A13-83C3-6AE1B1184817}"/>
          </ac:picMkLst>
        </pc:picChg>
        <pc:picChg chg="mod">
          <ac:chgData name="하권" userId="546ba1eaca679e52" providerId="LiveId" clId="{3A7432F6-E500-4FD2-99D9-4DE488A16F80}" dt="2021-04-10T05:51:18.233" v="5338" actId="1076"/>
          <ac:picMkLst>
            <pc:docMk/>
            <pc:sldMk cId="674775642" sldId="308"/>
            <ac:picMk id="19" creationId="{1E2A2C9C-7874-455F-8849-A3389157A095}"/>
          </ac:picMkLst>
        </pc:picChg>
      </pc:sldChg>
      <pc:sldChg chg="addSp delSp modSp add mod">
        <pc:chgData name="하권" userId="546ba1eaca679e52" providerId="LiveId" clId="{3A7432F6-E500-4FD2-99D9-4DE488A16F80}" dt="2021-04-10T11:24:21.552" v="7713"/>
        <pc:sldMkLst>
          <pc:docMk/>
          <pc:sldMk cId="3390212345" sldId="309"/>
        </pc:sldMkLst>
        <pc:spChg chg="mod">
          <ac:chgData name="하권" userId="546ba1eaca679e52" providerId="LiveId" clId="{3A7432F6-E500-4FD2-99D9-4DE488A16F80}" dt="2021-04-10T11:24:21.552" v="7713"/>
          <ac:spMkLst>
            <pc:docMk/>
            <pc:sldMk cId="3390212345" sldId="309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5:56:36.233" v="5399" actId="478"/>
          <ac:spMkLst>
            <pc:docMk/>
            <pc:sldMk cId="3390212345" sldId="309"/>
            <ac:spMk id="11" creationId="{AE02F74F-8EEE-40B2-BE48-566E365E6A5C}"/>
          </ac:spMkLst>
        </pc:spChg>
        <pc:spChg chg="add mod">
          <ac:chgData name="하권" userId="546ba1eaca679e52" providerId="LiveId" clId="{3A7432F6-E500-4FD2-99D9-4DE488A16F80}" dt="2021-04-10T05:56:59.634" v="5405" actId="14100"/>
          <ac:spMkLst>
            <pc:docMk/>
            <pc:sldMk cId="3390212345" sldId="309"/>
            <ac:spMk id="12" creationId="{9EACF44A-6392-49EA-A211-A924E54DFF29}"/>
          </ac:spMkLst>
        </pc:spChg>
        <pc:spChg chg="add mod">
          <ac:chgData name="하권" userId="546ba1eaca679e52" providerId="LiveId" clId="{3A7432F6-E500-4FD2-99D9-4DE488A16F80}" dt="2021-04-10T05:57:02.743" v="5408" actId="1035"/>
          <ac:spMkLst>
            <pc:docMk/>
            <pc:sldMk cId="3390212345" sldId="309"/>
            <ac:spMk id="13" creationId="{6F150177-EDF3-4A03-AC2F-A724E9E2DDA4}"/>
          </ac:spMkLst>
        </pc:spChg>
        <pc:spChg chg="add mod">
          <ac:chgData name="하권" userId="546ba1eaca679e52" providerId="LiveId" clId="{3A7432F6-E500-4FD2-99D9-4DE488A16F80}" dt="2021-04-10T05:57:36.316" v="5411"/>
          <ac:spMkLst>
            <pc:docMk/>
            <pc:sldMk cId="3390212345" sldId="309"/>
            <ac:spMk id="15" creationId="{279BEBA7-6F99-4FD6-982D-D987E42B4210}"/>
          </ac:spMkLst>
        </pc:spChg>
        <pc:spChg chg="add mod">
          <ac:chgData name="하권" userId="546ba1eaca679e52" providerId="LiveId" clId="{3A7432F6-E500-4FD2-99D9-4DE488A16F80}" dt="2021-04-10T05:57:36.316" v="5411"/>
          <ac:spMkLst>
            <pc:docMk/>
            <pc:sldMk cId="3390212345" sldId="309"/>
            <ac:spMk id="16" creationId="{604DF91C-2C43-43AD-A968-F919B7459FEA}"/>
          </ac:spMkLst>
        </pc:spChg>
        <pc:picChg chg="add mod ord">
          <ac:chgData name="하권" userId="546ba1eaca679e52" providerId="LiveId" clId="{3A7432F6-E500-4FD2-99D9-4DE488A16F80}" dt="2021-04-10T05:56:49.304" v="5402" actId="208"/>
          <ac:picMkLst>
            <pc:docMk/>
            <pc:sldMk cId="3390212345" sldId="309"/>
            <ac:picMk id="5" creationId="{67A97A0F-BB06-4153-A724-8343F4A9127E}"/>
          </ac:picMkLst>
        </pc:picChg>
        <pc:picChg chg="add del mod">
          <ac:chgData name="하권" userId="546ba1eaca679e52" providerId="LiveId" clId="{3A7432F6-E500-4FD2-99D9-4DE488A16F80}" dt="2021-04-10T05:57:26.302" v="5410" actId="478"/>
          <ac:picMkLst>
            <pc:docMk/>
            <pc:sldMk cId="3390212345" sldId="309"/>
            <ac:picMk id="7" creationId="{ABD0612D-C485-423F-8A35-D09FD1343E28}"/>
          </ac:picMkLst>
        </pc:picChg>
        <pc:picChg chg="add mod">
          <ac:chgData name="하권" userId="546ba1eaca679e52" providerId="LiveId" clId="{3A7432F6-E500-4FD2-99D9-4DE488A16F80}" dt="2021-04-10T05:57:36.316" v="5411"/>
          <ac:picMkLst>
            <pc:docMk/>
            <pc:sldMk cId="3390212345" sldId="309"/>
            <ac:picMk id="14" creationId="{F7E9C7F0-8DE1-4423-98B2-1382BAF2C312}"/>
          </ac:picMkLst>
        </pc:picChg>
        <pc:picChg chg="del">
          <ac:chgData name="하권" userId="546ba1eaca679e52" providerId="LiveId" clId="{3A7432F6-E500-4FD2-99D9-4DE488A16F80}" dt="2021-04-10T05:54:15.128" v="5375" actId="478"/>
          <ac:picMkLst>
            <pc:docMk/>
            <pc:sldMk cId="3390212345" sldId="309"/>
            <ac:picMk id="19" creationId="{1E2A2C9C-7874-455F-8849-A3389157A095}"/>
          </ac:picMkLst>
        </pc:picChg>
        <pc:picChg chg="add del">
          <ac:chgData name="하권" userId="546ba1eaca679e52" providerId="LiveId" clId="{3A7432F6-E500-4FD2-99D9-4DE488A16F80}" dt="2021-04-10T05:59:07.344" v="5613" actId="478"/>
          <ac:picMkLst>
            <pc:docMk/>
            <pc:sldMk cId="3390212345" sldId="309"/>
            <ac:picMk id="22" creationId="{16BDBA2B-C724-4DE8-AD80-B083A2E94AFB}"/>
          </ac:picMkLst>
        </pc:picChg>
        <pc:cxnChg chg="add del mod">
          <ac:chgData name="하권" userId="546ba1eaca679e52" providerId="LiveId" clId="{3A7432F6-E500-4FD2-99D9-4DE488A16F80}" dt="2021-04-10T05:57:43.312" v="5413" actId="478"/>
          <ac:cxnSpMkLst>
            <pc:docMk/>
            <pc:sldMk cId="3390212345" sldId="309"/>
            <ac:cxnSpMk id="17" creationId="{23B846AF-7D93-44C8-A976-7097668D6559}"/>
          </ac:cxnSpMkLst>
        </pc:cxnChg>
        <pc:cxnChg chg="add mod">
          <ac:chgData name="하권" userId="546ba1eaca679e52" providerId="LiveId" clId="{3A7432F6-E500-4FD2-99D9-4DE488A16F80}" dt="2021-04-10T05:57:58.607" v="5417" actId="1582"/>
          <ac:cxnSpMkLst>
            <pc:docMk/>
            <pc:sldMk cId="3390212345" sldId="309"/>
            <ac:cxnSpMk id="18" creationId="{1C5E248D-156F-4C48-B196-5D39BE20347D}"/>
          </ac:cxnSpMkLst>
        </pc:cxnChg>
      </pc:sldChg>
      <pc:sldChg chg="delSp modSp add mod">
        <pc:chgData name="하권" userId="546ba1eaca679e52" providerId="LiveId" clId="{3A7432F6-E500-4FD2-99D9-4DE488A16F80}" dt="2021-04-10T11:24:23.931" v="7714"/>
        <pc:sldMkLst>
          <pc:docMk/>
          <pc:sldMk cId="3059545116" sldId="310"/>
        </pc:sldMkLst>
        <pc:spChg chg="mod">
          <ac:chgData name="하권" userId="546ba1eaca679e52" providerId="LiveId" clId="{3A7432F6-E500-4FD2-99D9-4DE488A16F80}" dt="2021-04-10T11:24:23.931" v="7714"/>
          <ac:spMkLst>
            <pc:docMk/>
            <pc:sldMk cId="3059545116" sldId="310"/>
            <ac:spMk id="3" creationId="{58C784A5-6695-45D3-A855-5CEE54C8D718}"/>
          </ac:spMkLst>
        </pc:spChg>
        <pc:spChg chg="mod">
          <ac:chgData name="하권" userId="546ba1eaca679e52" providerId="LiveId" clId="{3A7432F6-E500-4FD2-99D9-4DE488A16F80}" dt="2021-04-10T05:59:24.135" v="5625" actId="14100"/>
          <ac:spMkLst>
            <pc:docMk/>
            <pc:sldMk cId="3059545116" sldId="310"/>
            <ac:spMk id="12" creationId="{9EACF44A-6392-49EA-A211-A924E54DFF29}"/>
          </ac:spMkLst>
        </pc:spChg>
        <pc:spChg chg="mod">
          <ac:chgData name="하권" userId="546ba1eaca679e52" providerId="LiveId" clId="{3A7432F6-E500-4FD2-99D9-4DE488A16F80}" dt="2021-04-10T05:59:26" v="5626" actId="1076"/>
          <ac:spMkLst>
            <pc:docMk/>
            <pc:sldMk cId="3059545116" sldId="310"/>
            <ac:spMk id="13" creationId="{6F150177-EDF3-4A03-AC2F-A724E9E2DDA4}"/>
          </ac:spMkLst>
        </pc:spChg>
        <pc:spChg chg="del">
          <ac:chgData name="하권" userId="546ba1eaca679e52" providerId="LiveId" clId="{3A7432F6-E500-4FD2-99D9-4DE488A16F80}" dt="2021-04-10T05:59:15.025" v="5619" actId="478"/>
          <ac:spMkLst>
            <pc:docMk/>
            <pc:sldMk cId="3059545116" sldId="310"/>
            <ac:spMk id="15" creationId="{279BEBA7-6F99-4FD6-982D-D987E42B4210}"/>
          </ac:spMkLst>
        </pc:spChg>
        <pc:spChg chg="del">
          <ac:chgData name="하권" userId="546ba1eaca679e52" providerId="LiveId" clId="{3A7432F6-E500-4FD2-99D9-4DE488A16F80}" dt="2021-04-10T05:59:15.602" v="5620" actId="478"/>
          <ac:spMkLst>
            <pc:docMk/>
            <pc:sldMk cId="3059545116" sldId="310"/>
            <ac:spMk id="16" creationId="{604DF91C-2C43-43AD-A968-F919B7459FEA}"/>
          </ac:spMkLst>
        </pc:spChg>
        <pc:picChg chg="del">
          <ac:chgData name="하권" userId="546ba1eaca679e52" providerId="LiveId" clId="{3A7432F6-E500-4FD2-99D9-4DE488A16F80}" dt="2021-04-10T05:59:09.720" v="5614" actId="478"/>
          <ac:picMkLst>
            <pc:docMk/>
            <pc:sldMk cId="3059545116" sldId="310"/>
            <ac:picMk id="5" creationId="{67A97A0F-BB06-4153-A724-8343F4A9127E}"/>
          </ac:picMkLst>
        </pc:picChg>
        <pc:picChg chg="del">
          <ac:chgData name="하권" userId="546ba1eaca679e52" providerId="LiveId" clId="{3A7432F6-E500-4FD2-99D9-4DE488A16F80}" dt="2021-04-10T05:59:13.353" v="5617" actId="478"/>
          <ac:picMkLst>
            <pc:docMk/>
            <pc:sldMk cId="3059545116" sldId="310"/>
            <ac:picMk id="14" creationId="{F7E9C7F0-8DE1-4423-98B2-1382BAF2C312}"/>
          </ac:picMkLst>
        </pc:picChg>
        <pc:picChg chg="mod ord">
          <ac:chgData name="하권" userId="546ba1eaca679e52" providerId="LiveId" clId="{3A7432F6-E500-4FD2-99D9-4DE488A16F80}" dt="2021-04-10T05:59:18.376" v="5621" actId="1076"/>
          <ac:picMkLst>
            <pc:docMk/>
            <pc:sldMk cId="3059545116" sldId="310"/>
            <ac:picMk id="22" creationId="{16BDBA2B-C724-4DE8-AD80-B083A2E94AFB}"/>
          </ac:picMkLst>
        </pc:picChg>
        <pc:cxnChg chg="del mod">
          <ac:chgData name="하권" userId="546ba1eaca679e52" providerId="LiveId" clId="{3A7432F6-E500-4FD2-99D9-4DE488A16F80}" dt="2021-04-10T05:59:13.953" v="5618" actId="478"/>
          <ac:cxnSpMkLst>
            <pc:docMk/>
            <pc:sldMk cId="3059545116" sldId="310"/>
            <ac:cxnSpMk id="18" creationId="{1C5E248D-156F-4C48-B196-5D39BE20347D}"/>
          </ac:cxnSpMkLst>
        </pc:cxnChg>
      </pc:sldChg>
      <pc:sldChg chg="addSp delSp modSp add mod">
        <pc:chgData name="하권" userId="546ba1eaca679e52" providerId="LiveId" clId="{3A7432F6-E500-4FD2-99D9-4DE488A16F80}" dt="2021-04-10T11:24:26.617" v="7715"/>
        <pc:sldMkLst>
          <pc:docMk/>
          <pc:sldMk cId="1409185746" sldId="311"/>
        </pc:sldMkLst>
        <pc:spChg chg="mod">
          <ac:chgData name="하권" userId="546ba1eaca679e52" providerId="LiveId" clId="{3A7432F6-E500-4FD2-99D9-4DE488A16F80}" dt="2021-04-10T11:24:26.617" v="7715"/>
          <ac:spMkLst>
            <pc:docMk/>
            <pc:sldMk cId="1409185746" sldId="311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6:00:24.097" v="5727" actId="478"/>
          <ac:spMkLst>
            <pc:docMk/>
            <pc:sldMk cId="1409185746" sldId="311"/>
            <ac:spMk id="8" creationId="{4FEA3BB6-5726-4AB0-8411-7F2F89196A74}"/>
          </ac:spMkLst>
        </pc:spChg>
        <pc:spChg chg="del">
          <ac:chgData name="하권" userId="546ba1eaca679e52" providerId="LiveId" clId="{3A7432F6-E500-4FD2-99D9-4DE488A16F80}" dt="2021-04-10T06:00:24.097" v="5727" actId="478"/>
          <ac:spMkLst>
            <pc:docMk/>
            <pc:sldMk cId="1409185746" sldId="311"/>
            <ac:spMk id="12" creationId="{9EACF44A-6392-49EA-A211-A924E54DFF29}"/>
          </ac:spMkLst>
        </pc:spChg>
        <pc:spChg chg="del">
          <ac:chgData name="하권" userId="546ba1eaca679e52" providerId="LiveId" clId="{3A7432F6-E500-4FD2-99D9-4DE488A16F80}" dt="2021-04-10T06:00:24.097" v="5727" actId="478"/>
          <ac:spMkLst>
            <pc:docMk/>
            <pc:sldMk cId="1409185746" sldId="311"/>
            <ac:spMk id="13" creationId="{6F150177-EDF3-4A03-AC2F-A724E9E2DDA4}"/>
          </ac:spMkLst>
        </pc:spChg>
        <pc:spChg chg="del">
          <ac:chgData name="하권" userId="546ba1eaca679e52" providerId="LiveId" clId="{3A7432F6-E500-4FD2-99D9-4DE488A16F80}" dt="2021-04-10T06:00:24.097" v="5727" actId="478"/>
          <ac:spMkLst>
            <pc:docMk/>
            <pc:sldMk cId="1409185746" sldId="311"/>
            <ac:spMk id="15" creationId="{279BEBA7-6F99-4FD6-982D-D987E42B4210}"/>
          </ac:spMkLst>
        </pc:spChg>
        <pc:spChg chg="del">
          <ac:chgData name="하권" userId="546ba1eaca679e52" providerId="LiveId" clId="{3A7432F6-E500-4FD2-99D9-4DE488A16F80}" dt="2021-04-10T06:00:24.097" v="5727" actId="478"/>
          <ac:spMkLst>
            <pc:docMk/>
            <pc:sldMk cId="1409185746" sldId="311"/>
            <ac:spMk id="16" creationId="{604DF91C-2C43-43AD-A968-F919B7459FEA}"/>
          </ac:spMkLst>
        </pc:spChg>
        <pc:picChg chg="del">
          <ac:chgData name="하권" userId="546ba1eaca679e52" providerId="LiveId" clId="{3A7432F6-E500-4FD2-99D9-4DE488A16F80}" dt="2021-04-10T06:00:20.652" v="5723" actId="478"/>
          <ac:picMkLst>
            <pc:docMk/>
            <pc:sldMk cId="1409185746" sldId="311"/>
            <ac:picMk id="5" creationId="{67A97A0F-BB06-4153-A724-8343F4A9127E}"/>
          </ac:picMkLst>
        </pc:picChg>
        <pc:picChg chg="add mod">
          <ac:chgData name="하권" userId="546ba1eaca679e52" providerId="LiveId" clId="{3A7432F6-E500-4FD2-99D9-4DE488A16F80}" dt="2021-04-10T06:01:22.540" v="5745" actId="208"/>
          <ac:picMkLst>
            <pc:docMk/>
            <pc:sldMk cId="1409185746" sldId="311"/>
            <ac:picMk id="6" creationId="{2637EC14-DDAC-41DB-B0F6-75B46BDCF512}"/>
          </ac:picMkLst>
        </pc:picChg>
        <pc:picChg chg="del">
          <ac:chgData name="하권" userId="546ba1eaca679e52" providerId="LiveId" clId="{3A7432F6-E500-4FD2-99D9-4DE488A16F80}" dt="2021-04-10T06:00:21.465" v="5725" actId="478"/>
          <ac:picMkLst>
            <pc:docMk/>
            <pc:sldMk cId="1409185746" sldId="311"/>
            <ac:picMk id="7" creationId="{ABD0612D-C485-423F-8A35-D09FD1343E28}"/>
          </ac:picMkLst>
        </pc:picChg>
        <pc:picChg chg="add del">
          <ac:chgData name="하권" userId="546ba1eaca679e52" providerId="LiveId" clId="{3A7432F6-E500-4FD2-99D9-4DE488A16F80}" dt="2021-04-10T06:33:33.245" v="5747" actId="478"/>
          <ac:picMkLst>
            <pc:docMk/>
            <pc:sldMk cId="1409185746" sldId="311"/>
            <ac:picMk id="10" creationId="{9303BA3B-2932-45E2-83D6-08E695369250}"/>
          </ac:picMkLst>
        </pc:picChg>
        <pc:picChg chg="del">
          <ac:chgData name="하권" userId="546ba1eaca679e52" providerId="LiveId" clId="{3A7432F6-E500-4FD2-99D9-4DE488A16F80}" dt="2021-04-10T06:00:24.097" v="5727" actId="478"/>
          <ac:picMkLst>
            <pc:docMk/>
            <pc:sldMk cId="1409185746" sldId="311"/>
            <ac:picMk id="14" creationId="{F7E9C7F0-8DE1-4423-98B2-1382BAF2C312}"/>
          </ac:picMkLst>
        </pc:picChg>
        <pc:picChg chg="del">
          <ac:chgData name="하권" userId="546ba1eaca679e52" providerId="LiveId" clId="{3A7432F6-E500-4FD2-99D9-4DE488A16F80}" dt="2021-04-10T06:00:21.018" v="5724" actId="478"/>
          <ac:picMkLst>
            <pc:docMk/>
            <pc:sldMk cId="1409185746" sldId="311"/>
            <ac:picMk id="22" creationId="{16BDBA2B-C724-4DE8-AD80-B083A2E94AFB}"/>
          </ac:picMkLst>
        </pc:picChg>
        <pc:cxnChg chg="del mod">
          <ac:chgData name="하권" userId="546ba1eaca679e52" providerId="LiveId" clId="{3A7432F6-E500-4FD2-99D9-4DE488A16F80}" dt="2021-04-10T06:00:22.586" v="5726" actId="478"/>
          <ac:cxnSpMkLst>
            <pc:docMk/>
            <pc:sldMk cId="1409185746" sldId="311"/>
            <ac:cxnSpMk id="18" creationId="{1C5E248D-156F-4C48-B196-5D39BE20347D}"/>
          </ac:cxnSpMkLst>
        </pc:cxnChg>
      </pc:sldChg>
      <pc:sldChg chg="addSp delSp modSp add mod ord">
        <pc:chgData name="하권" userId="546ba1eaca679e52" providerId="LiveId" clId="{3A7432F6-E500-4FD2-99D9-4DE488A16F80}" dt="2021-04-10T11:22:10.457" v="7674" actId="1076"/>
        <pc:sldMkLst>
          <pc:docMk/>
          <pc:sldMk cId="319502538" sldId="312"/>
        </pc:sldMkLst>
        <pc:spChg chg="del mod">
          <ac:chgData name="하권" userId="546ba1eaca679e52" providerId="LiveId" clId="{3A7432F6-E500-4FD2-99D9-4DE488A16F80}" dt="2021-04-10T06:39:41.277" v="5777" actId="478"/>
          <ac:spMkLst>
            <pc:docMk/>
            <pc:sldMk cId="319502538" sldId="312"/>
            <ac:spMk id="3" creationId="{58C784A5-6695-45D3-A855-5CEE54C8D718}"/>
          </ac:spMkLst>
        </pc:spChg>
        <pc:spChg chg="add del">
          <ac:chgData name="하권" userId="546ba1eaca679e52" providerId="LiveId" clId="{3A7432F6-E500-4FD2-99D9-4DE488A16F80}" dt="2021-04-10T11:21:47.313" v="7620" actId="22"/>
          <ac:spMkLst>
            <pc:docMk/>
            <pc:sldMk cId="319502538" sldId="312"/>
            <ac:spMk id="11" creationId="{7FA07E7A-6495-454E-AE36-A5A687410A96}"/>
          </ac:spMkLst>
        </pc:spChg>
        <pc:spChg chg="add mod">
          <ac:chgData name="하권" userId="546ba1eaca679e52" providerId="LiveId" clId="{3A7432F6-E500-4FD2-99D9-4DE488A16F80}" dt="2021-04-10T11:22:03.968" v="7670" actId="20577"/>
          <ac:spMkLst>
            <pc:docMk/>
            <pc:sldMk cId="319502538" sldId="312"/>
            <ac:spMk id="12" creationId="{2E9E2DF3-77FF-4929-AD25-40B6C4BF03B8}"/>
          </ac:spMkLst>
        </pc:spChg>
        <pc:picChg chg="add mod">
          <ac:chgData name="하권" userId="546ba1eaca679e52" providerId="LiveId" clId="{3A7432F6-E500-4FD2-99D9-4DE488A16F80}" dt="2021-04-10T11:22:07.577" v="7672" actId="1076"/>
          <ac:picMkLst>
            <pc:docMk/>
            <pc:sldMk cId="319502538" sldId="312"/>
            <ac:picMk id="5" creationId="{32EEF361-32F0-4C45-9991-5A755F692B11}"/>
          </ac:picMkLst>
        </pc:picChg>
        <pc:picChg chg="del">
          <ac:chgData name="하권" userId="546ba1eaca679e52" providerId="LiveId" clId="{3A7432F6-E500-4FD2-99D9-4DE488A16F80}" dt="2021-04-10T06:34:05.539" v="5753" actId="478"/>
          <ac:picMkLst>
            <pc:docMk/>
            <pc:sldMk cId="319502538" sldId="312"/>
            <ac:picMk id="6" creationId="{2637EC14-DDAC-41DB-B0F6-75B46BDCF512}"/>
          </ac:picMkLst>
        </pc:picChg>
        <pc:picChg chg="add mod">
          <ac:chgData name="하권" userId="546ba1eaca679e52" providerId="LiveId" clId="{3A7432F6-E500-4FD2-99D9-4DE488A16F80}" dt="2021-04-10T11:22:05.905" v="7671" actId="1076"/>
          <ac:picMkLst>
            <pc:docMk/>
            <pc:sldMk cId="319502538" sldId="312"/>
            <ac:picMk id="8" creationId="{2ED972DB-46E7-4A86-A53D-BF4951210EB6}"/>
          </ac:picMkLst>
        </pc:picChg>
        <pc:picChg chg="mod">
          <ac:chgData name="하권" userId="546ba1eaca679e52" providerId="LiveId" clId="{3A7432F6-E500-4FD2-99D9-4DE488A16F80}" dt="2021-04-10T11:22:10.457" v="7674" actId="1076"/>
          <ac:picMkLst>
            <pc:docMk/>
            <pc:sldMk cId="319502538" sldId="312"/>
            <ac:picMk id="10" creationId="{9303BA3B-2932-45E2-83D6-08E695369250}"/>
          </ac:picMkLst>
        </pc:picChg>
      </pc:sldChg>
      <pc:sldChg chg="addSp delSp modSp add mod">
        <pc:chgData name="하권" userId="546ba1eaca679e52" providerId="LiveId" clId="{3A7432F6-E500-4FD2-99D9-4DE488A16F80}" dt="2021-04-10T14:43:44.528" v="7876" actId="20577"/>
        <pc:sldMkLst>
          <pc:docMk/>
          <pc:sldMk cId="90195608" sldId="313"/>
        </pc:sldMkLst>
        <pc:spChg chg="mod">
          <ac:chgData name="하권" userId="546ba1eaca679e52" providerId="LiveId" clId="{3A7432F6-E500-4FD2-99D9-4DE488A16F80}" dt="2021-04-10T14:43:44.528" v="7876" actId="20577"/>
          <ac:spMkLst>
            <pc:docMk/>
            <pc:sldMk cId="90195608" sldId="313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07:00:28.240" v="5869" actId="207"/>
          <ac:spMkLst>
            <pc:docMk/>
            <pc:sldMk cId="90195608" sldId="313"/>
            <ac:spMk id="14" creationId="{C9C84B38-BCA6-43B6-85C3-B1E23D353678}"/>
          </ac:spMkLst>
        </pc:spChg>
        <pc:spChg chg="add mod">
          <ac:chgData name="하권" userId="546ba1eaca679e52" providerId="LiveId" clId="{3A7432F6-E500-4FD2-99D9-4DE488A16F80}" dt="2021-04-10T07:00:28.240" v="5869" actId="207"/>
          <ac:spMkLst>
            <pc:docMk/>
            <pc:sldMk cId="90195608" sldId="313"/>
            <ac:spMk id="15" creationId="{3418525B-326C-48BA-BA8B-B231B5C25D78}"/>
          </ac:spMkLst>
        </pc:spChg>
        <pc:picChg chg="add mod">
          <ac:chgData name="하권" userId="546ba1eaca679e52" providerId="LiveId" clId="{3A7432F6-E500-4FD2-99D9-4DE488A16F80}" dt="2021-04-10T06:59:55.817" v="5858" actId="1076"/>
          <ac:picMkLst>
            <pc:docMk/>
            <pc:sldMk cId="90195608" sldId="313"/>
            <ac:picMk id="5" creationId="{895C540E-0B15-4363-B4C2-7E33F7DC7C4F}"/>
          </ac:picMkLst>
        </pc:picChg>
        <pc:picChg chg="del">
          <ac:chgData name="하권" userId="546ba1eaca679e52" providerId="LiveId" clId="{3A7432F6-E500-4FD2-99D9-4DE488A16F80}" dt="2021-04-10T06:55:58.438" v="5825" actId="478"/>
          <ac:picMkLst>
            <pc:docMk/>
            <pc:sldMk cId="90195608" sldId="313"/>
            <ac:picMk id="6" creationId="{2637EC14-DDAC-41DB-B0F6-75B46BDCF512}"/>
          </ac:picMkLst>
        </pc:picChg>
        <pc:cxnChg chg="add mod">
          <ac:chgData name="하권" userId="546ba1eaca679e52" providerId="LiveId" clId="{3A7432F6-E500-4FD2-99D9-4DE488A16F80}" dt="2021-04-10T07:00:17.280" v="5866" actId="208"/>
          <ac:cxnSpMkLst>
            <pc:docMk/>
            <pc:sldMk cId="90195608" sldId="313"/>
            <ac:cxnSpMk id="8" creationId="{5202E38E-F181-499C-A4D0-FFF463496AAB}"/>
          </ac:cxnSpMkLst>
        </pc:cxnChg>
        <pc:cxnChg chg="add mod">
          <ac:chgData name="하권" userId="546ba1eaca679e52" providerId="LiveId" clId="{3A7432F6-E500-4FD2-99D9-4DE488A16F80}" dt="2021-04-10T07:00:17.280" v="5866" actId="208"/>
          <ac:cxnSpMkLst>
            <pc:docMk/>
            <pc:sldMk cId="90195608" sldId="313"/>
            <ac:cxnSpMk id="9" creationId="{51319321-913A-4FE3-8742-2CDB72BD2F43}"/>
          </ac:cxnSpMkLst>
        </pc:cxnChg>
      </pc:sldChg>
      <pc:sldChg chg="addSp delSp modSp add mod ord modAnim">
        <pc:chgData name="하권" userId="546ba1eaca679e52" providerId="LiveId" clId="{3A7432F6-E500-4FD2-99D9-4DE488A16F80}" dt="2021-04-10T13:31:23.176" v="7869" actId="20577"/>
        <pc:sldMkLst>
          <pc:docMk/>
          <pc:sldMk cId="1653057559" sldId="314"/>
        </pc:sldMkLst>
        <pc:spChg chg="mod">
          <ac:chgData name="하권" userId="546ba1eaca679e52" providerId="LiveId" clId="{3A7432F6-E500-4FD2-99D9-4DE488A16F80}" dt="2021-04-10T13:31:23.176" v="7869" actId="20577"/>
          <ac:spMkLst>
            <pc:docMk/>
            <pc:sldMk cId="1653057559" sldId="314"/>
            <ac:spMk id="3" creationId="{58C784A5-6695-45D3-A855-5CEE54C8D718}"/>
          </ac:spMkLst>
        </pc:spChg>
        <pc:picChg chg="add mod">
          <ac:chgData name="하권" userId="546ba1eaca679e52" providerId="LiveId" clId="{3A7432F6-E500-4FD2-99D9-4DE488A16F80}" dt="2021-04-10T07:16:21.809" v="5872" actId="1076"/>
          <ac:picMkLst>
            <pc:docMk/>
            <pc:sldMk cId="1653057559" sldId="314"/>
            <ac:picMk id="4" creationId="{C956076D-04D9-4A47-B572-22FFCC566C9B}"/>
          </ac:picMkLst>
        </pc:picChg>
        <pc:picChg chg="del">
          <ac:chgData name="하권" userId="546ba1eaca679e52" providerId="LiveId" clId="{3A7432F6-E500-4FD2-99D9-4DE488A16F80}" dt="2021-04-10T06:56:35.393" v="5833" actId="478"/>
          <ac:picMkLst>
            <pc:docMk/>
            <pc:sldMk cId="1653057559" sldId="314"/>
            <ac:picMk id="5" creationId="{895C540E-0B15-4363-B4C2-7E33F7DC7C4F}"/>
          </ac:picMkLst>
        </pc:picChg>
      </pc:sldChg>
      <pc:sldChg chg="addSp delSp modSp add mod">
        <pc:chgData name="하권" userId="546ba1eaca679e52" providerId="LiveId" clId="{3A7432F6-E500-4FD2-99D9-4DE488A16F80}" dt="2021-04-10T11:25:04.255" v="7769" actId="20577"/>
        <pc:sldMkLst>
          <pc:docMk/>
          <pc:sldMk cId="2162651153" sldId="315"/>
        </pc:sldMkLst>
        <pc:spChg chg="del mod">
          <ac:chgData name="하권" userId="546ba1eaca679e52" providerId="LiveId" clId="{3A7432F6-E500-4FD2-99D9-4DE488A16F80}" dt="2021-04-10T09:58:20.432" v="5954"/>
          <ac:spMkLst>
            <pc:docMk/>
            <pc:sldMk cId="2162651153" sldId="315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09:54:40.027" v="5907" actId="478"/>
          <ac:spMkLst>
            <pc:docMk/>
            <pc:sldMk cId="2162651153" sldId="315"/>
            <ac:spMk id="14" creationId="{C9C84B38-BCA6-43B6-85C3-B1E23D353678}"/>
          </ac:spMkLst>
        </pc:spChg>
        <pc:spChg chg="del">
          <ac:chgData name="하권" userId="546ba1eaca679e52" providerId="LiveId" clId="{3A7432F6-E500-4FD2-99D9-4DE488A16F80}" dt="2021-04-10T09:54:40.027" v="5907" actId="478"/>
          <ac:spMkLst>
            <pc:docMk/>
            <pc:sldMk cId="2162651153" sldId="315"/>
            <ac:spMk id="15" creationId="{3418525B-326C-48BA-BA8B-B231B5C25D78}"/>
          </ac:spMkLst>
        </pc:spChg>
        <pc:spChg chg="add mod">
          <ac:chgData name="하권" userId="546ba1eaca679e52" providerId="LiveId" clId="{3A7432F6-E500-4FD2-99D9-4DE488A16F80}" dt="2021-04-10T11:25:04.255" v="7769" actId="20577"/>
          <ac:spMkLst>
            <pc:docMk/>
            <pc:sldMk cId="2162651153" sldId="315"/>
            <ac:spMk id="17" creationId="{43B6D756-D68E-43BC-B154-3F915839072E}"/>
          </ac:spMkLst>
        </pc:spChg>
        <pc:picChg chg="del">
          <ac:chgData name="하권" userId="546ba1eaca679e52" providerId="LiveId" clId="{3A7432F6-E500-4FD2-99D9-4DE488A16F80}" dt="2021-04-10T09:54:37.602" v="5905" actId="478"/>
          <ac:picMkLst>
            <pc:docMk/>
            <pc:sldMk cId="2162651153" sldId="315"/>
            <ac:picMk id="5" creationId="{895C540E-0B15-4363-B4C2-7E33F7DC7C4F}"/>
          </ac:picMkLst>
        </pc:picChg>
        <pc:picChg chg="add del mod">
          <ac:chgData name="하권" userId="546ba1eaca679e52" providerId="LiveId" clId="{3A7432F6-E500-4FD2-99D9-4DE488A16F80}" dt="2021-04-10T10:33:42.283" v="6150" actId="478"/>
          <ac:picMkLst>
            <pc:docMk/>
            <pc:sldMk cId="2162651153" sldId="315"/>
            <ac:picMk id="6" creationId="{D9DB29EA-C5F2-44CE-8D34-423C124011CA}"/>
          </ac:picMkLst>
        </pc:picChg>
        <pc:picChg chg="add mod">
          <ac:chgData name="하권" userId="546ba1eaca679e52" providerId="LiveId" clId="{3A7432F6-E500-4FD2-99D9-4DE488A16F80}" dt="2021-04-10T11:21:26.009" v="7616" actId="1076"/>
          <ac:picMkLst>
            <pc:docMk/>
            <pc:sldMk cId="2162651153" sldId="315"/>
            <ac:picMk id="10" creationId="{1195C6DD-9DA2-47AA-AF53-0601B5596661}"/>
          </ac:picMkLst>
        </pc:picChg>
        <pc:picChg chg="add del mod">
          <ac:chgData name="하권" userId="546ba1eaca679e52" providerId="LiveId" clId="{3A7432F6-E500-4FD2-99D9-4DE488A16F80}" dt="2021-04-10T10:35:21.522" v="6159" actId="478"/>
          <ac:picMkLst>
            <pc:docMk/>
            <pc:sldMk cId="2162651153" sldId="315"/>
            <ac:picMk id="12" creationId="{D6E96328-0725-4B8A-832D-97571A19AEDC}"/>
          </ac:picMkLst>
        </pc:picChg>
        <pc:picChg chg="add mod">
          <ac:chgData name="하권" userId="546ba1eaca679e52" providerId="LiveId" clId="{3A7432F6-E500-4FD2-99D9-4DE488A16F80}" dt="2021-04-10T10:35:27.546" v="6164" actId="208"/>
          <ac:picMkLst>
            <pc:docMk/>
            <pc:sldMk cId="2162651153" sldId="315"/>
            <ac:picMk id="16" creationId="{C0155D45-6594-4839-B828-0A83B8A74E81}"/>
          </ac:picMkLst>
        </pc:picChg>
        <pc:cxnChg chg="del">
          <ac:chgData name="하권" userId="546ba1eaca679e52" providerId="LiveId" clId="{3A7432F6-E500-4FD2-99D9-4DE488A16F80}" dt="2021-04-10T09:54:40.027" v="5907" actId="478"/>
          <ac:cxnSpMkLst>
            <pc:docMk/>
            <pc:sldMk cId="2162651153" sldId="315"/>
            <ac:cxnSpMk id="8" creationId="{5202E38E-F181-499C-A4D0-FFF463496AAB}"/>
          </ac:cxnSpMkLst>
        </pc:cxnChg>
        <pc:cxnChg chg="del">
          <ac:chgData name="하권" userId="546ba1eaca679e52" providerId="LiveId" clId="{3A7432F6-E500-4FD2-99D9-4DE488A16F80}" dt="2021-04-10T09:54:40.027" v="5907" actId="478"/>
          <ac:cxnSpMkLst>
            <pc:docMk/>
            <pc:sldMk cId="2162651153" sldId="315"/>
            <ac:cxnSpMk id="9" creationId="{51319321-913A-4FE3-8742-2CDB72BD2F43}"/>
          </ac:cxnSpMkLst>
        </pc:cxnChg>
      </pc:sldChg>
      <pc:sldChg chg="addSp delSp modSp add mod">
        <pc:chgData name="하권" userId="546ba1eaca679e52" providerId="LiveId" clId="{3A7432F6-E500-4FD2-99D9-4DE488A16F80}" dt="2021-04-10T11:25:48.707" v="7786"/>
        <pc:sldMkLst>
          <pc:docMk/>
          <pc:sldMk cId="3268446000" sldId="316"/>
        </pc:sldMkLst>
        <pc:spChg chg="del">
          <ac:chgData name="하권" userId="546ba1eaca679e52" providerId="LiveId" clId="{3A7432F6-E500-4FD2-99D9-4DE488A16F80}" dt="2021-04-10T09:58:28.978" v="5956" actId="478"/>
          <ac:spMkLst>
            <pc:docMk/>
            <pc:sldMk cId="3268446000" sldId="316"/>
            <ac:spMk id="3" creationId="{58C784A5-6695-45D3-A855-5CEE54C8D718}"/>
          </ac:spMkLst>
        </pc:spChg>
        <pc:spChg chg="add mod">
          <ac:chgData name="하권" userId="546ba1eaca679e52" providerId="LiveId" clId="{3A7432F6-E500-4FD2-99D9-4DE488A16F80}" dt="2021-04-10T11:25:48.707" v="7786"/>
          <ac:spMkLst>
            <pc:docMk/>
            <pc:sldMk cId="3268446000" sldId="316"/>
            <ac:spMk id="10" creationId="{50273775-88E8-493C-B413-CD0EF1F2E5A0}"/>
          </ac:spMkLst>
        </pc:spChg>
        <pc:spChg chg="add del mod">
          <ac:chgData name="하권" userId="546ba1eaca679e52" providerId="LiveId" clId="{3A7432F6-E500-4FD2-99D9-4DE488A16F80}" dt="2021-04-10T09:59:24.921" v="5967" actId="478"/>
          <ac:spMkLst>
            <pc:docMk/>
            <pc:sldMk cId="3268446000" sldId="316"/>
            <ac:spMk id="12" creationId="{1E2566EE-11C5-4DDE-8701-B2BB1FABE70D}"/>
          </ac:spMkLst>
        </pc:spChg>
        <pc:spChg chg="del">
          <ac:chgData name="하권" userId="546ba1eaca679e52" providerId="LiveId" clId="{3A7432F6-E500-4FD2-99D9-4DE488A16F80}" dt="2021-04-10T09:58:37.339" v="5962" actId="478"/>
          <ac:spMkLst>
            <pc:docMk/>
            <pc:sldMk cId="3268446000" sldId="316"/>
            <ac:spMk id="14" creationId="{C9C84B38-BCA6-43B6-85C3-B1E23D353678}"/>
          </ac:spMkLst>
        </pc:spChg>
        <pc:spChg chg="del">
          <ac:chgData name="하권" userId="546ba1eaca679e52" providerId="LiveId" clId="{3A7432F6-E500-4FD2-99D9-4DE488A16F80}" dt="2021-04-10T09:58:37.339" v="5962" actId="478"/>
          <ac:spMkLst>
            <pc:docMk/>
            <pc:sldMk cId="3268446000" sldId="316"/>
            <ac:spMk id="15" creationId="{3418525B-326C-48BA-BA8B-B231B5C25D78}"/>
          </ac:spMkLst>
        </pc:spChg>
        <pc:spChg chg="add mod">
          <ac:chgData name="하권" userId="546ba1eaca679e52" providerId="LiveId" clId="{3A7432F6-E500-4FD2-99D9-4DE488A16F80}" dt="2021-04-10T10:00:53.776" v="6057" actId="1076"/>
          <ac:spMkLst>
            <pc:docMk/>
            <pc:sldMk cId="3268446000" sldId="316"/>
            <ac:spMk id="16" creationId="{50304C10-7F82-471C-8457-BC2D45BCEBC0}"/>
          </ac:spMkLst>
        </pc:spChg>
        <pc:spChg chg="add mod">
          <ac:chgData name="하권" userId="546ba1eaca679e52" providerId="LiveId" clId="{3A7432F6-E500-4FD2-99D9-4DE488A16F80}" dt="2021-04-10T10:46:30.697" v="6274" actId="1076"/>
          <ac:spMkLst>
            <pc:docMk/>
            <pc:sldMk cId="3268446000" sldId="316"/>
            <ac:spMk id="17" creationId="{0E22AC64-4683-4332-883C-E35E66DDC901}"/>
          </ac:spMkLst>
        </pc:spChg>
        <pc:spChg chg="add mod">
          <ac:chgData name="하권" userId="546ba1eaca679e52" providerId="LiveId" clId="{3A7432F6-E500-4FD2-99D9-4DE488A16F80}" dt="2021-04-10T10:00:53.776" v="6057" actId="1076"/>
          <ac:spMkLst>
            <pc:docMk/>
            <pc:sldMk cId="3268446000" sldId="316"/>
            <ac:spMk id="18" creationId="{27C53AA4-2E72-4B97-83C1-955B48C0A565}"/>
          </ac:spMkLst>
        </pc:spChg>
        <pc:spChg chg="add mod">
          <ac:chgData name="하권" userId="546ba1eaca679e52" providerId="LiveId" clId="{3A7432F6-E500-4FD2-99D9-4DE488A16F80}" dt="2021-04-10T10:46:32.911" v="6275" actId="1076"/>
          <ac:spMkLst>
            <pc:docMk/>
            <pc:sldMk cId="3268446000" sldId="316"/>
            <ac:spMk id="19" creationId="{E6081D50-3DC9-423D-A476-29947B0F63B8}"/>
          </ac:spMkLst>
        </pc:spChg>
        <pc:spChg chg="add mod">
          <ac:chgData name="하권" userId="546ba1eaca679e52" providerId="LiveId" clId="{3A7432F6-E500-4FD2-99D9-4DE488A16F80}" dt="2021-04-10T10:00:53.776" v="6057" actId="1076"/>
          <ac:spMkLst>
            <pc:docMk/>
            <pc:sldMk cId="3268446000" sldId="316"/>
            <ac:spMk id="20" creationId="{3540599F-D3D8-4894-B287-2338142D996A}"/>
          </ac:spMkLst>
        </pc:spChg>
        <pc:picChg chg="del">
          <ac:chgData name="하권" userId="546ba1eaca679e52" providerId="LiveId" clId="{3A7432F6-E500-4FD2-99D9-4DE488A16F80}" dt="2021-04-10T09:58:33.914" v="5961" actId="478"/>
          <ac:picMkLst>
            <pc:docMk/>
            <pc:sldMk cId="3268446000" sldId="316"/>
            <ac:picMk id="5" creationId="{895C540E-0B15-4363-B4C2-7E33F7DC7C4F}"/>
          </ac:picMkLst>
        </pc:picChg>
        <pc:picChg chg="add mod">
          <ac:chgData name="하권" userId="546ba1eaca679e52" providerId="LiveId" clId="{3A7432F6-E500-4FD2-99D9-4DE488A16F80}" dt="2021-04-10T10:00:53.776" v="6057" actId="1076"/>
          <ac:picMkLst>
            <pc:docMk/>
            <pc:sldMk cId="3268446000" sldId="316"/>
            <ac:picMk id="11" creationId="{02401A78-D2B0-431A-9FEB-1AAC925ACB31}"/>
          </ac:picMkLst>
        </pc:picChg>
        <pc:picChg chg="add mod">
          <ac:chgData name="하권" userId="546ba1eaca679e52" providerId="LiveId" clId="{3A7432F6-E500-4FD2-99D9-4DE488A16F80}" dt="2021-04-10T10:00:53.776" v="6057" actId="1076"/>
          <ac:picMkLst>
            <pc:docMk/>
            <pc:sldMk cId="3268446000" sldId="316"/>
            <ac:picMk id="13" creationId="{78C8DB6E-400E-4B40-88C8-65D8AD8376EB}"/>
          </ac:picMkLst>
        </pc:picChg>
        <pc:cxnChg chg="del">
          <ac:chgData name="하권" userId="546ba1eaca679e52" providerId="LiveId" clId="{3A7432F6-E500-4FD2-99D9-4DE488A16F80}" dt="2021-04-10T09:58:37.339" v="5962" actId="478"/>
          <ac:cxnSpMkLst>
            <pc:docMk/>
            <pc:sldMk cId="3268446000" sldId="316"/>
            <ac:cxnSpMk id="8" creationId="{5202E38E-F181-499C-A4D0-FFF463496AAB}"/>
          </ac:cxnSpMkLst>
        </pc:cxnChg>
        <pc:cxnChg chg="del">
          <ac:chgData name="하권" userId="546ba1eaca679e52" providerId="LiveId" clId="{3A7432F6-E500-4FD2-99D9-4DE488A16F80}" dt="2021-04-10T09:58:37.339" v="5962" actId="478"/>
          <ac:cxnSpMkLst>
            <pc:docMk/>
            <pc:sldMk cId="3268446000" sldId="316"/>
            <ac:cxnSpMk id="9" creationId="{51319321-913A-4FE3-8742-2CDB72BD2F43}"/>
          </ac:cxnSpMkLst>
        </pc:cxnChg>
      </pc:sldChg>
      <pc:sldChg chg="addSp delSp modSp add mod">
        <pc:chgData name="하권" userId="546ba1eaca679e52" providerId="LiveId" clId="{3A7432F6-E500-4FD2-99D9-4DE488A16F80}" dt="2021-04-10T11:25:56.085" v="7789"/>
        <pc:sldMkLst>
          <pc:docMk/>
          <pc:sldMk cId="1813596842" sldId="317"/>
        </pc:sldMkLst>
        <pc:spChg chg="mod">
          <ac:chgData name="하권" userId="546ba1eaca679e52" providerId="LiveId" clId="{3A7432F6-E500-4FD2-99D9-4DE488A16F80}" dt="2021-04-10T11:25:56.085" v="7789"/>
          <ac:spMkLst>
            <pc:docMk/>
            <pc:sldMk cId="1813596842" sldId="317"/>
            <ac:spMk id="10" creationId="{50273775-88E8-493C-B413-CD0EF1F2E5A0}"/>
          </ac:spMkLst>
        </pc:spChg>
        <pc:spChg chg="del">
          <ac:chgData name="하권" userId="546ba1eaca679e52" providerId="LiveId" clId="{3A7432F6-E500-4FD2-99D9-4DE488A16F80}" dt="2021-04-10T10:44:58.712" v="6269" actId="478"/>
          <ac:spMkLst>
            <pc:docMk/>
            <pc:sldMk cId="1813596842" sldId="317"/>
            <ac:spMk id="16" creationId="{50304C10-7F82-471C-8457-BC2D45BCEBC0}"/>
          </ac:spMkLst>
        </pc:spChg>
        <pc:spChg chg="del">
          <ac:chgData name="하권" userId="546ba1eaca679e52" providerId="LiveId" clId="{3A7432F6-E500-4FD2-99D9-4DE488A16F80}" dt="2021-04-10T10:44:58.712" v="6269" actId="478"/>
          <ac:spMkLst>
            <pc:docMk/>
            <pc:sldMk cId="1813596842" sldId="317"/>
            <ac:spMk id="17" creationId="{0E22AC64-4683-4332-883C-E35E66DDC901}"/>
          </ac:spMkLst>
        </pc:spChg>
        <pc:spChg chg="del">
          <ac:chgData name="하권" userId="546ba1eaca679e52" providerId="LiveId" clId="{3A7432F6-E500-4FD2-99D9-4DE488A16F80}" dt="2021-04-10T10:44:58.712" v="6269" actId="478"/>
          <ac:spMkLst>
            <pc:docMk/>
            <pc:sldMk cId="1813596842" sldId="317"/>
            <ac:spMk id="18" creationId="{27C53AA4-2E72-4B97-83C1-955B48C0A565}"/>
          </ac:spMkLst>
        </pc:spChg>
        <pc:spChg chg="del">
          <ac:chgData name="하권" userId="546ba1eaca679e52" providerId="LiveId" clId="{3A7432F6-E500-4FD2-99D9-4DE488A16F80}" dt="2021-04-10T10:44:58.712" v="6269" actId="478"/>
          <ac:spMkLst>
            <pc:docMk/>
            <pc:sldMk cId="1813596842" sldId="317"/>
            <ac:spMk id="19" creationId="{E6081D50-3DC9-423D-A476-29947B0F63B8}"/>
          </ac:spMkLst>
        </pc:spChg>
        <pc:spChg chg="del">
          <ac:chgData name="하권" userId="546ba1eaca679e52" providerId="LiveId" clId="{3A7432F6-E500-4FD2-99D9-4DE488A16F80}" dt="2021-04-10T10:44:58.712" v="6269" actId="478"/>
          <ac:spMkLst>
            <pc:docMk/>
            <pc:sldMk cId="1813596842" sldId="317"/>
            <ac:spMk id="20" creationId="{3540599F-D3D8-4894-B287-2338142D996A}"/>
          </ac:spMkLst>
        </pc:spChg>
        <pc:spChg chg="add del mod">
          <ac:chgData name="하권" userId="546ba1eaca679e52" providerId="LiveId" clId="{3A7432F6-E500-4FD2-99D9-4DE488A16F80}" dt="2021-04-10T10:49:40.330" v="6491" actId="21"/>
          <ac:spMkLst>
            <pc:docMk/>
            <pc:sldMk cId="1813596842" sldId="317"/>
            <ac:spMk id="21" creationId="{AAF74A9D-D53D-419E-9753-511B715E6F62}"/>
          </ac:spMkLst>
        </pc:spChg>
        <pc:spChg chg="add mod">
          <ac:chgData name="하권" userId="546ba1eaca679e52" providerId="LiveId" clId="{3A7432F6-E500-4FD2-99D9-4DE488A16F80}" dt="2021-04-10T10:49:33.192" v="6489" actId="1076"/>
          <ac:spMkLst>
            <pc:docMk/>
            <pc:sldMk cId="1813596842" sldId="317"/>
            <ac:spMk id="22" creationId="{B77EA00B-5E99-45BE-AA20-C4495A5D9DF1}"/>
          </ac:spMkLst>
        </pc:spChg>
        <pc:spChg chg="add mod">
          <ac:chgData name="하권" userId="546ba1eaca679e52" providerId="LiveId" clId="{3A7432F6-E500-4FD2-99D9-4DE488A16F80}" dt="2021-04-10T10:49:45.287" v="6494" actId="14100"/>
          <ac:spMkLst>
            <pc:docMk/>
            <pc:sldMk cId="1813596842" sldId="317"/>
            <ac:spMk id="23" creationId="{416D1521-ABBD-4B01-80CB-D1A025EA1F3F}"/>
          </ac:spMkLst>
        </pc:spChg>
        <pc:spChg chg="add mod">
          <ac:chgData name="하권" userId="546ba1eaca679e52" providerId="LiveId" clId="{3A7432F6-E500-4FD2-99D9-4DE488A16F80}" dt="2021-04-10T10:50:00.512" v="6521"/>
          <ac:spMkLst>
            <pc:docMk/>
            <pc:sldMk cId="1813596842" sldId="317"/>
            <ac:spMk id="24" creationId="{C8B190F1-568A-4BAA-A285-DA3D4C0DF44C}"/>
          </ac:spMkLst>
        </pc:spChg>
        <pc:picChg chg="add del mod">
          <ac:chgData name="하권" userId="546ba1eaca679e52" providerId="LiveId" clId="{3A7432F6-E500-4FD2-99D9-4DE488A16F80}" dt="2021-04-10T10:47:33.303" v="6283" actId="478"/>
          <ac:picMkLst>
            <pc:docMk/>
            <pc:sldMk cId="1813596842" sldId="317"/>
            <ac:picMk id="4" creationId="{5964228A-9CCF-4B00-A634-EB7BDE0D5598}"/>
          </ac:picMkLst>
        </pc:picChg>
        <pc:picChg chg="add mod">
          <ac:chgData name="하권" userId="546ba1eaca679e52" providerId="LiveId" clId="{3A7432F6-E500-4FD2-99D9-4DE488A16F80}" dt="2021-04-10T10:53:23.279" v="6721" actId="208"/>
          <ac:picMkLst>
            <pc:docMk/>
            <pc:sldMk cId="1813596842" sldId="317"/>
            <ac:picMk id="6" creationId="{0D60D900-B0D6-4643-9F01-60BFD469F9AA}"/>
          </ac:picMkLst>
        </pc:picChg>
        <pc:picChg chg="add mod">
          <ac:chgData name="하권" userId="546ba1eaca679e52" providerId="LiveId" clId="{3A7432F6-E500-4FD2-99D9-4DE488A16F80}" dt="2021-04-10T10:53:23.279" v="6721" actId="208"/>
          <ac:picMkLst>
            <pc:docMk/>
            <pc:sldMk cId="1813596842" sldId="317"/>
            <ac:picMk id="8" creationId="{12B96ED1-A6B8-4E3C-AB7A-C540BAB70D97}"/>
          </ac:picMkLst>
        </pc:picChg>
        <pc:picChg chg="del">
          <ac:chgData name="하권" userId="546ba1eaca679e52" providerId="LiveId" clId="{3A7432F6-E500-4FD2-99D9-4DE488A16F80}" dt="2021-04-10T10:44:58.712" v="6269" actId="478"/>
          <ac:picMkLst>
            <pc:docMk/>
            <pc:sldMk cId="1813596842" sldId="317"/>
            <ac:picMk id="11" creationId="{02401A78-D2B0-431A-9FEB-1AAC925ACB31}"/>
          </ac:picMkLst>
        </pc:picChg>
        <pc:picChg chg="add del">
          <ac:chgData name="하권" userId="546ba1eaca679e52" providerId="LiveId" clId="{3A7432F6-E500-4FD2-99D9-4DE488A16F80}" dt="2021-04-10T10:50:23.280" v="6524" actId="478"/>
          <ac:picMkLst>
            <pc:docMk/>
            <pc:sldMk cId="1813596842" sldId="317"/>
            <ac:picMk id="12" creationId="{D14D270E-DA19-48D6-ACF5-F659C51EE161}"/>
          </ac:picMkLst>
        </pc:picChg>
        <pc:picChg chg="del">
          <ac:chgData name="하권" userId="546ba1eaca679e52" providerId="LiveId" clId="{3A7432F6-E500-4FD2-99D9-4DE488A16F80}" dt="2021-04-10T10:44:58.712" v="6269" actId="478"/>
          <ac:picMkLst>
            <pc:docMk/>
            <pc:sldMk cId="1813596842" sldId="317"/>
            <ac:picMk id="13" creationId="{78C8DB6E-400E-4B40-88C8-65D8AD8376EB}"/>
          </ac:picMkLst>
        </pc:picChg>
      </pc:sldChg>
      <pc:sldChg chg="addSp delSp modSp add mod ord">
        <pc:chgData name="하권" userId="546ba1eaca679e52" providerId="LiveId" clId="{3A7432F6-E500-4FD2-99D9-4DE488A16F80}" dt="2021-04-10T11:25:50.743" v="7787"/>
        <pc:sldMkLst>
          <pc:docMk/>
          <pc:sldMk cId="874147642" sldId="318"/>
        </pc:sldMkLst>
        <pc:spChg chg="mod">
          <ac:chgData name="하권" userId="546ba1eaca679e52" providerId="LiveId" clId="{3A7432F6-E500-4FD2-99D9-4DE488A16F80}" dt="2021-04-10T11:25:50.743" v="7787"/>
          <ac:spMkLst>
            <pc:docMk/>
            <pc:sldMk cId="874147642" sldId="318"/>
            <ac:spMk id="10" creationId="{50273775-88E8-493C-B413-CD0EF1F2E5A0}"/>
          </ac:spMkLst>
        </pc:spChg>
        <pc:picChg chg="del">
          <ac:chgData name="하권" userId="546ba1eaca679e52" providerId="LiveId" clId="{3A7432F6-E500-4FD2-99D9-4DE488A16F80}" dt="2021-04-10T10:46:58.863" v="6277" actId="478"/>
          <ac:picMkLst>
            <pc:docMk/>
            <pc:sldMk cId="874147642" sldId="318"/>
            <ac:picMk id="4" creationId="{5964228A-9CCF-4B00-A634-EB7BDE0D5598}"/>
          </ac:picMkLst>
        </pc:picChg>
        <pc:picChg chg="add mod">
          <ac:chgData name="하권" userId="546ba1eaca679e52" providerId="LiveId" clId="{3A7432F6-E500-4FD2-99D9-4DE488A16F80}" dt="2021-04-10T10:53:28.990" v="6724" actId="1076"/>
          <ac:picMkLst>
            <pc:docMk/>
            <pc:sldMk cId="874147642" sldId="318"/>
            <ac:picMk id="5" creationId="{8B3FC150-D1B9-464E-A57C-2702199B4B42}"/>
          </ac:picMkLst>
        </pc:picChg>
      </pc:sldChg>
      <pc:sldChg chg="addSp delSp modSp add mod ord">
        <pc:chgData name="하권" userId="546ba1eaca679e52" providerId="LiveId" clId="{3A7432F6-E500-4FD2-99D9-4DE488A16F80}" dt="2021-04-10T11:26:00.704" v="7791"/>
        <pc:sldMkLst>
          <pc:docMk/>
          <pc:sldMk cId="3373500569" sldId="319"/>
        </pc:sldMkLst>
        <pc:spChg chg="mod">
          <ac:chgData name="하권" userId="546ba1eaca679e52" providerId="LiveId" clId="{3A7432F6-E500-4FD2-99D9-4DE488A16F80}" dt="2021-04-10T11:26:00.704" v="7791"/>
          <ac:spMkLst>
            <pc:docMk/>
            <pc:sldMk cId="3373500569" sldId="319"/>
            <ac:spMk id="10" creationId="{50273775-88E8-493C-B413-CD0EF1F2E5A0}"/>
          </ac:spMkLst>
        </pc:spChg>
        <pc:spChg chg="add del mod">
          <ac:chgData name="하권" userId="546ba1eaca679e52" providerId="LiveId" clId="{3A7432F6-E500-4FD2-99D9-4DE488A16F80}" dt="2021-04-10T10:53:11.448" v="6717" actId="478"/>
          <ac:spMkLst>
            <pc:docMk/>
            <pc:sldMk cId="3373500569" sldId="319"/>
            <ac:spMk id="13" creationId="{BD27FE3D-A3DB-4454-B397-8B3571DED3BB}"/>
          </ac:spMkLst>
        </pc:spChg>
        <pc:spChg chg="add del mod">
          <ac:chgData name="하권" userId="546ba1eaca679e52" providerId="LiveId" clId="{3A7432F6-E500-4FD2-99D9-4DE488A16F80}" dt="2021-04-10T10:53:10.568" v="6715" actId="478"/>
          <ac:spMkLst>
            <pc:docMk/>
            <pc:sldMk cId="3373500569" sldId="319"/>
            <ac:spMk id="14" creationId="{CFEB3938-41FC-4C3B-A375-530357C1CEF1}"/>
          </ac:spMkLst>
        </pc:spChg>
        <pc:spChg chg="add del mod">
          <ac:chgData name="하권" userId="546ba1eaca679e52" providerId="LiveId" clId="{3A7432F6-E500-4FD2-99D9-4DE488A16F80}" dt="2021-04-10T10:53:11.008" v="6716" actId="478"/>
          <ac:spMkLst>
            <pc:docMk/>
            <pc:sldMk cId="3373500569" sldId="319"/>
            <ac:spMk id="15" creationId="{F2AA1118-E2BC-40D4-8961-2FCCC4422739}"/>
          </ac:spMkLst>
        </pc:spChg>
        <pc:spChg chg="del">
          <ac:chgData name="하권" userId="546ba1eaca679e52" providerId="LiveId" clId="{3A7432F6-E500-4FD2-99D9-4DE488A16F80}" dt="2021-04-10T10:50:29.361" v="6529" actId="478"/>
          <ac:spMkLst>
            <pc:docMk/>
            <pc:sldMk cId="3373500569" sldId="319"/>
            <ac:spMk id="21" creationId="{AAF74A9D-D53D-419E-9753-511B715E6F62}"/>
          </ac:spMkLst>
        </pc:spChg>
        <pc:spChg chg="del">
          <ac:chgData name="하권" userId="546ba1eaca679e52" providerId="LiveId" clId="{3A7432F6-E500-4FD2-99D9-4DE488A16F80}" dt="2021-04-10T10:50:30.217" v="6530" actId="478"/>
          <ac:spMkLst>
            <pc:docMk/>
            <pc:sldMk cId="3373500569" sldId="319"/>
            <ac:spMk id="22" creationId="{B77EA00B-5E99-45BE-AA20-C4495A5D9DF1}"/>
          </ac:spMkLst>
        </pc:spChg>
        <pc:spChg chg="del mod">
          <ac:chgData name="하권" userId="546ba1eaca679e52" providerId="LiveId" clId="{3A7432F6-E500-4FD2-99D9-4DE488A16F80}" dt="2021-04-10T10:51:34.714" v="6695" actId="478"/>
          <ac:spMkLst>
            <pc:docMk/>
            <pc:sldMk cId="3373500569" sldId="319"/>
            <ac:spMk id="23" creationId="{416D1521-ABBD-4B01-80CB-D1A025EA1F3F}"/>
          </ac:spMkLst>
        </pc:spChg>
        <pc:spChg chg="del mod">
          <ac:chgData name="하권" userId="546ba1eaca679e52" providerId="LiveId" clId="{3A7432F6-E500-4FD2-99D9-4DE488A16F80}" dt="2021-04-10T10:53:09.585" v="6713" actId="478"/>
          <ac:spMkLst>
            <pc:docMk/>
            <pc:sldMk cId="3373500569" sldId="319"/>
            <ac:spMk id="24" creationId="{C8B190F1-568A-4BAA-A285-DA3D4C0DF44C}"/>
          </ac:spMkLst>
        </pc:spChg>
        <pc:picChg chg="add mod">
          <ac:chgData name="하권" userId="546ba1eaca679e52" providerId="LiveId" clId="{3A7432F6-E500-4FD2-99D9-4DE488A16F80}" dt="2021-04-10T10:54:10.951" v="6766" actId="1076"/>
          <ac:picMkLst>
            <pc:docMk/>
            <pc:sldMk cId="3373500569" sldId="319"/>
            <ac:picMk id="4" creationId="{1C4E7BA8-4401-4303-957A-FEEEFC08AF05}"/>
          </ac:picMkLst>
        </pc:picChg>
        <pc:picChg chg="del">
          <ac:chgData name="하권" userId="546ba1eaca679e52" providerId="LiveId" clId="{3A7432F6-E500-4FD2-99D9-4DE488A16F80}" dt="2021-04-10T10:50:24.335" v="6525" actId="478"/>
          <ac:picMkLst>
            <pc:docMk/>
            <pc:sldMk cId="3373500569" sldId="319"/>
            <ac:picMk id="6" creationId="{0D60D900-B0D6-4643-9F01-60BFD469F9AA}"/>
          </ac:picMkLst>
        </pc:picChg>
        <pc:picChg chg="del">
          <ac:chgData name="하권" userId="546ba1eaca679e52" providerId="LiveId" clId="{3A7432F6-E500-4FD2-99D9-4DE488A16F80}" dt="2021-04-10T10:50:28.302" v="6528" actId="478"/>
          <ac:picMkLst>
            <pc:docMk/>
            <pc:sldMk cId="3373500569" sldId="319"/>
            <ac:picMk id="8" creationId="{12B96ED1-A6B8-4E3C-AB7A-C540BAB70D97}"/>
          </ac:picMkLst>
        </pc:picChg>
        <pc:picChg chg="add del mod">
          <ac:chgData name="하권" userId="546ba1eaca679e52" providerId="LiveId" clId="{3A7432F6-E500-4FD2-99D9-4DE488A16F80}" dt="2021-04-10T10:53:09.958" v="6714" actId="478"/>
          <ac:picMkLst>
            <pc:docMk/>
            <pc:sldMk cId="3373500569" sldId="319"/>
            <ac:picMk id="11" creationId="{61D21470-4336-4099-9703-DB24BB404073}"/>
          </ac:picMkLst>
        </pc:picChg>
        <pc:picChg chg="del mod ord">
          <ac:chgData name="하권" userId="546ba1eaca679e52" providerId="LiveId" clId="{3A7432F6-E500-4FD2-99D9-4DE488A16F80}" dt="2021-04-10T10:53:08.968" v="6712" actId="478"/>
          <ac:picMkLst>
            <pc:docMk/>
            <pc:sldMk cId="3373500569" sldId="319"/>
            <ac:picMk id="12" creationId="{D14D270E-DA19-48D6-ACF5-F659C51EE161}"/>
          </ac:picMkLst>
        </pc:picChg>
      </pc:sldChg>
      <pc:sldChg chg="delSp modSp add mod">
        <pc:chgData name="하권" userId="546ba1eaca679e52" providerId="LiveId" clId="{3A7432F6-E500-4FD2-99D9-4DE488A16F80}" dt="2021-04-10T11:25:58.393" v="7790"/>
        <pc:sldMkLst>
          <pc:docMk/>
          <pc:sldMk cId="2420030802" sldId="320"/>
        </pc:sldMkLst>
        <pc:spChg chg="mod">
          <ac:chgData name="하권" userId="546ba1eaca679e52" providerId="LiveId" clId="{3A7432F6-E500-4FD2-99D9-4DE488A16F80}" dt="2021-04-10T11:25:58.393" v="7790"/>
          <ac:spMkLst>
            <pc:docMk/>
            <pc:sldMk cId="2420030802" sldId="320"/>
            <ac:spMk id="10" creationId="{50273775-88E8-493C-B413-CD0EF1F2E5A0}"/>
          </ac:spMkLst>
        </pc:spChg>
        <pc:picChg chg="del">
          <ac:chgData name="하권" userId="546ba1eaca679e52" providerId="LiveId" clId="{3A7432F6-E500-4FD2-99D9-4DE488A16F80}" dt="2021-04-10T10:53:04.456" v="6708" actId="478"/>
          <ac:picMkLst>
            <pc:docMk/>
            <pc:sldMk cId="2420030802" sldId="320"/>
            <ac:picMk id="4" creationId="{1C4E7BA8-4401-4303-957A-FEEEFC08AF05}"/>
          </ac:picMkLst>
        </pc:picChg>
        <pc:picChg chg="mod">
          <ac:chgData name="하권" userId="546ba1eaca679e52" providerId="LiveId" clId="{3A7432F6-E500-4FD2-99D9-4DE488A16F80}" dt="2021-04-10T10:53:20.137" v="6720" actId="208"/>
          <ac:picMkLst>
            <pc:docMk/>
            <pc:sldMk cId="2420030802" sldId="320"/>
            <ac:picMk id="12" creationId="{D14D270E-DA19-48D6-ACF5-F659C51EE161}"/>
          </ac:picMkLst>
        </pc:picChg>
      </pc:sldChg>
      <pc:sldChg chg="addSp delSp modSp add mod">
        <pc:chgData name="하권" userId="546ba1eaca679e52" providerId="LiveId" clId="{3A7432F6-E500-4FD2-99D9-4DE488A16F80}" dt="2021-04-10T11:26:02.754" v="7792"/>
        <pc:sldMkLst>
          <pc:docMk/>
          <pc:sldMk cId="1800789355" sldId="321"/>
        </pc:sldMkLst>
        <pc:spChg chg="mod">
          <ac:chgData name="하권" userId="546ba1eaca679e52" providerId="LiveId" clId="{3A7432F6-E500-4FD2-99D9-4DE488A16F80}" dt="2021-04-10T11:26:02.754" v="7792"/>
          <ac:spMkLst>
            <pc:docMk/>
            <pc:sldMk cId="1800789355" sldId="321"/>
            <ac:spMk id="10" creationId="{50273775-88E8-493C-B413-CD0EF1F2E5A0}"/>
          </ac:spMkLst>
        </pc:spChg>
        <pc:spChg chg="add mod">
          <ac:chgData name="하권" userId="546ba1eaca679e52" providerId="LiveId" clId="{3A7432F6-E500-4FD2-99D9-4DE488A16F80}" dt="2021-04-10T10:56:51.582" v="6891" actId="1037"/>
          <ac:spMkLst>
            <pc:docMk/>
            <pc:sldMk cId="1800789355" sldId="321"/>
            <ac:spMk id="11" creationId="{17148D99-BF1C-4700-9738-FED9FCA28F57}"/>
          </ac:spMkLst>
        </pc:spChg>
        <pc:spChg chg="add mod">
          <ac:chgData name="하권" userId="546ba1eaca679e52" providerId="LiveId" clId="{3A7432F6-E500-4FD2-99D9-4DE488A16F80}" dt="2021-04-10T10:56:58.559" v="6894" actId="14100"/>
          <ac:spMkLst>
            <pc:docMk/>
            <pc:sldMk cId="1800789355" sldId="321"/>
            <ac:spMk id="12" creationId="{E39A58AC-AD2C-4BDE-99DC-23978AE52241}"/>
          </ac:spMkLst>
        </pc:spChg>
        <pc:spChg chg="add mod">
          <ac:chgData name="하권" userId="546ba1eaca679e52" providerId="LiveId" clId="{3A7432F6-E500-4FD2-99D9-4DE488A16F80}" dt="2021-04-10T10:57:52.415" v="6967" actId="1035"/>
          <ac:spMkLst>
            <pc:docMk/>
            <pc:sldMk cId="1800789355" sldId="321"/>
            <ac:spMk id="17" creationId="{5775CAE0-20BF-4AC0-ABB4-C7AC05576ED7}"/>
          </ac:spMkLst>
        </pc:spChg>
        <pc:picChg chg="del mod">
          <ac:chgData name="하권" userId="546ba1eaca679e52" providerId="LiveId" clId="{3A7432F6-E500-4FD2-99D9-4DE488A16F80}" dt="2021-04-10T10:55:31.329" v="6868" actId="478"/>
          <ac:picMkLst>
            <pc:docMk/>
            <pc:sldMk cId="1800789355" sldId="321"/>
            <ac:picMk id="4" creationId="{1C4E7BA8-4401-4303-957A-FEEEFC08AF05}"/>
          </ac:picMkLst>
        </pc:picChg>
        <pc:picChg chg="add mod">
          <ac:chgData name="하권" userId="546ba1eaca679e52" providerId="LiveId" clId="{3A7432F6-E500-4FD2-99D9-4DE488A16F80}" dt="2021-04-10T10:56:45.463" v="6887" actId="1076"/>
          <ac:picMkLst>
            <pc:docMk/>
            <pc:sldMk cId="1800789355" sldId="321"/>
            <ac:picMk id="5" creationId="{65145495-4D04-4D01-B119-BE21287D6E39}"/>
          </ac:picMkLst>
        </pc:picChg>
        <pc:picChg chg="add mod ord">
          <ac:chgData name="하권" userId="546ba1eaca679e52" providerId="LiveId" clId="{3A7432F6-E500-4FD2-99D9-4DE488A16F80}" dt="2021-04-10T10:56:41.646" v="6886" actId="1076"/>
          <ac:picMkLst>
            <pc:docMk/>
            <pc:sldMk cId="1800789355" sldId="321"/>
            <ac:picMk id="7" creationId="{6227C75F-0A2B-4F6C-9819-6F4BBE30CD4D}"/>
          </ac:picMkLst>
        </pc:picChg>
        <pc:picChg chg="add mod">
          <ac:chgData name="하권" userId="546ba1eaca679e52" providerId="LiveId" clId="{3A7432F6-E500-4FD2-99D9-4DE488A16F80}" dt="2021-04-10T10:56:49.103" v="6888" actId="1076"/>
          <ac:picMkLst>
            <pc:docMk/>
            <pc:sldMk cId="1800789355" sldId="321"/>
            <ac:picMk id="9" creationId="{5CCBE5E8-914C-4F11-BD47-B152EA502F30}"/>
          </ac:picMkLst>
        </pc:picChg>
        <pc:cxnChg chg="add mod">
          <ac:chgData name="하권" userId="546ba1eaca679e52" providerId="LiveId" clId="{3A7432F6-E500-4FD2-99D9-4DE488A16F80}" dt="2021-04-10T10:57:39.574" v="6961" actId="14100"/>
          <ac:cxnSpMkLst>
            <pc:docMk/>
            <pc:sldMk cId="1800789355" sldId="321"/>
            <ac:cxnSpMk id="14" creationId="{F091EB7A-C01F-43EA-B3E9-671EDBE3D0D5}"/>
          </ac:cxnSpMkLst>
        </pc:cxnChg>
      </pc:sldChg>
      <pc:sldChg chg="addSp delSp modSp add mod">
        <pc:chgData name="하권" userId="546ba1eaca679e52" providerId="LiveId" clId="{3A7432F6-E500-4FD2-99D9-4DE488A16F80}" dt="2021-04-10T11:26:06.959" v="7794"/>
        <pc:sldMkLst>
          <pc:docMk/>
          <pc:sldMk cId="1625763793" sldId="322"/>
        </pc:sldMkLst>
        <pc:spChg chg="mod">
          <ac:chgData name="하권" userId="546ba1eaca679e52" providerId="LiveId" clId="{3A7432F6-E500-4FD2-99D9-4DE488A16F80}" dt="2021-04-10T11:26:06.959" v="7794"/>
          <ac:spMkLst>
            <pc:docMk/>
            <pc:sldMk cId="1625763793" sldId="322"/>
            <ac:spMk id="10" creationId="{50273775-88E8-493C-B413-CD0EF1F2E5A0}"/>
          </ac:spMkLst>
        </pc:spChg>
        <pc:spChg chg="del">
          <ac:chgData name="하권" userId="546ba1eaca679e52" providerId="LiveId" clId="{3A7432F6-E500-4FD2-99D9-4DE488A16F80}" dt="2021-04-10T10:58:34.110" v="6975" actId="478"/>
          <ac:spMkLst>
            <pc:docMk/>
            <pc:sldMk cId="1625763793" sldId="322"/>
            <ac:spMk id="11" creationId="{17148D99-BF1C-4700-9738-FED9FCA28F57}"/>
          </ac:spMkLst>
        </pc:spChg>
        <pc:spChg chg="del">
          <ac:chgData name="하권" userId="546ba1eaca679e52" providerId="LiveId" clId="{3A7432F6-E500-4FD2-99D9-4DE488A16F80}" dt="2021-04-10T10:58:34.783" v="6976" actId="478"/>
          <ac:spMkLst>
            <pc:docMk/>
            <pc:sldMk cId="1625763793" sldId="322"/>
            <ac:spMk id="12" creationId="{E39A58AC-AD2C-4BDE-99DC-23978AE52241}"/>
          </ac:spMkLst>
        </pc:spChg>
        <pc:spChg chg="add del mod">
          <ac:chgData name="하권" userId="546ba1eaca679e52" providerId="LiveId" clId="{3A7432F6-E500-4FD2-99D9-4DE488A16F80}" dt="2021-04-10T11:04:33.822" v="7167" actId="478"/>
          <ac:spMkLst>
            <pc:docMk/>
            <pc:sldMk cId="1625763793" sldId="322"/>
            <ac:spMk id="13" creationId="{27047823-36C4-4924-B2CB-494378BD592B}"/>
          </ac:spMkLst>
        </pc:spChg>
        <pc:spChg chg="add del mod">
          <ac:chgData name="하권" userId="546ba1eaca679e52" providerId="LiveId" clId="{3A7432F6-E500-4FD2-99D9-4DE488A16F80}" dt="2021-04-10T11:04:35.695" v="7170" actId="478"/>
          <ac:spMkLst>
            <pc:docMk/>
            <pc:sldMk cId="1625763793" sldId="322"/>
            <ac:spMk id="15" creationId="{0AB6E38A-FEB4-4368-A4A4-4209236B87A7}"/>
          </ac:spMkLst>
        </pc:spChg>
        <pc:spChg chg="del">
          <ac:chgData name="하권" userId="546ba1eaca679e52" providerId="LiveId" clId="{3A7432F6-E500-4FD2-99D9-4DE488A16F80}" dt="2021-04-10T11:04:31.398" v="7164" actId="478"/>
          <ac:spMkLst>
            <pc:docMk/>
            <pc:sldMk cId="1625763793" sldId="322"/>
            <ac:spMk id="17" creationId="{5775CAE0-20BF-4AC0-ABB4-C7AC05576ED7}"/>
          </ac:spMkLst>
        </pc:spChg>
        <pc:spChg chg="add del mod">
          <ac:chgData name="하권" userId="546ba1eaca679e52" providerId="LiveId" clId="{3A7432F6-E500-4FD2-99D9-4DE488A16F80}" dt="2021-04-10T11:04:31.974" v="7165" actId="478"/>
          <ac:spMkLst>
            <pc:docMk/>
            <pc:sldMk cId="1625763793" sldId="322"/>
            <ac:spMk id="18" creationId="{06C6EFED-FA6C-419E-94F1-B427CFB164E2}"/>
          </ac:spMkLst>
        </pc:spChg>
        <pc:spChg chg="add del mod">
          <ac:chgData name="하권" userId="546ba1eaca679e52" providerId="LiveId" clId="{3A7432F6-E500-4FD2-99D9-4DE488A16F80}" dt="2021-04-10T11:04:29.886" v="7162" actId="478"/>
          <ac:spMkLst>
            <pc:docMk/>
            <pc:sldMk cId="1625763793" sldId="322"/>
            <ac:spMk id="19" creationId="{63837899-994E-442B-A5AC-EF5AE56680E2}"/>
          </ac:spMkLst>
        </pc:spChg>
        <pc:spChg chg="add del mod">
          <ac:chgData name="하권" userId="546ba1eaca679e52" providerId="LiveId" clId="{3A7432F6-E500-4FD2-99D9-4DE488A16F80}" dt="2021-04-10T11:04:30.560" v="7163" actId="478"/>
          <ac:spMkLst>
            <pc:docMk/>
            <pc:sldMk cId="1625763793" sldId="322"/>
            <ac:spMk id="20" creationId="{F17C75B4-0925-4FC5-A4F5-D082C5049FE0}"/>
          </ac:spMkLst>
        </pc:spChg>
        <pc:picChg chg="add del mod">
          <ac:chgData name="하권" userId="546ba1eaca679e52" providerId="LiveId" clId="{3A7432F6-E500-4FD2-99D9-4DE488A16F80}" dt="2021-04-10T11:04:28.956" v="7160" actId="478"/>
          <ac:picMkLst>
            <pc:docMk/>
            <pc:sldMk cId="1625763793" sldId="322"/>
            <ac:picMk id="4" creationId="{59F4D151-9A1F-498B-B4E0-5C16E57676E0}"/>
          </ac:picMkLst>
        </pc:picChg>
        <pc:picChg chg="del">
          <ac:chgData name="하권" userId="546ba1eaca679e52" providerId="LiveId" clId="{3A7432F6-E500-4FD2-99D9-4DE488A16F80}" dt="2021-04-10T10:58:32.638" v="6973" actId="478"/>
          <ac:picMkLst>
            <pc:docMk/>
            <pc:sldMk cId="1625763793" sldId="322"/>
            <ac:picMk id="5" creationId="{65145495-4D04-4D01-B119-BE21287D6E39}"/>
          </ac:picMkLst>
        </pc:picChg>
        <pc:picChg chg="del">
          <ac:chgData name="하권" userId="546ba1eaca679e52" providerId="LiveId" clId="{3A7432F6-E500-4FD2-99D9-4DE488A16F80}" dt="2021-04-10T10:58:29.333" v="6970" actId="478"/>
          <ac:picMkLst>
            <pc:docMk/>
            <pc:sldMk cId="1625763793" sldId="322"/>
            <ac:picMk id="7" creationId="{6227C75F-0A2B-4F6C-9819-6F4BBE30CD4D}"/>
          </ac:picMkLst>
        </pc:picChg>
        <pc:picChg chg="add del mod">
          <ac:chgData name="하권" userId="546ba1eaca679e52" providerId="LiveId" clId="{3A7432F6-E500-4FD2-99D9-4DE488A16F80}" dt="2021-04-10T11:11:42.490" v="7450" actId="478"/>
          <ac:picMkLst>
            <pc:docMk/>
            <pc:sldMk cId="1625763793" sldId="322"/>
            <ac:picMk id="8" creationId="{8D6923AD-7522-4A9C-9091-0331C4A1771A}"/>
          </ac:picMkLst>
        </pc:picChg>
        <pc:picChg chg="del">
          <ac:chgData name="하권" userId="546ba1eaca679e52" providerId="LiveId" clId="{3A7432F6-E500-4FD2-99D9-4DE488A16F80}" dt="2021-04-10T10:58:32.044" v="6972" actId="478"/>
          <ac:picMkLst>
            <pc:docMk/>
            <pc:sldMk cId="1625763793" sldId="322"/>
            <ac:picMk id="9" creationId="{5CCBE5E8-914C-4F11-BD47-B152EA502F30}"/>
          </ac:picMkLst>
        </pc:picChg>
        <pc:picChg chg="add del mod modCrop">
          <ac:chgData name="하권" userId="546ba1eaca679e52" providerId="LiveId" clId="{3A7432F6-E500-4FD2-99D9-4DE488A16F80}" dt="2021-04-10T11:04:29.422" v="7161" actId="478"/>
          <ac:picMkLst>
            <pc:docMk/>
            <pc:sldMk cId="1625763793" sldId="322"/>
            <ac:picMk id="16" creationId="{4C52C019-4D61-430E-B18A-8D053085C71C}"/>
          </ac:picMkLst>
        </pc:picChg>
        <pc:picChg chg="add del mod">
          <ac:chgData name="하권" userId="546ba1eaca679e52" providerId="LiveId" clId="{3A7432F6-E500-4FD2-99D9-4DE488A16F80}" dt="2021-04-10T11:12:01.802" v="7453" actId="478"/>
          <ac:picMkLst>
            <pc:docMk/>
            <pc:sldMk cId="1625763793" sldId="322"/>
            <ac:picMk id="22" creationId="{B438880B-E25B-47AB-83C6-E8D3369917B9}"/>
          </ac:picMkLst>
        </pc:picChg>
        <pc:picChg chg="add mod">
          <ac:chgData name="하권" userId="546ba1eaca679e52" providerId="LiveId" clId="{3A7432F6-E500-4FD2-99D9-4DE488A16F80}" dt="2021-04-10T11:12:08.733" v="7458" actId="208"/>
          <ac:picMkLst>
            <pc:docMk/>
            <pc:sldMk cId="1625763793" sldId="322"/>
            <ac:picMk id="24" creationId="{91941562-7D86-4EAE-807F-AD26A112ED1D}"/>
          </ac:picMkLst>
        </pc:picChg>
        <pc:cxnChg chg="del mod">
          <ac:chgData name="하권" userId="546ba1eaca679e52" providerId="LiveId" clId="{3A7432F6-E500-4FD2-99D9-4DE488A16F80}" dt="2021-04-10T10:58:33.270" v="6974" actId="478"/>
          <ac:cxnSpMkLst>
            <pc:docMk/>
            <pc:sldMk cId="1625763793" sldId="322"/>
            <ac:cxnSpMk id="14" creationId="{F091EB7A-C01F-43EA-B3E9-671EDBE3D0D5}"/>
          </ac:cxnSpMkLst>
        </pc:cxnChg>
      </pc:sldChg>
      <pc:sldChg chg="modSp add mod ord">
        <pc:chgData name="하권" userId="546ba1eaca679e52" providerId="LiveId" clId="{3A7432F6-E500-4FD2-99D9-4DE488A16F80}" dt="2021-04-10T11:26:05.042" v="7793"/>
        <pc:sldMkLst>
          <pc:docMk/>
          <pc:sldMk cId="3722616368" sldId="323"/>
        </pc:sldMkLst>
        <pc:spChg chg="mod">
          <ac:chgData name="하권" userId="546ba1eaca679e52" providerId="LiveId" clId="{3A7432F6-E500-4FD2-99D9-4DE488A16F80}" dt="2021-04-10T11:26:05.042" v="7793"/>
          <ac:spMkLst>
            <pc:docMk/>
            <pc:sldMk cId="3722616368" sldId="323"/>
            <ac:spMk id="10" creationId="{50273775-88E8-493C-B413-CD0EF1F2E5A0}"/>
          </ac:spMkLst>
        </pc:spChg>
      </pc:sldChg>
      <pc:sldChg chg="addSp delSp modSp add mod">
        <pc:chgData name="하권" userId="546ba1eaca679e52" providerId="LiveId" clId="{3A7432F6-E500-4FD2-99D9-4DE488A16F80}" dt="2021-04-10T11:26:08.911" v="7795"/>
        <pc:sldMkLst>
          <pc:docMk/>
          <pc:sldMk cId="203545375" sldId="324"/>
        </pc:sldMkLst>
        <pc:spChg chg="add mod">
          <ac:chgData name="하권" userId="546ba1eaca679e52" providerId="LiveId" clId="{3A7432F6-E500-4FD2-99D9-4DE488A16F80}" dt="2021-04-10T11:26:08.911" v="7795"/>
          <ac:spMkLst>
            <pc:docMk/>
            <pc:sldMk cId="203545375" sldId="324"/>
            <ac:spMk id="7" creationId="{29EB3DD2-3F22-4264-BE87-1B893F7D8C71}"/>
          </ac:spMkLst>
        </pc:spChg>
        <pc:spChg chg="del">
          <ac:chgData name="하권" userId="546ba1eaca679e52" providerId="LiveId" clId="{3A7432F6-E500-4FD2-99D9-4DE488A16F80}" dt="2021-04-10T11:05:22.614" v="7181" actId="478"/>
          <ac:spMkLst>
            <pc:docMk/>
            <pc:sldMk cId="203545375" sldId="324"/>
            <ac:spMk id="10" creationId="{50273775-88E8-493C-B413-CD0EF1F2E5A0}"/>
          </ac:spMkLst>
        </pc:spChg>
        <pc:spChg chg="add mod">
          <ac:chgData name="하권" userId="546ba1eaca679e52" providerId="LiveId" clId="{3A7432F6-E500-4FD2-99D9-4DE488A16F80}" dt="2021-04-10T11:05:22.884" v="7182"/>
          <ac:spMkLst>
            <pc:docMk/>
            <pc:sldMk cId="203545375" sldId="324"/>
            <ac:spMk id="11" creationId="{BEA624E6-33CF-477B-8E1F-0FA0484C4799}"/>
          </ac:spMkLst>
        </pc:spChg>
        <pc:spChg chg="add mod">
          <ac:chgData name="하권" userId="546ba1eaca679e52" providerId="LiveId" clId="{3A7432F6-E500-4FD2-99D9-4DE488A16F80}" dt="2021-04-10T11:05:22.884" v="7182"/>
          <ac:spMkLst>
            <pc:docMk/>
            <pc:sldMk cId="203545375" sldId="324"/>
            <ac:spMk id="12" creationId="{97D35141-C1EA-4D31-974E-3392482D1F22}"/>
          </ac:spMkLst>
        </pc:spChg>
        <pc:spChg chg="add del mod">
          <ac:chgData name="하권" userId="546ba1eaca679e52" providerId="LiveId" clId="{3A7432F6-E500-4FD2-99D9-4DE488A16F80}" dt="2021-04-10T11:05:59.759" v="7239" actId="478"/>
          <ac:spMkLst>
            <pc:docMk/>
            <pc:sldMk cId="203545375" sldId="324"/>
            <ac:spMk id="13" creationId="{AC1AFA5D-0BA1-43D4-9C5E-1A0A9013C339}"/>
          </ac:spMkLst>
        </pc:spChg>
        <pc:spChg chg="add mod">
          <ac:chgData name="하권" userId="546ba1eaca679e52" providerId="LiveId" clId="{3A7432F6-E500-4FD2-99D9-4DE488A16F80}" dt="2021-04-10T11:12:38.218" v="7467" actId="1076"/>
          <ac:spMkLst>
            <pc:docMk/>
            <pc:sldMk cId="203545375" sldId="324"/>
            <ac:spMk id="14" creationId="{1CA425E1-8BC5-4E08-972D-FF185571550C}"/>
          </ac:spMkLst>
        </pc:spChg>
        <pc:picChg chg="add del mod">
          <ac:chgData name="하권" userId="546ba1eaca679e52" providerId="LiveId" clId="{3A7432F6-E500-4FD2-99D9-4DE488A16F80}" dt="2021-04-10T11:07:41.516" v="7290" actId="478"/>
          <ac:picMkLst>
            <pc:docMk/>
            <pc:sldMk cId="203545375" sldId="324"/>
            <ac:picMk id="4" creationId="{D178D4FE-A4B0-468C-981A-D43F785FEDE0}"/>
          </ac:picMkLst>
        </pc:picChg>
        <pc:picChg chg="add del">
          <ac:chgData name="하권" userId="546ba1eaca679e52" providerId="LiveId" clId="{3A7432F6-E500-4FD2-99D9-4DE488A16F80}" dt="2021-04-10T11:06:41.036" v="7258" actId="478"/>
          <ac:picMkLst>
            <pc:docMk/>
            <pc:sldMk cId="203545375" sldId="324"/>
            <ac:picMk id="6" creationId="{6B49073C-9E01-49DF-9668-0C0025B9EF15}"/>
          </ac:picMkLst>
        </pc:picChg>
        <pc:picChg chg="del">
          <ac:chgData name="하권" userId="546ba1eaca679e52" providerId="LiveId" clId="{3A7432F6-E500-4FD2-99D9-4DE488A16F80}" dt="2021-04-10T11:05:09.228" v="7179" actId="478"/>
          <ac:picMkLst>
            <pc:docMk/>
            <pc:sldMk cId="203545375" sldId="324"/>
            <ac:picMk id="8" creationId="{8D6923AD-7522-4A9C-9091-0331C4A1771A}"/>
          </ac:picMkLst>
        </pc:picChg>
        <pc:picChg chg="add mod">
          <ac:chgData name="하권" userId="546ba1eaca679e52" providerId="LiveId" clId="{3A7432F6-E500-4FD2-99D9-4DE488A16F80}" dt="2021-04-10T11:05:22.884" v="7182"/>
          <ac:picMkLst>
            <pc:docMk/>
            <pc:sldMk cId="203545375" sldId="324"/>
            <ac:picMk id="9" creationId="{3DACA6A5-1920-401F-B82A-966E9276B37A}"/>
          </ac:picMkLst>
        </pc:picChg>
        <pc:picChg chg="add del mod ord">
          <ac:chgData name="하권" userId="546ba1eaca679e52" providerId="LiveId" clId="{3A7432F6-E500-4FD2-99D9-4DE488A16F80}" dt="2021-04-10T11:12:15.284" v="7459" actId="478"/>
          <ac:picMkLst>
            <pc:docMk/>
            <pc:sldMk cId="203545375" sldId="324"/>
            <ac:picMk id="16" creationId="{25B89530-FCF6-46AC-88EF-158AD7C605DA}"/>
          </ac:picMkLst>
        </pc:picChg>
        <pc:picChg chg="add mod ord">
          <ac:chgData name="하권" userId="546ba1eaca679e52" providerId="LiveId" clId="{3A7432F6-E500-4FD2-99D9-4DE488A16F80}" dt="2021-04-10T11:12:36.211" v="7466" actId="1076"/>
          <ac:picMkLst>
            <pc:docMk/>
            <pc:sldMk cId="203545375" sldId="324"/>
            <ac:picMk id="18" creationId="{FD126522-1C54-4CBE-A494-91D7A407E86B}"/>
          </ac:picMkLst>
        </pc:picChg>
      </pc:sldChg>
      <pc:sldChg chg="addSp delSp modSp add mod">
        <pc:chgData name="하권" userId="546ba1eaca679e52" providerId="LiveId" clId="{3A7432F6-E500-4FD2-99D9-4DE488A16F80}" dt="2021-04-10T13:16:50.002" v="7836" actId="1076"/>
        <pc:sldMkLst>
          <pc:docMk/>
          <pc:sldMk cId="849979650" sldId="325"/>
        </pc:sldMkLst>
        <pc:spChg chg="mod">
          <ac:chgData name="하권" userId="546ba1eaca679e52" providerId="LiveId" clId="{3A7432F6-E500-4FD2-99D9-4DE488A16F80}" dt="2021-04-10T11:27:30.294" v="7805" actId="20577"/>
          <ac:spMkLst>
            <pc:docMk/>
            <pc:sldMk cId="849979650" sldId="325"/>
            <ac:spMk id="7" creationId="{29EB3DD2-3F22-4264-BE87-1B893F7D8C71}"/>
          </ac:spMkLst>
        </pc:spChg>
        <pc:spChg chg="del">
          <ac:chgData name="하권" userId="546ba1eaca679e52" providerId="LiveId" clId="{3A7432F6-E500-4FD2-99D9-4DE488A16F80}" dt="2021-04-10T11:06:45.797" v="7263" actId="478"/>
          <ac:spMkLst>
            <pc:docMk/>
            <pc:sldMk cId="849979650" sldId="325"/>
            <ac:spMk id="11" creationId="{BEA624E6-33CF-477B-8E1F-0FA0484C4799}"/>
          </ac:spMkLst>
        </pc:spChg>
        <pc:spChg chg="del">
          <ac:chgData name="하권" userId="546ba1eaca679e52" providerId="LiveId" clId="{3A7432F6-E500-4FD2-99D9-4DE488A16F80}" dt="2021-04-10T11:06:46.141" v="7264" actId="478"/>
          <ac:spMkLst>
            <pc:docMk/>
            <pc:sldMk cId="849979650" sldId="325"/>
            <ac:spMk id="12" creationId="{97D35141-C1EA-4D31-974E-3392482D1F22}"/>
          </ac:spMkLst>
        </pc:spChg>
        <pc:spChg chg="del">
          <ac:chgData name="하권" userId="546ba1eaca679e52" providerId="LiveId" clId="{3A7432F6-E500-4FD2-99D9-4DE488A16F80}" dt="2021-04-10T11:06:44.853" v="7261" actId="478"/>
          <ac:spMkLst>
            <pc:docMk/>
            <pc:sldMk cId="849979650" sldId="325"/>
            <ac:spMk id="14" creationId="{1CA425E1-8BC5-4E08-972D-FF185571550C}"/>
          </ac:spMkLst>
        </pc:spChg>
        <pc:spChg chg="add del mod">
          <ac:chgData name="하권" userId="546ba1eaca679e52" providerId="LiveId" clId="{3A7432F6-E500-4FD2-99D9-4DE488A16F80}" dt="2021-04-10T11:18:56.011" v="7490" actId="478"/>
          <ac:spMkLst>
            <pc:docMk/>
            <pc:sldMk cId="849979650" sldId="325"/>
            <ac:spMk id="16" creationId="{A9B090CE-3ECF-4D64-A321-63D06441D6C7}"/>
          </ac:spMkLst>
        </pc:spChg>
        <pc:spChg chg="add del mod">
          <ac:chgData name="하권" userId="546ba1eaca679e52" providerId="LiveId" clId="{3A7432F6-E500-4FD2-99D9-4DE488A16F80}" dt="2021-04-10T11:18:57.869" v="7493" actId="478"/>
          <ac:spMkLst>
            <pc:docMk/>
            <pc:sldMk cId="849979650" sldId="325"/>
            <ac:spMk id="17" creationId="{342B27C8-3197-42D1-80D4-50A632B76C9F}"/>
          </ac:spMkLst>
        </pc:spChg>
        <pc:spChg chg="add del mod">
          <ac:chgData name="하권" userId="546ba1eaca679e52" providerId="LiveId" clId="{3A7432F6-E500-4FD2-99D9-4DE488A16F80}" dt="2021-04-10T11:18:58.562" v="7494" actId="478"/>
          <ac:spMkLst>
            <pc:docMk/>
            <pc:sldMk cId="849979650" sldId="325"/>
            <ac:spMk id="18" creationId="{C38201A7-D183-4F97-B04E-DFC286B20083}"/>
          </ac:spMkLst>
        </pc:spChg>
        <pc:spChg chg="add del mod">
          <ac:chgData name="하권" userId="546ba1eaca679e52" providerId="LiveId" clId="{3A7432F6-E500-4FD2-99D9-4DE488A16F80}" dt="2021-04-10T11:18:59.021" v="7495" actId="478"/>
          <ac:spMkLst>
            <pc:docMk/>
            <pc:sldMk cId="849979650" sldId="325"/>
            <ac:spMk id="19" creationId="{8A79354C-BA4A-4CAC-85F5-DD531766FA31}"/>
          </ac:spMkLst>
        </pc:spChg>
        <pc:graphicFrameChg chg="add del mod">
          <ac:chgData name="하권" userId="546ba1eaca679e52" providerId="LiveId" clId="{3A7432F6-E500-4FD2-99D9-4DE488A16F80}" dt="2021-04-10T13:16:36.072" v="7830" actId="478"/>
          <ac:graphicFrameMkLst>
            <pc:docMk/>
            <pc:sldMk cId="849979650" sldId="325"/>
            <ac:graphicFrameMk id="32" creationId="{83CC93A2-5534-43C9-B5FE-67A8598EF5C5}"/>
          </ac:graphicFrameMkLst>
        </pc:graphicFrameChg>
        <pc:picChg chg="del">
          <ac:chgData name="하권" userId="546ba1eaca679e52" providerId="LiveId" clId="{3A7432F6-E500-4FD2-99D9-4DE488A16F80}" dt="2021-04-10T11:06:42.676" v="7259" actId="478"/>
          <ac:picMkLst>
            <pc:docMk/>
            <pc:sldMk cId="849979650" sldId="325"/>
            <ac:picMk id="4" creationId="{D178D4FE-A4B0-468C-981A-D43F785FEDE0}"/>
          </ac:picMkLst>
        </pc:picChg>
        <pc:picChg chg="add del mod">
          <ac:chgData name="하권" userId="546ba1eaca679e52" providerId="LiveId" clId="{3A7432F6-E500-4FD2-99D9-4DE488A16F80}" dt="2021-04-10T11:18:56.379" v="7491" actId="478"/>
          <ac:picMkLst>
            <pc:docMk/>
            <pc:sldMk cId="849979650" sldId="325"/>
            <ac:picMk id="5" creationId="{9727F72A-315D-406A-9430-1162530DF749}"/>
          </ac:picMkLst>
        </pc:picChg>
        <pc:picChg chg="del mod">
          <ac:chgData name="하권" userId="546ba1eaca679e52" providerId="LiveId" clId="{3A7432F6-E500-4FD2-99D9-4DE488A16F80}" dt="2021-04-10T11:08:25.373" v="7303" actId="478"/>
          <ac:picMkLst>
            <pc:docMk/>
            <pc:sldMk cId="849979650" sldId="325"/>
            <ac:picMk id="6" creationId="{6B49073C-9E01-49DF-9668-0C0025B9EF15}"/>
          </ac:picMkLst>
        </pc:picChg>
        <pc:picChg chg="del">
          <ac:chgData name="하권" userId="546ba1eaca679e52" providerId="LiveId" clId="{3A7432F6-E500-4FD2-99D9-4DE488A16F80}" dt="2021-04-10T11:06:45.340" v="7262" actId="478"/>
          <ac:picMkLst>
            <pc:docMk/>
            <pc:sldMk cId="849979650" sldId="325"/>
            <ac:picMk id="9" creationId="{3DACA6A5-1920-401F-B82A-966E9276B37A}"/>
          </ac:picMkLst>
        </pc:picChg>
        <pc:picChg chg="add del mod">
          <ac:chgData name="하권" userId="546ba1eaca679e52" providerId="LiveId" clId="{3A7432F6-E500-4FD2-99D9-4DE488A16F80}" dt="2021-04-10T11:14:21.244" v="7468" actId="478"/>
          <ac:picMkLst>
            <pc:docMk/>
            <pc:sldMk cId="849979650" sldId="325"/>
            <ac:picMk id="10" creationId="{73A0C088-873D-4DC0-BAE5-33A42113012E}"/>
          </ac:picMkLst>
        </pc:picChg>
        <pc:picChg chg="add del mod">
          <ac:chgData name="하권" userId="546ba1eaca679e52" providerId="LiveId" clId="{3A7432F6-E500-4FD2-99D9-4DE488A16F80}" dt="2021-04-10T11:18:55.329" v="7489" actId="478"/>
          <ac:picMkLst>
            <pc:docMk/>
            <pc:sldMk cId="849979650" sldId="325"/>
            <ac:picMk id="15" creationId="{622E36B5-E506-4397-86BC-0ED48641626E}"/>
          </ac:picMkLst>
        </pc:picChg>
        <pc:picChg chg="add del mod ord">
          <ac:chgData name="하권" userId="546ba1eaca679e52" providerId="LiveId" clId="{3A7432F6-E500-4FD2-99D9-4DE488A16F80}" dt="2021-04-10T11:18:53.627" v="7487" actId="478"/>
          <ac:picMkLst>
            <pc:docMk/>
            <pc:sldMk cId="849979650" sldId="325"/>
            <ac:picMk id="21" creationId="{9E413E28-D399-4800-BBC4-CF99A8AD5D0F}"/>
          </ac:picMkLst>
        </pc:picChg>
        <pc:picChg chg="add del mod">
          <ac:chgData name="하권" userId="546ba1eaca679e52" providerId="LiveId" clId="{3A7432F6-E500-4FD2-99D9-4DE488A16F80}" dt="2021-04-10T11:27:16.177" v="7800" actId="478"/>
          <ac:picMkLst>
            <pc:docMk/>
            <pc:sldMk cId="849979650" sldId="325"/>
            <ac:picMk id="25" creationId="{24B9AB81-0479-48A0-86DF-EB58E12E7497}"/>
          </ac:picMkLst>
        </pc:picChg>
        <pc:picChg chg="add del mod modCrop">
          <ac:chgData name="하권" userId="546ba1eaca679e52" providerId="LiveId" clId="{3A7432F6-E500-4FD2-99D9-4DE488A16F80}" dt="2021-04-10T11:59:10.332" v="7816" actId="478"/>
          <ac:picMkLst>
            <pc:docMk/>
            <pc:sldMk cId="849979650" sldId="325"/>
            <ac:picMk id="27" creationId="{F64424B7-86CC-4697-8A76-DD0DADF16AC5}"/>
          </ac:picMkLst>
        </pc:picChg>
        <pc:picChg chg="add del mod">
          <ac:chgData name="하권" userId="546ba1eaca679e52" providerId="LiveId" clId="{3A7432F6-E500-4FD2-99D9-4DE488A16F80}" dt="2021-04-10T13:15:03.458" v="7820" actId="478"/>
          <ac:picMkLst>
            <pc:docMk/>
            <pc:sldMk cId="849979650" sldId="325"/>
            <ac:picMk id="29" creationId="{4FC85F9F-0A59-461C-BAD2-36774E7CB2C1}"/>
          </ac:picMkLst>
        </pc:picChg>
        <pc:picChg chg="add del mod">
          <ac:chgData name="하권" userId="546ba1eaca679e52" providerId="LiveId" clId="{3A7432F6-E500-4FD2-99D9-4DE488A16F80}" dt="2021-04-10T13:16:31.181" v="7828" actId="478"/>
          <ac:picMkLst>
            <pc:docMk/>
            <pc:sldMk cId="849979650" sldId="325"/>
            <ac:picMk id="31" creationId="{77E608F9-4066-4106-A8BB-E3BE7EB53E8A}"/>
          </ac:picMkLst>
        </pc:picChg>
        <pc:picChg chg="add mod">
          <ac:chgData name="하권" userId="546ba1eaca679e52" providerId="LiveId" clId="{3A7432F6-E500-4FD2-99D9-4DE488A16F80}" dt="2021-04-10T13:16:50.002" v="7836" actId="1076"/>
          <ac:picMkLst>
            <pc:docMk/>
            <pc:sldMk cId="849979650" sldId="325"/>
            <ac:picMk id="34" creationId="{800527C8-4F8A-4BED-97BB-A71018CFE9D4}"/>
          </ac:picMkLst>
        </pc:picChg>
        <pc:cxnChg chg="add del mod">
          <ac:chgData name="하권" userId="546ba1eaca679e52" providerId="LiveId" clId="{3A7432F6-E500-4FD2-99D9-4DE488A16F80}" dt="2021-04-10T11:18:56.770" v="7492" actId="478"/>
          <ac:cxnSpMkLst>
            <pc:docMk/>
            <pc:sldMk cId="849979650" sldId="325"/>
            <ac:cxnSpMk id="22" creationId="{08A47DC7-93FA-4572-869C-58850353C03A}"/>
          </ac:cxnSpMkLst>
        </pc:cxnChg>
      </pc:sldChg>
      <pc:sldChg chg="add del">
        <pc:chgData name="하권" userId="546ba1eaca679e52" providerId="LiveId" clId="{3A7432F6-E500-4FD2-99D9-4DE488A16F80}" dt="2021-04-10T11:18:40.835" v="7479" actId="47"/>
        <pc:sldMkLst>
          <pc:docMk/>
          <pc:sldMk cId="293069096" sldId="326"/>
        </pc:sldMkLst>
      </pc:sldChg>
      <pc:sldChg chg="delSp modSp add mod ord">
        <pc:chgData name="하권" userId="546ba1eaca679e52" providerId="LiveId" clId="{3A7432F6-E500-4FD2-99D9-4DE488A16F80}" dt="2021-04-10T11:26:10.889" v="7796"/>
        <pc:sldMkLst>
          <pc:docMk/>
          <pc:sldMk cId="3313458752" sldId="326"/>
        </pc:sldMkLst>
        <pc:spChg chg="mod">
          <ac:chgData name="하권" userId="546ba1eaca679e52" providerId="LiveId" clId="{3A7432F6-E500-4FD2-99D9-4DE488A16F80}" dt="2021-04-10T11:26:10.889" v="7796"/>
          <ac:spMkLst>
            <pc:docMk/>
            <pc:sldMk cId="3313458752" sldId="326"/>
            <ac:spMk id="7" creationId="{29EB3DD2-3F22-4264-BE87-1B893F7D8C71}"/>
          </ac:spMkLst>
        </pc:spChg>
        <pc:picChg chg="del">
          <ac:chgData name="하권" userId="546ba1eaca679e52" providerId="LiveId" clId="{3A7432F6-E500-4FD2-99D9-4DE488A16F80}" dt="2021-04-10T11:18:46.652" v="7482" actId="478"/>
          <ac:picMkLst>
            <pc:docMk/>
            <pc:sldMk cId="3313458752" sldId="326"/>
            <ac:picMk id="25" creationId="{24B9AB81-0479-48A0-86DF-EB58E12E7497}"/>
          </ac:picMkLst>
        </pc:picChg>
      </pc:sldChg>
      <pc:sldChg chg="delSp add mod ord">
        <pc:chgData name="하권" userId="546ba1eaca679e52" providerId="LiveId" clId="{3A7432F6-E500-4FD2-99D9-4DE488A16F80}" dt="2021-04-10T11:27:18.904" v="7803" actId="478"/>
        <pc:sldMkLst>
          <pc:docMk/>
          <pc:sldMk cId="1178453945" sldId="327"/>
        </pc:sldMkLst>
        <pc:picChg chg="del">
          <ac:chgData name="하권" userId="546ba1eaca679e52" providerId="LiveId" clId="{3A7432F6-E500-4FD2-99D9-4DE488A16F80}" dt="2021-04-10T11:27:18.904" v="7803" actId="478"/>
          <ac:picMkLst>
            <pc:docMk/>
            <pc:sldMk cId="1178453945" sldId="327"/>
            <ac:picMk id="27" creationId="{F64424B7-86CC-4697-8A76-DD0DADF16AC5}"/>
          </ac:picMkLst>
        </pc:picChg>
      </pc:sldChg>
      <pc:sldChg chg="addSp delSp modSp add del mod">
        <pc:chgData name="하권" userId="546ba1eaca679e52" providerId="LiveId" clId="{3A7432F6-E500-4FD2-99D9-4DE488A16F80}" dt="2021-04-10T14:00:53.491" v="7875" actId="47"/>
        <pc:sldMkLst>
          <pc:docMk/>
          <pc:sldMk cId="2524399461" sldId="328"/>
        </pc:sldMkLst>
        <pc:spChg chg="mod">
          <ac:chgData name="하권" userId="546ba1eaca679e52" providerId="LiveId" clId="{3A7432F6-E500-4FD2-99D9-4DE488A16F80}" dt="2021-04-10T13:31:18.233" v="7867" actId="20577"/>
          <ac:spMkLst>
            <pc:docMk/>
            <pc:sldMk cId="2524399461" sldId="328"/>
            <ac:spMk id="3" creationId="{58C784A5-6695-45D3-A855-5CEE54C8D718}"/>
          </ac:spMkLst>
        </pc:spChg>
        <pc:spChg chg="del">
          <ac:chgData name="하권" userId="546ba1eaca679e52" providerId="LiveId" clId="{3A7432F6-E500-4FD2-99D9-4DE488A16F80}" dt="2021-04-10T13:31:06.322" v="7862" actId="478"/>
          <ac:spMkLst>
            <pc:docMk/>
            <pc:sldMk cId="2524399461" sldId="328"/>
            <ac:spMk id="14" creationId="{C9C84B38-BCA6-43B6-85C3-B1E23D353678}"/>
          </ac:spMkLst>
        </pc:spChg>
        <pc:spChg chg="del">
          <ac:chgData name="하권" userId="546ba1eaca679e52" providerId="LiveId" clId="{3A7432F6-E500-4FD2-99D9-4DE488A16F80}" dt="2021-04-10T13:31:08.593" v="7864" actId="478"/>
          <ac:spMkLst>
            <pc:docMk/>
            <pc:sldMk cId="2524399461" sldId="328"/>
            <ac:spMk id="15" creationId="{3418525B-326C-48BA-BA8B-B231B5C25D78}"/>
          </ac:spMkLst>
        </pc:spChg>
        <pc:picChg chg="del">
          <ac:chgData name="하권" userId="546ba1eaca679e52" providerId="LiveId" clId="{3A7432F6-E500-4FD2-99D9-4DE488A16F80}" dt="2021-04-10T13:29:16.994" v="7838" actId="478"/>
          <ac:picMkLst>
            <pc:docMk/>
            <pc:sldMk cId="2524399461" sldId="328"/>
            <ac:picMk id="5" creationId="{895C540E-0B15-4363-B4C2-7E33F7DC7C4F}"/>
          </ac:picMkLst>
        </pc:picChg>
        <pc:picChg chg="add del mod ord">
          <ac:chgData name="하권" userId="546ba1eaca679e52" providerId="LiveId" clId="{3A7432F6-E500-4FD2-99D9-4DE488A16F80}" dt="2021-04-10T13:30:02.055" v="7849" actId="478"/>
          <ac:picMkLst>
            <pc:docMk/>
            <pc:sldMk cId="2524399461" sldId="328"/>
            <ac:picMk id="6" creationId="{FCC56933-5E59-4BB0-9CEA-500E5AC1EF8C}"/>
          </ac:picMkLst>
        </pc:picChg>
        <pc:picChg chg="add mod ord">
          <ac:chgData name="하권" userId="546ba1eaca679e52" providerId="LiveId" clId="{3A7432F6-E500-4FD2-99D9-4DE488A16F80}" dt="2021-04-10T13:30:52.246" v="7859" actId="167"/>
          <ac:picMkLst>
            <pc:docMk/>
            <pc:sldMk cId="2524399461" sldId="328"/>
            <ac:picMk id="10" creationId="{C24E79E2-6478-4974-9353-E317C42F4678}"/>
          </ac:picMkLst>
        </pc:picChg>
        <pc:cxnChg chg="del">
          <ac:chgData name="하권" userId="546ba1eaca679e52" providerId="LiveId" clId="{3A7432F6-E500-4FD2-99D9-4DE488A16F80}" dt="2021-04-10T13:31:07.111" v="7863" actId="478"/>
          <ac:cxnSpMkLst>
            <pc:docMk/>
            <pc:sldMk cId="2524399461" sldId="328"/>
            <ac:cxnSpMk id="8" creationId="{5202E38E-F181-499C-A4D0-FFF463496AAB}"/>
          </ac:cxnSpMkLst>
        </pc:cxnChg>
        <pc:cxnChg chg="del mod">
          <ac:chgData name="하권" userId="546ba1eaca679e52" providerId="LiveId" clId="{3A7432F6-E500-4FD2-99D9-4DE488A16F80}" dt="2021-04-10T13:31:04.304" v="7861" actId="478"/>
          <ac:cxnSpMkLst>
            <pc:docMk/>
            <pc:sldMk cId="2524399461" sldId="328"/>
            <ac:cxnSpMk id="9" creationId="{51319321-913A-4FE3-8742-2CDB72BD2F43}"/>
          </ac:cxnSpMkLst>
        </pc:cxnChg>
      </pc:sldChg>
      <pc:sldChg chg="addSp delSp modSp add del mod delAnim modAnim">
        <pc:chgData name="하권" userId="546ba1eaca679e52" providerId="LiveId" clId="{3A7432F6-E500-4FD2-99D9-4DE488A16F80}" dt="2021-04-10T14:00:51.229" v="7874" actId="47"/>
        <pc:sldMkLst>
          <pc:docMk/>
          <pc:sldMk cId="1062989870" sldId="329"/>
        </pc:sldMkLst>
        <pc:picChg chg="add del mod">
          <ac:chgData name="하권" userId="546ba1eaca679e52" providerId="LiveId" clId="{3A7432F6-E500-4FD2-99D9-4DE488A16F80}" dt="2021-04-10T13:34:53.155" v="7873" actId="478"/>
          <ac:picMkLst>
            <pc:docMk/>
            <pc:sldMk cId="1062989870" sldId="329"/>
            <ac:picMk id="4" creationId="{06421C91-9911-4A7D-8CBD-D34E94C7F715}"/>
          </ac:picMkLst>
        </pc:picChg>
        <pc:picChg chg="del">
          <ac:chgData name="하권" userId="546ba1eaca679e52" providerId="LiveId" clId="{3A7432F6-E500-4FD2-99D9-4DE488A16F80}" dt="2021-04-10T13:32:19.856" v="7871" actId="478"/>
          <ac:picMkLst>
            <pc:docMk/>
            <pc:sldMk cId="1062989870" sldId="329"/>
            <ac:picMk id="10" creationId="{C24E79E2-6478-4974-9353-E317C42F4678}"/>
          </ac:picMkLst>
        </pc:picChg>
      </pc:sldChg>
    </pc:docChg>
  </pc:docChgLst>
  <pc:docChgLst>
    <pc:chgData name="송 하권" userId="546ba1eaca679e52" providerId="LiveId" clId="{EE3126AB-0010-4287-9F30-AD3F2DB8488D}"/>
    <pc:docChg chg="undo custSel addSld delSld modSld sldOrd">
      <pc:chgData name="송 하권" userId="546ba1eaca679e52" providerId="LiveId" clId="{EE3126AB-0010-4287-9F30-AD3F2DB8488D}" dt="2021-05-12T05:14:55.857" v="5993" actId="1076"/>
      <pc:docMkLst>
        <pc:docMk/>
      </pc:docMkLst>
      <pc:sldChg chg="modSp mod">
        <pc:chgData name="송 하권" userId="546ba1eaca679e52" providerId="LiveId" clId="{EE3126AB-0010-4287-9F30-AD3F2DB8488D}" dt="2021-05-12T04:16:40.990" v="5197"/>
        <pc:sldMkLst>
          <pc:docMk/>
          <pc:sldMk cId="1658675849" sldId="260"/>
        </pc:sldMkLst>
        <pc:spChg chg="mod">
          <ac:chgData name="송 하권" userId="546ba1eaca679e52" providerId="LiveId" clId="{EE3126AB-0010-4287-9F30-AD3F2DB8488D}" dt="2021-05-12T04:16:40.990" v="5197"/>
          <ac:spMkLst>
            <pc:docMk/>
            <pc:sldMk cId="1658675849" sldId="260"/>
            <ac:spMk id="2" creationId="{FDD98238-20C7-4F7C-8A86-37DFF86F31E3}"/>
          </ac:spMkLst>
        </pc:spChg>
      </pc:sldChg>
      <pc:sldChg chg="addSp delSp modSp">
        <pc:chgData name="송 하권" userId="546ba1eaca679e52" providerId="LiveId" clId="{EE3126AB-0010-4287-9F30-AD3F2DB8488D}" dt="2021-05-12T04:26:36.840" v="5953"/>
        <pc:sldMkLst>
          <pc:docMk/>
          <pc:sldMk cId="566278569" sldId="315"/>
        </pc:sldMkLst>
        <pc:spChg chg="add del mod">
          <ac:chgData name="송 하권" userId="546ba1eaca679e52" providerId="LiveId" clId="{EE3126AB-0010-4287-9F30-AD3F2DB8488D}" dt="2021-05-12T04:26:36.840" v="5953"/>
          <ac:spMkLst>
            <pc:docMk/>
            <pc:sldMk cId="566278569" sldId="315"/>
            <ac:spMk id="9" creationId="{6FBBC175-AC3F-47D7-8544-3FD40FC331FC}"/>
          </ac:spMkLst>
        </pc:spChg>
      </pc:sldChg>
      <pc:sldChg chg="addSp delSp modSp mod ord">
        <pc:chgData name="송 하권" userId="546ba1eaca679e52" providerId="LiveId" clId="{EE3126AB-0010-4287-9F30-AD3F2DB8488D}" dt="2021-05-12T00:58:28.174" v="1057" actId="1076"/>
        <pc:sldMkLst>
          <pc:docMk/>
          <pc:sldMk cId="1217316510" sldId="350"/>
        </pc:sldMkLst>
        <pc:spChg chg="add del mod">
          <ac:chgData name="송 하권" userId="546ba1eaca679e52" providerId="LiveId" clId="{EE3126AB-0010-4287-9F30-AD3F2DB8488D}" dt="2021-05-12T00:42:50.233" v="263" actId="478"/>
          <ac:spMkLst>
            <pc:docMk/>
            <pc:sldMk cId="1217316510" sldId="350"/>
            <ac:spMk id="7" creationId="{E446C7C6-0306-479B-8C31-E1475F45C0CF}"/>
          </ac:spMkLst>
        </pc:spChg>
        <pc:spChg chg="add del mod ord">
          <ac:chgData name="송 하권" userId="546ba1eaca679e52" providerId="LiveId" clId="{EE3126AB-0010-4287-9F30-AD3F2DB8488D}" dt="2021-05-12T00:57:45.744" v="1035" actId="478"/>
          <ac:spMkLst>
            <pc:docMk/>
            <pc:sldMk cId="1217316510" sldId="350"/>
            <ac:spMk id="8" creationId="{999CEB8C-D0C8-4D3D-996B-F12A0A55BF8A}"/>
          </ac:spMkLst>
        </pc:spChg>
        <pc:spChg chg="mod">
          <ac:chgData name="송 하권" userId="546ba1eaca679e52" providerId="LiveId" clId="{EE3126AB-0010-4287-9F30-AD3F2DB8488D}" dt="2021-05-12T00:42:20.201" v="236"/>
          <ac:spMkLst>
            <pc:docMk/>
            <pc:sldMk cId="1217316510" sldId="350"/>
            <ac:spMk id="12" creationId="{2E9E2DF3-77FF-4929-AD25-40B6C4BF03B8}"/>
          </ac:spMkLst>
        </pc:spChg>
        <pc:graphicFrameChg chg="add del mod modGraphic">
          <ac:chgData name="송 하권" userId="546ba1eaca679e52" providerId="LiveId" clId="{EE3126AB-0010-4287-9F30-AD3F2DB8488D}" dt="2021-05-12T00:42:28.001" v="239" actId="478"/>
          <ac:graphicFrameMkLst>
            <pc:docMk/>
            <pc:sldMk cId="1217316510" sldId="350"/>
            <ac:graphicFrameMk id="3" creationId="{0F1EE95E-ADE5-46C5-8943-581FF7A9E8D3}"/>
          </ac:graphicFrameMkLst>
        </pc:graphicFrameChg>
        <pc:picChg chg="del">
          <ac:chgData name="송 하권" userId="546ba1eaca679e52" providerId="LiveId" clId="{EE3126AB-0010-4287-9F30-AD3F2DB8488D}" dt="2021-05-12T00:33:01.458" v="0" actId="478"/>
          <ac:picMkLst>
            <pc:docMk/>
            <pc:sldMk cId="1217316510" sldId="350"/>
            <ac:picMk id="4" creationId="{BD783342-2841-4253-BE42-E6860751AC04}"/>
          </ac:picMkLst>
        </pc:picChg>
        <pc:picChg chg="add del mod">
          <ac:chgData name="송 하권" userId="546ba1eaca679e52" providerId="LiveId" clId="{EE3126AB-0010-4287-9F30-AD3F2DB8488D}" dt="2021-05-12T00:57:23.391" v="1026" actId="478"/>
          <ac:picMkLst>
            <pc:docMk/>
            <pc:sldMk cId="1217316510" sldId="350"/>
            <ac:picMk id="6" creationId="{297C0647-4D60-487E-8E91-A815D9849B2C}"/>
          </ac:picMkLst>
        </pc:picChg>
        <pc:picChg chg="add del mod modCrop">
          <ac:chgData name="송 하권" userId="546ba1eaca679e52" providerId="LiveId" clId="{EE3126AB-0010-4287-9F30-AD3F2DB8488D}" dt="2021-05-12T00:58:22.415" v="1055" actId="478"/>
          <ac:picMkLst>
            <pc:docMk/>
            <pc:sldMk cId="1217316510" sldId="350"/>
            <ac:picMk id="10" creationId="{C3F19D35-7936-4284-AEDB-7FE5B4F1DA60}"/>
          </ac:picMkLst>
        </pc:picChg>
        <pc:picChg chg="add mod modCrop">
          <ac:chgData name="송 하권" userId="546ba1eaca679e52" providerId="LiveId" clId="{EE3126AB-0010-4287-9F30-AD3F2DB8488D}" dt="2021-05-12T00:58:28.174" v="1057" actId="1076"/>
          <ac:picMkLst>
            <pc:docMk/>
            <pc:sldMk cId="1217316510" sldId="350"/>
            <ac:picMk id="13" creationId="{C736A3A6-CAF1-48FF-8BD9-DD561610242D}"/>
          </ac:picMkLst>
        </pc:picChg>
      </pc:sldChg>
      <pc:sldChg chg="addSp delSp modSp add mod">
        <pc:chgData name="송 하권" userId="546ba1eaca679e52" providerId="LiveId" clId="{EE3126AB-0010-4287-9F30-AD3F2DB8488D}" dt="2021-05-12T04:09:42.205" v="5126" actId="1076"/>
        <pc:sldMkLst>
          <pc:docMk/>
          <pc:sldMk cId="3057337070" sldId="351"/>
        </pc:sldMkLst>
        <pc:spChg chg="add del mod">
          <ac:chgData name="송 하권" userId="546ba1eaca679e52" providerId="LiveId" clId="{EE3126AB-0010-4287-9F30-AD3F2DB8488D}" dt="2021-05-12T00:54:17.112" v="844" actId="478"/>
          <ac:spMkLst>
            <pc:docMk/>
            <pc:sldMk cId="3057337070" sldId="351"/>
            <ac:spMk id="4" creationId="{57D0C9AF-5C7C-4A4D-9EE8-79CCF71B8C55}"/>
          </ac:spMkLst>
        </pc:spChg>
        <pc:spChg chg="mod">
          <ac:chgData name="송 하권" userId="546ba1eaca679e52" providerId="LiveId" clId="{EE3126AB-0010-4287-9F30-AD3F2DB8488D}" dt="2021-05-12T00:54:01.584" v="839"/>
          <ac:spMkLst>
            <pc:docMk/>
            <pc:sldMk cId="3057337070" sldId="351"/>
            <ac:spMk id="12" creationId="{2E9E2DF3-77FF-4929-AD25-40B6C4BF03B8}"/>
          </ac:spMkLst>
        </pc:spChg>
        <pc:graphicFrameChg chg="mod">
          <ac:chgData name="송 하권" userId="546ba1eaca679e52" providerId="LiveId" clId="{EE3126AB-0010-4287-9F30-AD3F2DB8488D}" dt="2021-05-12T01:00:59.222" v="1240" actId="1076"/>
          <ac:graphicFrameMkLst>
            <pc:docMk/>
            <pc:sldMk cId="3057337070" sldId="351"/>
            <ac:graphicFrameMk id="3" creationId="{0F1EE95E-ADE5-46C5-8943-581FF7A9E8D3}"/>
          </ac:graphicFrameMkLst>
        </pc:graphicFrameChg>
        <pc:graphicFrameChg chg="add mod modGraphic">
          <ac:chgData name="송 하권" userId="546ba1eaca679e52" providerId="LiveId" clId="{EE3126AB-0010-4287-9F30-AD3F2DB8488D}" dt="2021-05-12T01:01:27.079" v="1248" actId="120"/>
          <ac:graphicFrameMkLst>
            <pc:docMk/>
            <pc:sldMk cId="3057337070" sldId="351"/>
            <ac:graphicFrameMk id="5" creationId="{2DFCC4E0-3DA4-47F9-A06D-87585D665267}"/>
          </ac:graphicFrameMkLst>
        </pc:graphicFrameChg>
        <pc:picChg chg="del">
          <ac:chgData name="송 하권" userId="546ba1eaca679e52" providerId="LiveId" clId="{EE3126AB-0010-4287-9F30-AD3F2DB8488D}" dt="2021-05-12T00:43:46.343" v="305" actId="478"/>
          <ac:picMkLst>
            <pc:docMk/>
            <pc:sldMk cId="3057337070" sldId="351"/>
            <ac:picMk id="6" creationId="{297C0647-4D60-487E-8E91-A815D9849B2C}"/>
          </ac:picMkLst>
        </pc:picChg>
        <pc:picChg chg="add del mod">
          <ac:chgData name="송 하권" userId="546ba1eaca679e52" providerId="LiveId" clId="{EE3126AB-0010-4287-9F30-AD3F2DB8488D}" dt="2021-05-12T00:54:01.830" v="840" actId="478"/>
          <ac:picMkLst>
            <pc:docMk/>
            <pc:sldMk cId="3057337070" sldId="351"/>
            <ac:picMk id="8" creationId="{84485882-EE92-4988-BE8D-F90B34FF61B8}"/>
          </ac:picMkLst>
        </pc:picChg>
        <pc:picChg chg="add del">
          <ac:chgData name="송 하권" userId="546ba1eaca679e52" providerId="LiveId" clId="{EE3126AB-0010-4287-9F30-AD3F2DB8488D}" dt="2021-05-12T01:14:21.286" v="1417" actId="478"/>
          <ac:picMkLst>
            <pc:docMk/>
            <pc:sldMk cId="3057337070" sldId="351"/>
            <ac:picMk id="10" creationId="{3CF26A70-1CDB-445D-9A62-1A36603C16EA}"/>
          </ac:picMkLst>
        </pc:picChg>
        <pc:picChg chg="add mod">
          <ac:chgData name="송 하권" userId="546ba1eaca679e52" providerId="LiveId" clId="{EE3126AB-0010-4287-9F30-AD3F2DB8488D}" dt="2021-05-12T04:09:42.205" v="5126" actId="1076"/>
          <ac:picMkLst>
            <pc:docMk/>
            <pc:sldMk cId="3057337070" sldId="351"/>
            <ac:picMk id="13" creationId="{DFED8FB7-6373-4641-A5A8-B906E30F84C9}"/>
          </ac:picMkLst>
        </pc:picChg>
      </pc:sldChg>
      <pc:sldChg chg="addSp delSp modSp add mod ord">
        <pc:chgData name="송 하권" userId="546ba1eaca679e52" providerId="LiveId" clId="{EE3126AB-0010-4287-9F30-AD3F2DB8488D}" dt="2021-05-12T00:53:44.393" v="806" actId="478"/>
        <pc:sldMkLst>
          <pc:docMk/>
          <pc:sldMk cId="2349467348" sldId="352"/>
        </pc:sldMkLst>
        <pc:spChg chg="del">
          <ac:chgData name="송 하권" userId="546ba1eaca679e52" providerId="LiveId" clId="{EE3126AB-0010-4287-9F30-AD3F2DB8488D}" dt="2021-05-12T00:53:03.833" v="794" actId="478"/>
          <ac:spMkLst>
            <pc:docMk/>
            <pc:sldMk cId="2349467348" sldId="352"/>
            <ac:spMk id="4" creationId="{57D0C9AF-5C7C-4A4D-9EE8-79CCF71B8C55}"/>
          </ac:spMkLst>
        </pc:spChg>
        <pc:spChg chg="add mod">
          <ac:chgData name="송 하권" userId="546ba1eaca679e52" providerId="LiveId" clId="{EE3126AB-0010-4287-9F30-AD3F2DB8488D}" dt="2021-05-12T00:53:36.727" v="802" actId="207"/>
          <ac:spMkLst>
            <pc:docMk/>
            <pc:sldMk cId="2349467348" sldId="352"/>
            <ac:spMk id="6" creationId="{8D2378AD-0051-4F77-8D02-181EF35F0388}"/>
          </ac:spMkLst>
        </pc:spChg>
        <pc:graphicFrameChg chg="del">
          <ac:chgData name="송 하권" userId="546ba1eaca679e52" providerId="LiveId" clId="{EE3126AB-0010-4287-9F30-AD3F2DB8488D}" dt="2021-05-12T00:53:42.968" v="805" actId="478"/>
          <ac:graphicFrameMkLst>
            <pc:docMk/>
            <pc:sldMk cId="2349467348" sldId="352"/>
            <ac:graphicFrameMk id="3" creationId="{0F1EE95E-ADE5-46C5-8943-581FF7A9E8D3}"/>
          </ac:graphicFrameMkLst>
        </pc:graphicFrameChg>
        <pc:graphicFrameChg chg="del">
          <ac:chgData name="송 하권" userId="546ba1eaca679e52" providerId="LiveId" clId="{EE3126AB-0010-4287-9F30-AD3F2DB8488D}" dt="2021-05-12T00:53:44.393" v="806" actId="478"/>
          <ac:graphicFrameMkLst>
            <pc:docMk/>
            <pc:sldMk cId="2349467348" sldId="352"/>
            <ac:graphicFrameMk id="5" creationId="{2DFCC4E0-3DA4-47F9-A06D-87585D665267}"/>
          </ac:graphicFrameMkLst>
        </pc:graphicFrameChg>
        <pc:picChg chg="mod">
          <ac:chgData name="송 하권" userId="546ba1eaca679e52" providerId="LiveId" clId="{EE3126AB-0010-4287-9F30-AD3F2DB8488D}" dt="2021-05-12T00:53:05.327" v="795" actId="1076"/>
          <ac:picMkLst>
            <pc:docMk/>
            <pc:sldMk cId="2349467348" sldId="352"/>
            <ac:picMk id="8" creationId="{84485882-EE92-4988-BE8D-F90B34FF61B8}"/>
          </ac:picMkLst>
        </pc:picChg>
      </pc:sldChg>
      <pc:sldChg chg="new del">
        <pc:chgData name="송 하권" userId="546ba1eaca679e52" providerId="LiveId" clId="{EE3126AB-0010-4287-9F30-AD3F2DB8488D}" dt="2021-05-12T00:51:50.898" v="785" actId="47"/>
        <pc:sldMkLst>
          <pc:docMk/>
          <pc:sldMk cId="2458564238" sldId="352"/>
        </pc:sldMkLst>
      </pc:sldChg>
      <pc:sldChg chg="addSp delSp modSp add mod ord">
        <pc:chgData name="송 하권" userId="546ba1eaca679e52" providerId="LiveId" clId="{EE3126AB-0010-4287-9F30-AD3F2DB8488D}" dt="2021-05-12T00:58:56.774" v="1072" actId="1076"/>
        <pc:sldMkLst>
          <pc:docMk/>
          <pc:sldMk cId="3193750621" sldId="353"/>
        </pc:sldMkLst>
        <pc:spChg chg="add mod">
          <ac:chgData name="송 하권" userId="546ba1eaca679e52" providerId="LiveId" clId="{EE3126AB-0010-4287-9F30-AD3F2DB8488D}" dt="2021-05-12T00:58:56.774" v="1072" actId="1076"/>
          <ac:spMkLst>
            <pc:docMk/>
            <pc:sldMk cId="3193750621" sldId="353"/>
            <ac:spMk id="3" creationId="{978158E9-F9C2-432A-B2F4-D1AF711A7FB1}"/>
          </ac:spMkLst>
        </pc:spChg>
        <pc:picChg chg="mod">
          <ac:chgData name="송 하권" userId="546ba1eaca679e52" providerId="LiveId" clId="{EE3126AB-0010-4287-9F30-AD3F2DB8488D}" dt="2021-05-12T00:58:19.014" v="1052" actId="1076"/>
          <ac:picMkLst>
            <pc:docMk/>
            <pc:sldMk cId="3193750621" sldId="353"/>
            <ac:picMk id="10" creationId="{C3F19D35-7936-4284-AEDB-7FE5B4F1DA60}"/>
          </ac:picMkLst>
        </pc:picChg>
        <pc:picChg chg="del">
          <ac:chgData name="송 하권" userId="546ba1eaca679e52" providerId="LiveId" clId="{EE3126AB-0010-4287-9F30-AD3F2DB8488D}" dt="2021-05-12T00:58:15.999" v="1049" actId="478"/>
          <ac:picMkLst>
            <pc:docMk/>
            <pc:sldMk cId="3193750621" sldId="353"/>
            <ac:picMk id="13" creationId="{C736A3A6-CAF1-48FF-8BD9-DD561610242D}"/>
          </ac:picMkLst>
        </pc:picChg>
      </pc:sldChg>
      <pc:sldChg chg="addSp delSp modSp add mod">
        <pc:chgData name="송 하권" userId="546ba1eaca679e52" providerId="LiveId" clId="{EE3126AB-0010-4287-9F30-AD3F2DB8488D}" dt="2021-05-12T01:08:07.575" v="1330" actId="208"/>
        <pc:sldMkLst>
          <pc:docMk/>
          <pc:sldMk cId="1813019247" sldId="354"/>
        </pc:sldMkLst>
        <pc:spChg chg="add del mod">
          <ac:chgData name="송 하권" userId="546ba1eaca679e52" providerId="LiveId" clId="{EE3126AB-0010-4287-9F30-AD3F2DB8488D}" dt="2021-05-12T01:05:23.095" v="1260" actId="478"/>
          <ac:spMkLst>
            <pc:docMk/>
            <pc:sldMk cId="1813019247" sldId="354"/>
            <ac:spMk id="8" creationId="{6E240394-E4E4-4EF6-80C4-016C6D42EB0F}"/>
          </ac:spMkLst>
        </pc:spChg>
        <pc:spChg chg="add mod">
          <ac:chgData name="송 하권" userId="546ba1eaca679e52" providerId="LiveId" clId="{EE3126AB-0010-4287-9F30-AD3F2DB8488D}" dt="2021-05-12T01:04:54.490" v="1253"/>
          <ac:spMkLst>
            <pc:docMk/>
            <pc:sldMk cId="1813019247" sldId="354"/>
            <ac:spMk id="9" creationId="{5C9D80A0-90F7-47AD-9E22-934D7CD2BDCD}"/>
          </ac:spMkLst>
        </pc:spChg>
        <pc:spChg chg="mod">
          <ac:chgData name="송 하권" userId="546ba1eaca679e52" providerId="LiveId" clId="{EE3126AB-0010-4287-9F30-AD3F2DB8488D}" dt="2021-05-12T01:07:14.062" v="1305" actId="20577"/>
          <ac:spMkLst>
            <pc:docMk/>
            <pc:sldMk cId="1813019247" sldId="354"/>
            <ac:spMk id="12" creationId="{2E9E2DF3-77FF-4929-AD25-40B6C4BF03B8}"/>
          </ac:spMkLst>
        </pc:spChg>
        <pc:spChg chg="add mod ord">
          <ac:chgData name="송 하권" userId="546ba1eaca679e52" providerId="LiveId" clId="{EE3126AB-0010-4287-9F30-AD3F2DB8488D}" dt="2021-05-12T01:08:01.210" v="1328" actId="166"/>
          <ac:spMkLst>
            <pc:docMk/>
            <pc:sldMk cId="1813019247" sldId="354"/>
            <ac:spMk id="14" creationId="{9D5A4E09-8CF1-4AE1-83CE-09776C21FC83}"/>
          </ac:spMkLst>
        </pc:spChg>
        <pc:spChg chg="add mod">
          <ac:chgData name="송 하권" userId="546ba1eaca679e52" providerId="LiveId" clId="{EE3126AB-0010-4287-9F30-AD3F2DB8488D}" dt="2021-05-12T01:07:40.454" v="1319" actId="14100"/>
          <ac:spMkLst>
            <pc:docMk/>
            <pc:sldMk cId="1813019247" sldId="354"/>
            <ac:spMk id="17" creationId="{717CD71D-5A33-4C6E-906E-E132A6F35886}"/>
          </ac:spMkLst>
        </pc:spChg>
        <pc:graphicFrameChg chg="del modGraphic">
          <ac:chgData name="송 하권" userId="546ba1eaca679e52" providerId="LiveId" clId="{EE3126AB-0010-4287-9F30-AD3F2DB8488D}" dt="2021-05-12T01:01:38.944" v="1252" actId="478"/>
          <ac:graphicFrameMkLst>
            <pc:docMk/>
            <pc:sldMk cId="1813019247" sldId="354"/>
            <ac:graphicFrameMk id="3" creationId="{0F1EE95E-ADE5-46C5-8943-581FF7A9E8D3}"/>
          </ac:graphicFrameMkLst>
        </pc:graphicFrameChg>
        <pc:graphicFrameChg chg="del">
          <ac:chgData name="송 하권" userId="546ba1eaca679e52" providerId="LiveId" clId="{EE3126AB-0010-4287-9F30-AD3F2DB8488D}" dt="2021-05-12T01:01:33.952" v="1250" actId="478"/>
          <ac:graphicFrameMkLst>
            <pc:docMk/>
            <pc:sldMk cId="1813019247" sldId="354"/>
            <ac:graphicFrameMk id="5" creationId="{2DFCC4E0-3DA4-47F9-A06D-87585D665267}"/>
          </ac:graphicFrameMkLst>
        </pc:graphicFrameChg>
        <pc:picChg chg="add del mod">
          <ac:chgData name="송 하권" userId="546ba1eaca679e52" providerId="LiveId" clId="{EE3126AB-0010-4287-9F30-AD3F2DB8488D}" dt="2021-05-12T01:07:25.006" v="1306" actId="478"/>
          <ac:picMkLst>
            <pc:docMk/>
            <pc:sldMk cId="1813019247" sldId="354"/>
            <ac:picMk id="6" creationId="{3BADC004-4B13-4070-8541-0A96D1CBF6CE}"/>
          </ac:picMkLst>
        </pc:picChg>
        <pc:picChg chg="add del mod">
          <ac:chgData name="송 하권" userId="546ba1eaca679e52" providerId="LiveId" clId="{EE3126AB-0010-4287-9F30-AD3F2DB8488D}" dt="2021-05-12T01:05:22.022" v="1259" actId="478"/>
          <ac:picMkLst>
            <pc:docMk/>
            <pc:sldMk cId="1813019247" sldId="354"/>
            <ac:picMk id="7" creationId="{1F20C802-96DA-4BD4-8877-22EB513FA619}"/>
          </ac:picMkLst>
        </pc:picChg>
        <pc:picChg chg="add del mod">
          <ac:chgData name="송 하권" userId="546ba1eaca679e52" providerId="LiveId" clId="{EE3126AB-0010-4287-9F30-AD3F2DB8488D}" dt="2021-05-12T01:05:48.502" v="1264" actId="478"/>
          <ac:picMkLst>
            <pc:docMk/>
            <pc:sldMk cId="1813019247" sldId="354"/>
            <ac:picMk id="10" creationId="{A338211D-FAF7-45C3-8914-891562613716}"/>
          </ac:picMkLst>
        </pc:picChg>
        <pc:picChg chg="add del mod">
          <ac:chgData name="송 하권" userId="546ba1eaca679e52" providerId="LiveId" clId="{EE3126AB-0010-4287-9F30-AD3F2DB8488D}" dt="2021-05-12T01:07:41.173" v="1321" actId="478"/>
          <ac:picMkLst>
            <pc:docMk/>
            <pc:sldMk cId="1813019247" sldId="354"/>
            <ac:picMk id="13" creationId="{15731B78-7AB4-471B-AF19-E480A095F39F}"/>
          </ac:picMkLst>
        </pc:picChg>
        <pc:picChg chg="add mod ord">
          <ac:chgData name="송 하권" userId="546ba1eaca679e52" providerId="LiveId" clId="{EE3126AB-0010-4287-9F30-AD3F2DB8488D}" dt="2021-05-12T01:08:07.575" v="1330" actId="208"/>
          <ac:picMkLst>
            <pc:docMk/>
            <pc:sldMk cId="1813019247" sldId="354"/>
            <ac:picMk id="16" creationId="{6446BBD9-3C34-4EB1-AB1A-2A4B07179DC9}"/>
          </ac:picMkLst>
        </pc:picChg>
        <pc:picChg chg="add mod">
          <ac:chgData name="송 하권" userId="546ba1eaca679e52" providerId="LiveId" clId="{EE3126AB-0010-4287-9F30-AD3F2DB8488D}" dt="2021-05-12T01:08:07.575" v="1330" actId="208"/>
          <ac:picMkLst>
            <pc:docMk/>
            <pc:sldMk cId="1813019247" sldId="354"/>
            <ac:picMk id="19" creationId="{4A590AD3-FDC3-4D88-8098-931115DAAD70}"/>
          </ac:picMkLst>
        </pc:picChg>
      </pc:sldChg>
      <pc:sldChg chg="addSp delSp modSp add mod">
        <pc:chgData name="송 하권" userId="546ba1eaca679e52" providerId="LiveId" clId="{EE3126AB-0010-4287-9F30-AD3F2DB8488D}" dt="2021-05-12T01:27:11.134" v="1784" actId="20577"/>
        <pc:sldMkLst>
          <pc:docMk/>
          <pc:sldMk cId="741467672" sldId="355"/>
        </pc:sldMkLst>
        <pc:spChg chg="del">
          <ac:chgData name="송 하권" userId="546ba1eaca679e52" providerId="LiveId" clId="{EE3126AB-0010-4287-9F30-AD3F2DB8488D}" dt="2021-05-12T01:08:38.527" v="1336" actId="478"/>
          <ac:spMkLst>
            <pc:docMk/>
            <pc:sldMk cId="741467672" sldId="355"/>
            <ac:spMk id="9" creationId="{5C9D80A0-90F7-47AD-9E22-934D7CD2BDCD}"/>
          </ac:spMkLst>
        </pc:spChg>
        <pc:spChg chg="mod">
          <ac:chgData name="송 하권" userId="546ba1eaca679e52" providerId="LiveId" clId="{EE3126AB-0010-4287-9F30-AD3F2DB8488D}" dt="2021-05-12T01:27:11.134" v="1784" actId="20577"/>
          <ac:spMkLst>
            <pc:docMk/>
            <pc:sldMk cId="741467672" sldId="355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1:08:37.959" v="1335" actId="478"/>
          <ac:spMkLst>
            <pc:docMk/>
            <pc:sldMk cId="741467672" sldId="355"/>
            <ac:spMk id="14" creationId="{9D5A4E09-8CF1-4AE1-83CE-09776C21FC83}"/>
          </ac:spMkLst>
        </pc:spChg>
        <pc:spChg chg="del">
          <ac:chgData name="송 하권" userId="546ba1eaca679e52" providerId="LiveId" clId="{EE3126AB-0010-4287-9F30-AD3F2DB8488D}" dt="2021-05-12T01:08:37.279" v="1334" actId="478"/>
          <ac:spMkLst>
            <pc:docMk/>
            <pc:sldMk cId="741467672" sldId="355"/>
            <ac:spMk id="17" creationId="{717CD71D-5A33-4C6E-906E-E132A6F35886}"/>
          </ac:spMkLst>
        </pc:spChg>
        <pc:picChg chg="add mod">
          <ac:chgData name="송 하권" userId="546ba1eaca679e52" providerId="LiveId" clId="{EE3126AB-0010-4287-9F30-AD3F2DB8488D}" dt="2021-05-12T01:09:24.622" v="1413" actId="1076"/>
          <ac:picMkLst>
            <pc:docMk/>
            <pc:sldMk cId="741467672" sldId="355"/>
            <ac:picMk id="4" creationId="{AE39C266-6F99-4866-A069-9AEBAF9866EA}"/>
          </ac:picMkLst>
        </pc:picChg>
        <pc:picChg chg="del">
          <ac:chgData name="송 하권" userId="546ba1eaca679e52" providerId="LiveId" clId="{EE3126AB-0010-4287-9F30-AD3F2DB8488D}" dt="2021-05-12T01:08:36.646" v="1333" actId="478"/>
          <ac:picMkLst>
            <pc:docMk/>
            <pc:sldMk cId="741467672" sldId="355"/>
            <ac:picMk id="16" creationId="{6446BBD9-3C34-4EB1-AB1A-2A4B07179DC9}"/>
          </ac:picMkLst>
        </pc:picChg>
        <pc:picChg chg="del">
          <ac:chgData name="송 하권" userId="546ba1eaca679e52" providerId="LiveId" clId="{EE3126AB-0010-4287-9F30-AD3F2DB8488D}" dt="2021-05-12T01:08:36.359" v="1332" actId="478"/>
          <ac:picMkLst>
            <pc:docMk/>
            <pc:sldMk cId="741467672" sldId="355"/>
            <ac:picMk id="19" creationId="{4A590AD3-FDC3-4D88-8098-931115DAAD70}"/>
          </ac:picMkLst>
        </pc:picChg>
      </pc:sldChg>
      <pc:sldChg chg="addSp delSp modSp add mod">
        <pc:chgData name="송 하권" userId="546ba1eaca679e52" providerId="LiveId" clId="{EE3126AB-0010-4287-9F30-AD3F2DB8488D}" dt="2021-05-12T01:29:19.022" v="1823"/>
        <pc:sldMkLst>
          <pc:docMk/>
          <pc:sldMk cId="1157618472" sldId="356"/>
        </pc:sldMkLst>
        <pc:spChg chg="add mod">
          <ac:chgData name="송 하권" userId="546ba1eaca679e52" providerId="LiveId" clId="{EE3126AB-0010-4287-9F30-AD3F2DB8488D}" dt="2021-05-12T01:27:53.260" v="1792" actId="1582"/>
          <ac:spMkLst>
            <pc:docMk/>
            <pc:sldMk cId="1157618472" sldId="356"/>
            <ac:spMk id="6" creationId="{4C442D09-3545-43C6-A560-F6481868B874}"/>
          </ac:spMkLst>
        </pc:spChg>
        <pc:spChg chg="add mod">
          <ac:chgData name="송 하권" userId="546ba1eaca679e52" providerId="LiveId" clId="{EE3126AB-0010-4287-9F30-AD3F2DB8488D}" dt="2021-05-12T01:27:58.916" v="1800" actId="1036"/>
          <ac:spMkLst>
            <pc:docMk/>
            <pc:sldMk cId="1157618472" sldId="356"/>
            <ac:spMk id="8" creationId="{15FC9851-F50A-4618-97D3-C4F13C298DBA}"/>
          </ac:spMkLst>
        </pc:spChg>
        <pc:spChg chg="mod">
          <ac:chgData name="송 하권" userId="546ba1eaca679e52" providerId="LiveId" clId="{EE3126AB-0010-4287-9F30-AD3F2DB8488D}" dt="2021-05-12T01:29:19.022" v="1823"/>
          <ac:spMkLst>
            <pc:docMk/>
            <pc:sldMk cId="1157618472" sldId="356"/>
            <ac:spMk id="12" creationId="{2E9E2DF3-77FF-4929-AD25-40B6C4BF03B8}"/>
          </ac:spMkLst>
        </pc:spChg>
        <pc:picChg chg="del mod">
          <ac:chgData name="송 하권" userId="546ba1eaca679e52" providerId="LiveId" clId="{EE3126AB-0010-4287-9F30-AD3F2DB8488D}" dt="2021-05-12T01:28:09.565" v="1801" actId="478"/>
          <ac:picMkLst>
            <pc:docMk/>
            <pc:sldMk cId="1157618472" sldId="356"/>
            <ac:picMk id="4" creationId="{AE39C266-6F99-4866-A069-9AEBAF9866EA}"/>
          </ac:picMkLst>
        </pc:picChg>
        <pc:picChg chg="add mod">
          <ac:chgData name="송 하권" userId="546ba1eaca679e52" providerId="LiveId" clId="{EE3126AB-0010-4287-9F30-AD3F2DB8488D}" dt="2021-05-12T01:27:30.293" v="1788" actId="208"/>
          <ac:picMkLst>
            <pc:docMk/>
            <pc:sldMk cId="1157618472" sldId="356"/>
            <ac:picMk id="5" creationId="{F6EF09EB-A65C-4405-A743-C54ED072AC21}"/>
          </ac:picMkLst>
        </pc:picChg>
        <pc:picChg chg="add mod">
          <ac:chgData name="송 하권" userId="546ba1eaca679e52" providerId="LiveId" clId="{EE3126AB-0010-4287-9F30-AD3F2DB8488D}" dt="2021-05-12T01:28:24.190" v="1806" actId="208"/>
          <ac:picMkLst>
            <pc:docMk/>
            <pc:sldMk cId="1157618472" sldId="356"/>
            <ac:picMk id="9" creationId="{9B7815F1-DDEC-4170-8B41-E8E242337BE9}"/>
          </ac:picMkLst>
        </pc:picChg>
      </pc:sldChg>
      <pc:sldChg chg="addSp delSp modSp add mod">
        <pc:chgData name="송 하권" userId="546ba1eaca679e52" providerId="LiveId" clId="{EE3126AB-0010-4287-9F30-AD3F2DB8488D}" dt="2021-05-12T04:09:57.828" v="5131" actId="1035"/>
        <pc:sldMkLst>
          <pc:docMk/>
          <pc:sldMk cId="2128118234" sldId="357"/>
        </pc:sldMkLst>
        <pc:spChg chg="add mod">
          <ac:chgData name="송 하권" userId="546ba1eaca679e52" providerId="LiveId" clId="{EE3126AB-0010-4287-9F30-AD3F2DB8488D}" dt="2021-05-12T04:09:57.828" v="5131" actId="1035"/>
          <ac:spMkLst>
            <pc:docMk/>
            <pc:sldMk cId="2128118234" sldId="357"/>
            <ac:spMk id="11" creationId="{6CB1092F-F907-4E78-B5C3-3C28496641F1}"/>
          </ac:spMkLst>
        </pc:spChg>
        <pc:graphicFrameChg chg="del">
          <ac:chgData name="송 하권" userId="546ba1eaca679e52" providerId="LiveId" clId="{EE3126AB-0010-4287-9F30-AD3F2DB8488D}" dt="2021-05-12T01:14:24.431" v="1418" actId="478"/>
          <ac:graphicFrameMkLst>
            <pc:docMk/>
            <pc:sldMk cId="2128118234" sldId="357"/>
            <ac:graphicFrameMk id="3" creationId="{0F1EE95E-ADE5-46C5-8943-581FF7A9E8D3}"/>
          </ac:graphicFrameMkLst>
        </pc:graphicFrameChg>
        <pc:graphicFrameChg chg="add mod modGraphic">
          <ac:chgData name="송 하권" userId="546ba1eaca679e52" providerId="LiveId" clId="{EE3126AB-0010-4287-9F30-AD3F2DB8488D}" dt="2021-05-12T01:46:03.156" v="2359" actId="1035"/>
          <ac:graphicFrameMkLst>
            <pc:docMk/>
            <pc:sldMk cId="2128118234" sldId="357"/>
            <ac:graphicFrameMk id="4" creationId="{20B31DC5-E30C-4AF7-919E-F26024890AB4}"/>
          </ac:graphicFrameMkLst>
        </pc:graphicFrameChg>
        <pc:graphicFrameChg chg="del">
          <ac:chgData name="송 하권" userId="546ba1eaca679e52" providerId="LiveId" clId="{EE3126AB-0010-4287-9F30-AD3F2DB8488D}" dt="2021-05-12T01:14:25.575" v="1419" actId="478"/>
          <ac:graphicFrameMkLst>
            <pc:docMk/>
            <pc:sldMk cId="2128118234" sldId="357"/>
            <ac:graphicFrameMk id="5" creationId="{2DFCC4E0-3DA4-47F9-A06D-87585D665267}"/>
          </ac:graphicFrameMkLst>
        </pc:graphicFrameChg>
        <pc:picChg chg="add mod">
          <ac:chgData name="송 하권" userId="546ba1eaca679e52" providerId="LiveId" clId="{EE3126AB-0010-4287-9F30-AD3F2DB8488D}" dt="2021-05-12T01:26:40.988" v="1680" actId="1076"/>
          <ac:picMkLst>
            <pc:docMk/>
            <pc:sldMk cId="2128118234" sldId="357"/>
            <ac:picMk id="7" creationId="{141F8CCE-F6CE-44E5-B878-889D55B9A9C8}"/>
          </ac:picMkLst>
        </pc:picChg>
        <pc:picChg chg="add del mod">
          <ac:chgData name="송 하권" userId="546ba1eaca679e52" providerId="LiveId" clId="{EE3126AB-0010-4287-9F30-AD3F2DB8488D}" dt="2021-05-12T01:26:04.741" v="1648" actId="478"/>
          <ac:picMkLst>
            <pc:docMk/>
            <pc:sldMk cId="2128118234" sldId="357"/>
            <ac:picMk id="9" creationId="{8BE3CA7F-32F9-49A8-AAB9-D8329CC84363}"/>
          </ac:picMkLst>
        </pc:picChg>
        <pc:picChg chg="del mod modCrop">
          <ac:chgData name="송 하권" userId="546ba1eaca679e52" providerId="LiveId" clId="{EE3126AB-0010-4287-9F30-AD3F2DB8488D}" dt="2021-05-12T01:22:41.108" v="1505" actId="478"/>
          <ac:picMkLst>
            <pc:docMk/>
            <pc:sldMk cId="2128118234" sldId="357"/>
            <ac:picMk id="10" creationId="{3CF26A70-1CDB-445D-9A62-1A36603C16EA}"/>
          </ac:picMkLst>
        </pc:picChg>
      </pc:sldChg>
      <pc:sldChg chg="addSp delSp modSp add mod">
        <pc:chgData name="송 하권" userId="546ba1eaca679e52" providerId="LiveId" clId="{EE3126AB-0010-4287-9F30-AD3F2DB8488D}" dt="2021-05-12T01:32:28.251" v="2051"/>
        <pc:sldMkLst>
          <pc:docMk/>
          <pc:sldMk cId="2353855971" sldId="358"/>
        </pc:sldMkLst>
        <pc:spChg chg="del">
          <ac:chgData name="송 하권" userId="546ba1eaca679e52" providerId="LiveId" clId="{EE3126AB-0010-4287-9F30-AD3F2DB8488D}" dt="2021-05-12T01:29:43.446" v="1835" actId="478"/>
          <ac:spMkLst>
            <pc:docMk/>
            <pc:sldMk cId="2353855971" sldId="358"/>
            <ac:spMk id="6" creationId="{4C442D09-3545-43C6-A560-F6481868B874}"/>
          </ac:spMkLst>
        </pc:spChg>
        <pc:spChg chg="add del">
          <ac:chgData name="송 하권" userId="546ba1eaca679e52" providerId="LiveId" clId="{EE3126AB-0010-4287-9F30-AD3F2DB8488D}" dt="2021-05-12T01:29:42.958" v="1834" actId="478"/>
          <ac:spMkLst>
            <pc:docMk/>
            <pc:sldMk cId="2353855971" sldId="358"/>
            <ac:spMk id="8" creationId="{15FC9851-F50A-4618-97D3-C4F13C298DBA}"/>
          </ac:spMkLst>
        </pc:spChg>
        <pc:spChg chg="mod">
          <ac:chgData name="송 하권" userId="546ba1eaca679e52" providerId="LiveId" clId="{EE3126AB-0010-4287-9F30-AD3F2DB8488D}" dt="2021-05-12T01:32:09.414" v="2047" actId="14100"/>
          <ac:spMkLst>
            <pc:docMk/>
            <pc:sldMk cId="2353855971" sldId="358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1:30:31.397" v="1851" actId="14100"/>
          <ac:spMkLst>
            <pc:docMk/>
            <pc:sldMk cId="2353855971" sldId="358"/>
            <ac:spMk id="16" creationId="{313B2EFA-FFED-4C81-9C83-EA6251D582F1}"/>
          </ac:spMkLst>
        </pc:spChg>
        <pc:spChg chg="add mod">
          <ac:chgData name="송 하권" userId="546ba1eaca679e52" providerId="LiveId" clId="{EE3126AB-0010-4287-9F30-AD3F2DB8488D}" dt="2021-05-12T01:30:35.716" v="1857" actId="1036"/>
          <ac:spMkLst>
            <pc:docMk/>
            <pc:sldMk cId="2353855971" sldId="358"/>
            <ac:spMk id="17" creationId="{413025E6-03B5-4955-9DFE-FF8235CFC131}"/>
          </ac:spMkLst>
        </pc:spChg>
        <pc:spChg chg="add mod">
          <ac:chgData name="송 하권" userId="546ba1eaca679e52" providerId="LiveId" clId="{EE3126AB-0010-4287-9F30-AD3F2DB8488D}" dt="2021-05-12T01:32:14.389" v="2049" actId="1076"/>
          <ac:spMkLst>
            <pc:docMk/>
            <pc:sldMk cId="2353855971" sldId="358"/>
            <ac:spMk id="18" creationId="{49C86B4A-77E8-414D-996F-E4D489ADAD23}"/>
          </ac:spMkLst>
        </pc:spChg>
        <pc:spChg chg="add mod">
          <ac:chgData name="송 하권" userId="546ba1eaca679e52" providerId="LiveId" clId="{EE3126AB-0010-4287-9F30-AD3F2DB8488D}" dt="2021-05-12T01:32:28.251" v="2051"/>
          <ac:spMkLst>
            <pc:docMk/>
            <pc:sldMk cId="2353855971" sldId="358"/>
            <ac:spMk id="19" creationId="{DFEB0296-371D-4ED7-B5CE-6E16C5555CB0}"/>
          </ac:spMkLst>
        </pc:spChg>
        <pc:picChg chg="add del mod">
          <ac:chgData name="송 하권" userId="546ba1eaca679e52" providerId="LiveId" clId="{EE3126AB-0010-4287-9F30-AD3F2DB8488D}" dt="2021-05-12T01:30:04.805" v="1841" actId="478"/>
          <ac:picMkLst>
            <pc:docMk/>
            <pc:sldMk cId="2353855971" sldId="358"/>
            <ac:picMk id="4" creationId="{1830B762-B582-4F06-86F5-D820FE0C7853}"/>
          </ac:picMkLst>
        </pc:picChg>
        <pc:picChg chg="add del">
          <ac:chgData name="송 하권" userId="546ba1eaca679e52" providerId="LiveId" clId="{EE3126AB-0010-4287-9F30-AD3F2DB8488D}" dt="2021-05-12T01:29:42.349" v="1833" actId="478"/>
          <ac:picMkLst>
            <pc:docMk/>
            <pc:sldMk cId="2353855971" sldId="358"/>
            <ac:picMk id="5" creationId="{F6EF09EB-A65C-4405-A743-C54ED072AC21}"/>
          </ac:picMkLst>
        </pc:picChg>
        <pc:picChg chg="del">
          <ac:chgData name="송 하권" userId="546ba1eaca679e52" providerId="LiveId" clId="{EE3126AB-0010-4287-9F30-AD3F2DB8488D}" dt="2021-05-12T01:28:52.286" v="1812" actId="478"/>
          <ac:picMkLst>
            <pc:docMk/>
            <pc:sldMk cId="2353855971" sldId="358"/>
            <ac:picMk id="9" creationId="{9B7815F1-DDEC-4170-8B41-E8E242337BE9}"/>
          </ac:picMkLst>
        </pc:picChg>
        <pc:picChg chg="add mod">
          <ac:chgData name="송 하권" userId="546ba1eaca679e52" providerId="LiveId" clId="{EE3126AB-0010-4287-9F30-AD3F2DB8488D}" dt="2021-05-12T01:32:12.789" v="2048" actId="1076"/>
          <ac:picMkLst>
            <pc:docMk/>
            <pc:sldMk cId="2353855971" sldId="358"/>
            <ac:picMk id="10" creationId="{CD0A5925-D054-4788-9D28-5BACBEB550D9}"/>
          </ac:picMkLst>
        </pc:picChg>
        <pc:picChg chg="add del mod">
          <ac:chgData name="송 하권" userId="546ba1eaca679e52" providerId="LiveId" clId="{EE3126AB-0010-4287-9F30-AD3F2DB8488D}" dt="2021-05-12T01:30:11.276" v="1842" actId="478"/>
          <ac:picMkLst>
            <pc:docMk/>
            <pc:sldMk cId="2353855971" sldId="358"/>
            <ac:picMk id="13" creationId="{B6501EB6-BB00-4497-A4E5-A5BE4564C80B}"/>
          </ac:picMkLst>
        </pc:picChg>
        <pc:picChg chg="add mod">
          <ac:chgData name="송 하권" userId="546ba1eaca679e52" providerId="LiveId" clId="{EE3126AB-0010-4287-9F30-AD3F2DB8488D}" dt="2021-05-12T01:30:19.390" v="1848" actId="208"/>
          <ac:picMkLst>
            <pc:docMk/>
            <pc:sldMk cId="2353855971" sldId="358"/>
            <ac:picMk id="15" creationId="{06172CF6-D2B6-46C7-9FF7-871F74819A12}"/>
          </ac:picMkLst>
        </pc:picChg>
      </pc:sldChg>
      <pc:sldChg chg="addSp delSp modSp add mod">
        <pc:chgData name="송 하권" userId="546ba1eaca679e52" providerId="LiveId" clId="{EE3126AB-0010-4287-9F30-AD3F2DB8488D}" dt="2021-05-12T01:52:00.500" v="2368" actId="478"/>
        <pc:sldMkLst>
          <pc:docMk/>
          <pc:sldMk cId="1289992931" sldId="359"/>
        </pc:sldMkLst>
        <pc:spChg chg="add mod">
          <ac:chgData name="송 하권" userId="546ba1eaca679e52" providerId="LiveId" clId="{EE3126AB-0010-4287-9F30-AD3F2DB8488D}" dt="2021-05-12T01:50:13.972" v="2365" actId="1076"/>
          <ac:spMkLst>
            <pc:docMk/>
            <pc:sldMk cId="1289992931" sldId="359"/>
            <ac:spMk id="9" creationId="{94C7123B-D54B-497C-A80A-D5DF40B91A33}"/>
          </ac:spMkLst>
        </pc:spChg>
        <pc:spChg chg="mod">
          <ac:chgData name="송 하권" userId="546ba1eaca679e52" providerId="LiveId" clId="{EE3126AB-0010-4287-9F30-AD3F2DB8488D}" dt="2021-05-12T01:44:57.334" v="2226"/>
          <ac:spMkLst>
            <pc:docMk/>
            <pc:sldMk cId="1289992931" sldId="359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1:42:12.829" v="2111" actId="478"/>
          <ac:spMkLst>
            <pc:docMk/>
            <pc:sldMk cId="1289992931" sldId="359"/>
            <ac:spMk id="16" creationId="{313B2EFA-FFED-4C81-9C83-EA6251D582F1}"/>
          </ac:spMkLst>
        </pc:spChg>
        <pc:spChg chg="del">
          <ac:chgData name="송 하권" userId="546ba1eaca679e52" providerId="LiveId" clId="{EE3126AB-0010-4287-9F30-AD3F2DB8488D}" dt="2021-05-12T01:42:12.109" v="2110" actId="478"/>
          <ac:spMkLst>
            <pc:docMk/>
            <pc:sldMk cId="1289992931" sldId="359"/>
            <ac:spMk id="17" creationId="{413025E6-03B5-4955-9DFE-FF8235CFC131}"/>
          </ac:spMkLst>
        </pc:spChg>
        <pc:spChg chg="del">
          <ac:chgData name="송 하권" userId="546ba1eaca679e52" providerId="LiveId" clId="{EE3126AB-0010-4287-9F30-AD3F2DB8488D}" dt="2021-05-12T01:42:15.501" v="2114" actId="478"/>
          <ac:spMkLst>
            <pc:docMk/>
            <pc:sldMk cId="1289992931" sldId="359"/>
            <ac:spMk id="18" creationId="{49C86B4A-77E8-414D-996F-E4D489ADAD23}"/>
          </ac:spMkLst>
        </pc:spChg>
        <pc:spChg chg="del">
          <ac:chgData name="송 하권" userId="546ba1eaca679e52" providerId="LiveId" clId="{EE3126AB-0010-4287-9F30-AD3F2DB8488D}" dt="2021-05-12T01:42:14.206" v="2112" actId="478"/>
          <ac:spMkLst>
            <pc:docMk/>
            <pc:sldMk cId="1289992931" sldId="359"/>
            <ac:spMk id="19" creationId="{DFEB0296-371D-4ED7-B5CE-6E16C5555CB0}"/>
          </ac:spMkLst>
        </pc:spChg>
        <pc:picChg chg="add del mod">
          <ac:chgData name="송 하권" userId="546ba1eaca679e52" providerId="LiveId" clId="{EE3126AB-0010-4287-9F30-AD3F2DB8488D}" dt="2021-05-12T01:44:57.540" v="2227" actId="478"/>
          <ac:picMkLst>
            <pc:docMk/>
            <pc:sldMk cId="1289992931" sldId="359"/>
            <ac:picMk id="4" creationId="{0E7CB2A8-4D01-43C4-A534-3AF0C192A643}"/>
          </ac:picMkLst>
        </pc:picChg>
        <pc:picChg chg="add del">
          <ac:chgData name="송 하권" userId="546ba1eaca679e52" providerId="LiveId" clId="{EE3126AB-0010-4287-9F30-AD3F2DB8488D}" dt="2021-05-12T01:42:40.628" v="2121" actId="478"/>
          <ac:picMkLst>
            <pc:docMk/>
            <pc:sldMk cId="1289992931" sldId="359"/>
            <ac:picMk id="6" creationId="{0806E471-0FCE-4F8A-909C-888ECAEC17A4}"/>
          </ac:picMkLst>
        </pc:picChg>
        <pc:picChg chg="add mod">
          <ac:chgData name="송 하권" userId="546ba1eaca679e52" providerId="LiveId" clId="{EE3126AB-0010-4287-9F30-AD3F2DB8488D}" dt="2021-05-12T01:50:13.972" v="2365" actId="1076"/>
          <ac:picMkLst>
            <pc:docMk/>
            <pc:sldMk cId="1289992931" sldId="359"/>
            <ac:picMk id="8" creationId="{E9F8D6E2-1F70-4964-80E8-93EA6BB549C6}"/>
          </ac:picMkLst>
        </pc:picChg>
        <pc:picChg chg="del">
          <ac:chgData name="송 하권" userId="546ba1eaca679e52" providerId="LiveId" clId="{EE3126AB-0010-4287-9F30-AD3F2DB8488D}" dt="2021-05-12T01:42:14.916" v="2113" actId="478"/>
          <ac:picMkLst>
            <pc:docMk/>
            <pc:sldMk cId="1289992931" sldId="359"/>
            <ac:picMk id="10" creationId="{CD0A5925-D054-4788-9D28-5BACBEB550D9}"/>
          </ac:picMkLst>
        </pc:picChg>
        <pc:picChg chg="add mod">
          <ac:chgData name="송 하권" userId="546ba1eaca679e52" providerId="LiveId" clId="{EE3126AB-0010-4287-9F30-AD3F2DB8488D}" dt="2021-05-12T01:50:11.620" v="2364" actId="208"/>
          <ac:picMkLst>
            <pc:docMk/>
            <pc:sldMk cId="1289992931" sldId="359"/>
            <ac:picMk id="13" creationId="{1F9EB700-9F64-4E2C-AF49-A12A436F75D3}"/>
          </ac:picMkLst>
        </pc:picChg>
        <pc:picChg chg="del">
          <ac:chgData name="송 하권" userId="546ba1eaca679e52" providerId="LiveId" clId="{EE3126AB-0010-4287-9F30-AD3F2DB8488D}" dt="2021-05-12T01:42:10.500" v="2109" actId="478"/>
          <ac:picMkLst>
            <pc:docMk/>
            <pc:sldMk cId="1289992931" sldId="359"/>
            <ac:picMk id="15" creationId="{06172CF6-D2B6-46C7-9FF7-871F74819A12}"/>
          </ac:picMkLst>
        </pc:picChg>
        <pc:picChg chg="add del">
          <ac:chgData name="송 하권" userId="546ba1eaca679e52" providerId="LiveId" clId="{EE3126AB-0010-4287-9F30-AD3F2DB8488D}" dt="2021-05-12T01:52:00.500" v="2368" actId="478"/>
          <ac:picMkLst>
            <pc:docMk/>
            <pc:sldMk cId="1289992931" sldId="359"/>
            <ac:picMk id="20" creationId="{8754360D-540F-4202-92AA-BFC5BB01B1A0}"/>
          </ac:picMkLst>
        </pc:picChg>
      </pc:sldChg>
      <pc:sldChg chg="addSp delSp modSp add mod">
        <pc:chgData name="송 하권" userId="546ba1eaca679e52" providerId="LiveId" clId="{EE3126AB-0010-4287-9F30-AD3F2DB8488D}" dt="2021-05-12T01:45:42.948" v="2348" actId="1076"/>
        <pc:sldMkLst>
          <pc:docMk/>
          <pc:sldMk cId="2931172060" sldId="360"/>
        </pc:sldMkLst>
        <pc:spChg chg="del">
          <ac:chgData name="송 하권" userId="546ba1eaca679e52" providerId="LiveId" clId="{EE3126AB-0010-4287-9F30-AD3F2DB8488D}" dt="2021-05-12T01:45:08.149" v="2233" actId="478"/>
          <ac:spMkLst>
            <pc:docMk/>
            <pc:sldMk cId="2931172060" sldId="360"/>
            <ac:spMk id="9" creationId="{94C7123B-D54B-497C-A80A-D5DF40B91A33}"/>
          </ac:spMkLst>
        </pc:spChg>
        <pc:spChg chg="mod">
          <ac:chgData name="송 하권" userId="546ba1eaca679e52" providerId="LiveId" clId="{EE3126AB-0010-4287-9F30-AD3F2DB8488D}" dt="2021-05-12T01:45:41.381" v="2347" actId="20577"/>
          <ac:spMkLst>
            <pc:docMk/>
            <pc:sldMk cId="2931172060" sldId="360"/>
            <ac:spMk id="12" creationId="{2E9E2DF3-77FF-4929-AD25-40B6C4BF03B8}"/>
          </ac:spMkLst>
        </pc:spChg>
        <pc:picChg chg="add mod">
          <ac:chgData name="송 하권" userId="546ba1eaca679e52" providerId="LiveId" clId="{EE3126AB-0010-4287-9F30-AD3F2DB8488D}" dt="2021-05-12T01:45:42.948" v="2348" actId="1076"/>
          <ac:picMkLst>
            <pc:docMk/>
            <pc:sldMk cId="2931172060" sldId="360"/>
            <ac:picMk id="4" creationId="{F05B7079-002A-4D85-B315-DB2F4498A6CE}"/>
          </ac:picMkLst>
        </pc:picChg>
        <pc:picChg chg="del mod">
          <ac:chgData name="송 하권" userId="546ba1eaca679e52" providerId="LiveId" clId="{EE3126AB-0010-4287-9F30-AD3F2DB8488D}" dt="2021-05-12T01:45:07.636" v="2232" actId="478"/>
          <ac:picMkLst>
            <pc:docMk/>
            <pc:sldMk cId="2931172060" sldId="360"/>
            <ac:picMk id="8" creationId="{E9F8D6E2-1F70-4964-80E8-93EA6BB549C6}"/>
          </ac:picMkLst>
        </pc:picChg>
      </pc:sldChg>
      <pc:sldChg chg="new del">
        <pc:chgData name="송 하권" userId="546ba1eaca679e52" providerId="LiveId" clId="{EE3126AB-0010-4287-9F30-AD3F2DB8488D}" dt="2021-05-12T01:45:52.619" v="2350" actId="680"/>
        <pc:sldMkLst>
          <pc:docMk/>
          <pc:sldMk cId="1464562551" sldId="361"/>
        </pc:sldMkLst>
      </pc:sldChg>
      <pc:sldChg chg="addSp delSp modSp add mod">
        <pc:chgData name="송 하권" userId="546ba1eaca679e52" providerId="LiveId" clId="{EE3126AB-0010-4287-9F30-AD3F2DB8488D}" dt="2021-05-12T01:53:07.906" v="2471" actId="22"/>
        <pc:sldMkLst>
          <pc:docMk/>
          <pc:sldMk cId="2842464541" sldId="361"/>
        </pc:sldMkLst>
        <pc:spChg chg="del">
          <ac:chgData name="송 하권" userId="546ba1eaca679e52" providerId="LiveId" clId="{EE3126AB-0010-4287-9F30-AD3F2DB8488D}" dt="2021-05-12T01:52:04.613" v="2372" actId="478"/>
          <ac:spMkLst>
            <pc:docMk/>
            <pc:sldMk cId="2842464541" sldId="361"/>
            <ac:spMk id="9" creationId="{94C7123B-D54B-497C-A80A-D5DF40B91A33}"/>
          </ac:spMkLst>
        </pc:spChg>
        <pc:spChg chg="add mod">
          <ac:chgData name="송 하권" userId="546ba1eaca679e52" providerId="LiveId" clId="{EE3126AB-0010-4287-9F30-AD3F2DB8488D}" dt="2021-05-12T01:52:52.260" v="2470" actId="14100"/>
          <ac:spMkLst>
            <pc:docMk/>
            <pc:sldMk cId="2842464541" sldId="361"/>
            <ac:spMk id="10" creationId="{E000E3E4-7A0F-4E64-A03E-4965817F1F9D}"/>
          </ac:spMkLst>
        </pc:spChg>
        <pc:spChg chg="mod">
          <ac:chgData name="송 하권" userId="546ba1eaca679e52" providerId="LiveId" clId="{EE3126AB-0010-4287-9F30-AD3F2DB8488D}" dt="2021-05-12T01:52:32.916" v="2463" actId="20577"/>
          <ac:spMkLst>
            <pc:docMk/>
            <pc:sldMk cId="2842464541" sldId="361"/>
            <ac:spMk id="12" creationId="{2E9E2DF3-77FF-4929-AD25-40B6C4BF03B8}"/>
          </ac:spMkLst>
        </pc:spChg>
        <pc:picChg chg="add">
          <ac:chgData name="송 하권" userId="546ba1eaca679e52" providerId="LiveId" clId="{EE3126AB-0010-4287-9F30-AD3F2DB8488D}" dt="2021-05-12T01:53:07.906" v="2471" actId="22"/>
          <ac:picMkLst>
            <pc:docMk/>
            <pc:sldMk cId="2842464541" sldId="361"/>
            <ac:picMk id="4" creationId="{5343DA96-203C-4480-9A08-4A138B41F595}"/>
          </ac:picMkLst>
        </pc:picChg>
        <pc:picChg chg="del">
          <ac:chgData name="송 하권" userId="546ba1eaca679e52" providerId="LiveId" clId="{EE3126AB-0010-4287-9F30-AD3F2DB8488D}" dt="2021-05-12T01:52:04.004" v="2371" actId="478"/>
          <ac:picMkLst>
            <pc:docMk/>
            <pc:sldMk cId="2842464541" sldId="361"/>
            <ac:picMk id="8" creationId="{E9F8D6E2-1F70-4964-80E8-93EA6BB549C6}"/>
          </ac:picMkLst>
        </pc:picChg>
        <pc:picChg chg="del">
          <ac:chgData name="송 하권" userId="546ba1eaca679e52" providerId="LiveId" clId="{EE3126AB-0010-4287-9F30-AD3F2DB8488D}" dt="2021-05-12T01:52:02.678" v="2369" actId="478"/>
          <ac:picMkLst>
            <pc:docMk/>
            <pc:sldMk cId="2842464541" sldId="361"/>
            <ac:picMk id="13" creationId="{1F9EB700-9F64-4E2C-AF49-A12A436F75D3}"/>
          </ac:picMkLst>
        </pc:picChg>
        <pc:picChg chg="mod">
          <ac:chgData name="송 하권" userId="546ba1eaca679e52" providerId="LiveId" clId="{EE3126AB-0010-4287-9F30-AD3F2DB8488D}" dt="2021-05-12T01:52:40.620" v="2467" actId="208"/>
          <ac:picMkLst>
            <pc:docMk/>
            <pc:sldMk cId="2842464541" sldId="361"/>
            <ac:picMk id="20" creationId="{8754360D-540F-4202-92AA-BFC5BB01B1A0}"/>
          </ac:picMkLst>
        </pc:picChg>
      </pc:sldChg>
      <pc:sldChg chg="addSp delSp modSp add mod">
        <pc:chgData name="송 하권" userId="546ba1eaca679e52" providerId="LiveId" clId="{EE3126AB-0010-4287-9F30-AD3F2DB8488D}" dt="2021-05-12T01:57:39.292" v="2746" actId="20577"/>
        <pc:sldMkLst>
          <pc:docMk/>
          <pc:sldMk cId="1873921140" sldId="362"/>
        </pc:sldMkLst>
        <pc:spChg chg="mod ord">
          <ac:chgData name="송 하권" userId="546ba1eaca679e52" providerId="LiveId" clId="{EE3126AB-0010-4287-9F30-AD3F2DB8488D}" dt="2021-05-12T01:56:31.867" v="2731" actId="14100"/>
          <ac:spMkLst>
            <pc:docMk/>
            <pc:sldMk cId="1873921140" sldId="362"/>
            <ac:spMk id="10" creationId="{E000E3E4-7A0F-4E64-A03E-4965817F1F9D}"/>
          </ac:spMkLst>
        </pc:spChg>
        <pc:spChg chg="add mod">
          <ac:chgData name="송 하권" userId="546ba1eaca679e52" providerId="LiveId" clId="{EE3126AB-0010-4287-9F30-AD3F2DB8488D}" dt="2021-05-12T01:57:34.659" v="2745" actId="1037"/>
          <ac:spMkLst>
            <pc:docMk/>
            <pc:sldMk cId="1873921140" sldId="362"/>
            <ac:spMk id="11" creationId="{049EF6A1-25F2-482C-9D9D-35516DC5D29D}"/>
          </ac:spMkLst>
        </pc:spChg>
        <pc:spChg chg="mod">
          <ac:chgData name="송 하권" userId="546ba1eaca679e52" providerId="LiveId" clId="{EE3126AB-0010-4287-9F30-AD3F2DB8488D}" dt="2021-05-12T01:57:39.292" v="2746" actId="20577"/>
          <ac:spMkLst>
            <pc:docMk/>
            <pc:sldMk cId="1873921140" sldId="362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1:56:34.731" v="2734" actId="1036"/>
          <ac:spMkLst>
            <pc:docMk/>
            <pc:sldMk cId="1873921140" sldId="362"/>
            <ac:spMk id="13" creationId="{02A6CD5A-3C75-4653-B079-45F93EAA8571}"/>
          </ac:spMkLst>
        </pc:spChg>
        <pc:spChg chg="add mod">
          <ac:chgData name="송 하권" userId="546ba1eaca679e52" providerId="LiveId" clId="{EE3126AB-0010-4287-9F30-AD3F2DB8488D}" dt="2021-05-12T01:57:00.108" v="2737" actId="1076"/>
          <ac:spMkLst>
            <pc:docMk/>
            <pc:sldMk cId="1873921140" sldId="362"/>
            <ac:spMk id="14" creationId="{36428B0C-2CD3-434C-A6E8-30C2B5BBCE3F}"/>
          </ac:spMkLst>
        </pc:spChg>
        <pc:spChg chg="add mod">
          <ac:chgData name="송 하권" userId="546ba1eaca679e52" providerId="LiveId" clId="{EE3126AB-0010-4287-9F30-AD3F2DB8488D}" dt="2021-05-12T01:57:30.596" v="2743" actId="14100"/>
          <ac:spMkLst>
            <pc:docMk/>
            <pc:sldMk cId="1873921140" sldId="362"/>
            <ac:spMk id="17" creationId="{713B3B27-BA3E-439A-AA95-ED0F8674DC2C}"/>
          </ac:spMkLst>
        </pc:spChg>
        <pc:picChg chg="mod">
          <ac:chgData name="송 하권" userId="546ba1eaca679e52" providerId="LiveId" clId="{EE3126AB-0010-4287-9F30-AD3F2DB8488D}" dt="2021-05-12T01:56:40.212" v="2735" actId="208"/>
          <ac:picMkLst>
            <pc:docMk/>
            <pc:sldMk cId="1873921140" sldId="362"/>
            <ac:picMk id="4" creationId="{5343DA96-203C-4480-9A08-4A138B41F595}"/>
          </ac:picMkLst>
        </pc:picChg>
        <pc:picChg chg="add del mod">
          <ac:chgData name="송 하권" userId="546ba1eaca679e52" providerId="LiveId" clId="{EE3126AB-0010-4287-9F30-AD3F2DB8488D}" dt="2021-05-12T01:54:28.259" v="2541" actId="478"/>
          <ac:picMkLst>
            <pc:docMk/>
            <pc:sldMk cId="1873921140" sldId="362"/>
            <ac:picMk id="5" creationId="{98E80F7B-FB11-4B1D-BE46-76307DBFCDE0}"/>
          </ac:picMkLst>
        </pc:picChg>
        <pc:picChg chg="add del mod">
          <ac:chgData name="송 하권" userId="546ba1eaca679e52" providerId="LiveId" clId="{EE3126AB-0010-4287-9F30-AD3F2DB8488D}" dt="2021-05-12T01:55:13.308" v="2616" actId="478"/>
          <ac:picMkLst>
            <pc:docMk/>
            <pc:sldMk cId="1873921140" sldId="362"/>
            <ac:picMk id="7" creationId="{16BB7C95-5F72-4761-AEFD-4E483ABDF109}"/>
          </ac:picMkLst>
        </pc:picChg>
        <pc:picChg chg="add mod">
          <ac:chgData name="송 하권" userId="546ba1eaca679e52" providerId="LiveId" clId="{EE3126AB-0010-4287-9F30-AD3F2DB8488D}" dt="2021-05-12T01:55:49.876" v="2637" actId="1076"/>
          <ac:picMkLst>
            <pc:docMk/>
            <pc:sldMk cId="1873921140" sldId="362"/>
            <ac:picMk id="9" creationId="{9EDDE15A-92BD-4970-9B24-38CE17D8271A}"/>
          </ac:picMkLst>
        </pc:picChg>
        <pc:picChg chg="del">
          <ac:chgData name="송 하권" userId="546ba1eaca679e52" providerId="LiveId" clId="{EE3126AB-0010-4287-9F30-AD3F2DB8488D}" dt="2021-05-12T01:53:11.004" v="2473" actId="478"/>
          <ac:picMkLst>
            <pc:docMk/>
            <pc:sldMk cId="1873921140" sldId="362"/>
            <ac:picMk id="20" creationId="{8754360D-540F-4202-92AA-BFC5BB01B1A0}"/>
          </ac:picMkLst>
        </pc:picChg>
      </pc:sldChg>
      <pc:sldChg chg="addSp delSp modSp add mod">
        <pc:chgData name="송 하권" userId="546ba1eaca679e52" providerId="LiveId" clId="{EE3126AB-0010-4287-9F30-AD3F2DB8488D}" dt="2021-05-12T02:16:25.770" v="2806" actId="1076"/>
        <pc:sldMkLst>
          <pc:docMk/>
          <pc:sldMk cId="1497792" sldId="363"/>
        </pc:sldMkLst>
        <pc:spChg chg="del">
          <ac:chgData name="송 하권" userId="546ba1eaca679e52" providerId="LiveId" clId="{EE3126AB-0010-4287-9F30-AD3F2DB8488D}" dt="2021-05-12T01:59:43.427" v="2749" actId="478"/>
          <ac:spMkLst>
            <pc:docMk/>
            <pc:sldMk cId="1497792" sldId="363"/>
            <ac:spMk id="10" creationId="{E000E3E4-7A0F-4E64-A03E-4965817F1F9D}"/>
          </ac:spMkLst>
        </pc:spChg>
        <pc:spChg chg="del">
          <ac:chgData name="송 하권" userId="546ba1eaca679e52" providerId="LiveId" clId="{EE3126AB-0010-4287-9F30-AD3F2DB8488D}" dt="2021-05-12T01:59:43.427" v="2749" actId="478"/>
          <ac:spMkLst>
            <pc:docMk/>
            <pc:sldMk cId="1497792" sldId="363"/>
            <ac:spMk id="11" creationId="{049EF6A1-25F2-482C-9D9D-35516DC5D29D}"/>
          </ac:spMkLst>
        </pc:spChg>
        <pc:spChg chg="mod">
          <ac:chgData name="송 하권" userId="546ba1eaca679e52" providerId="LiveId" clId="{EE3126AB-0010-4287-9F30-AD3F2DB8488D}" dt="2021-05-12T02:16:18.611" v="2804" actId="20577"/>
          <ac:spMkLst>
            <pc:docMk/>
            <pc:sldMk cId="1497792" sldId="363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1:59:43.427" v="2749" actId="478"/>
          <ac:spMkLst>
            <pc:docMk/>
            <pc:sldMk cId="1497792" sldId="363"/>
            <ac:spMk id="13" creationId="{02A6CD5A-3C75-4653-B079-45F93EAA8571}"/>
          </ac:spMkLst>
        </pc:spChg>
        <pc:spChg chg="del">
          <ac:chgData name="송 하권" userId="546ba1eaca679e52" providerId="LiveId" clId="{EE3126AB-0010-4287-9F30-AD3F2DB8488D}" dt="2021-05-12T01:59:43.427" v="2749" actId="478"/>
          <ac:spMkLst>
            <pc:docMk/>
            <pc:sldMk cId="1497792" sldId="363"/>
            <ac:spMk id="14" creationId="{36428B0C-2CD3-434C-A6E8-30C2B5BBCE3F}"/>
          </ac:spMkLst>
        </pc:spChg>
        <pc:spChg chg="del">
          <ac:chgData name="송 하권" userId="546ba1eaca679e52" providerId="LiveId" clId="{EE3126AB-0010-4287-9F30-AD3F2DB8488D}" dt="2021-05-12T01:59:43.427" v="2749" actId="478"/>
          <ac:spMkLst>
            <pc:docMk/>
            <pc:sldMk cId="1497792" sldId="363"/>
            <ac:spMk id="17" creationId="{713B3B27-BA3E-439A-AA95-ED0F8674DC2C}"/>
          </ac:spMkLst>
        </pc:spChg>
        <pc:picChg chg="del">
          <ac:chgData name="송 하권" userId="546ba1eaca679e52" providerId="LiveId" clId="{EE3126AB-0010-4287-9F30-AD3F2DB8488D}" dt="2021-05-12T01:59:43.427" v="2749" actId="478"/>
          <ac:picMkLst>
            <pc:docMk/>
            <pc:sldMk cId="1497792" sldId="363"/>
            <ac:picMk id="4" creationId="{5343DA96-203C-4480-9A08-4A138B41F595}"/>
          </ac:picMkLst>
        </pc:picChg>
        <pc:picChg chg="add del mod">
          <ac:chgData name="송 하권" userId="546ba1eaca679e52" providerId="LiveId" clId="{EE3126AB-0010-4287-9F30-AD3F2DB8488D}" dt="2021-05-12T02:00:28.747" v="2754" actId="478"/>
          <ac:picMkLst>
            <pc:docMk/>
            <pc:sldMk cId="1497792" sldId="363"/>
            <ac:picMk id="5" creationId="{FB14FD20-9BFD-4831-BA95-5071AD7579B8}"/>
          </ac:picMkLst>
        </pc:picChg>
        <pc:picChg chg="add mod">
          <ac:chgData name="송 하권" userId="546ba1eaca679e52" providerId="LiveId" clId="{EE3126AB-0010-4287-9F30-AD3F2DB8488D}" dt="2021-05-12T02:16:25.770" v="2806" actId="1076"/>
          <ac:picMkLst>
            <pc:docMk/>
            <pc:sldMk cId="1497792" sldId="363"/>
            <ac:picMk id="7" creationId="{10EC32E5-294A-4E92-9B49-5DBFB6A8E222}"/>
          </ac:picMkLst>
        </pc:picChg>
        <pc:picChg chg="del">
          <ac:chgData name="송 하권" userId="546ba1eaca679e52" providerId="LiveId" clId="{EE3126AB-0010-4287-9F30-AD3F2DB8488D}" dt="2021-05-12T01:59:41.652" v="2748" actId="478"/>
          <ac:picMkLst>
            <pc:docMk/>
            <pc:sldMk cId="1497792" sldId="363"/>
            <ac:picMk id="9" creationId="{9EDDE15A-92BD-4970-9B24-38CE17D8271A}"/>
          </ac:picMkLst>
        </pc:picChg>
      </pc:sldChg>
      <pc:sldChg chg="addSp delSp modSp add mod">
        <pc:chgData name="송 하권" userId="546ba1eaca679e52" providerId="LiveId" clId="{EE3126AB-0010-4287-9F30-AD3F2DB8488D}" dt="2021-05-12T03:02:09.937" v="3030" actId="1076"/>
        <pc:sldMkLst>
          <pc:docMk/>
          <pc:sldMk cId="3925503657" sldId="364"/>
        </pc:sldMkLst>
        <pc:spChg chg="add mod">
          <ac:chgData name="송 하권" userId="546ba1eaca679e52" providerId="LiveId" clId="{EE3126AB-0010-4287-9F30-AD3F2DB8488D}" dt="2021-05-12T03:01:30.088" v="3022" actId="14100"/>
          <ac:spMkLst>
            <pc:docMk/>
            <pc:sldMk cId="3925503657" sldId="364"/>
            <ac:spMk id="8" creationId="{739E75F3-3B35-421A-8531-C85080283226}"/>
          </ac:spMkLst>
        </pc:spChg>
        <pc:spChg chg="add mod">
          <ac:chgData name="송 하권" userId="546ba1eaca679e52" providerId="LiveId" clId="{EE3126AB-0010-4287-9F30-AD3F2DB8488D}" dt="2021-05-12T03:01:51.336" v="3025" actId="1076"/>
          <ac:spMkLst>
            <pc:docMk/>
            <pc:sldMk cId="3925503657" sldId="364"/>
            <ac:spMk id="11" creationId="{3AB1F560-99FD-4142-8389-876E47E4D637}"/>
          </ac:spMkLst>
        </pc:spChg>
        <pc:spChg chg="mod">
          <ac:chgData name="송 하권" userId="546ba1eaca679e52" providerId="LiveId" clId="{EE3126AB-0010-4287-9F30-AD3F2DB8488D}" dt="2021-05-12T03:00:32.401" v="3004" actId="20577"/>
          <ac:spMkLst>
            <pc:docMk/>
            <pc:sldMk cId="3925503657" sldId="364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3:01:58.840" v="3028" actId="1076"/>
          <ac:spMkLst>
            <pc:docMk/>
            <pc:sldMk cId="3925503657" sldId="364"/>
            <ac:spMk id="13" creationId="{78B67E8E-9EF3-4AD8-B367-4CCA54E572E5}"/>
          </ac:spMkLst>
        </pc:spChg>
        <pc:spChg chg="add mod">
          <ac:chgData name="송 하권" userId="546ba1eaca679e52" providerId="LiveId" clId="{EE3126AB-0010-4287-9F30-AD3F2DB8488D}" dt="2021-05-12T03:02:09.937" v="3030" actId="1076"/>
          <ac:spMkLst>
            <pc:docMk/>
            <pc:sldMk cId="3925503657" sldId="364"/>
            <ac:spMk id="14" creationId="{A65239B0-4FFD-4A32-996E-CB9EFA38B569}"/>
          </ac:spMkLst>
        </pc:spChg>
        <pc:picChg chg="add mod">
          <ac:chgData name="송 하권" userId="546ba1eaca679e52" providerId="LiveId" clId="{EE3126AB-0010-4287-9F30-AD3F2DB8488D}" dt="2021-05-12T03:00:42.984" v="3009" actId="208"/>
          <ac:picMkLst>
            <pc:docMk/>
            <pc:sldMk cId="3925503657" sldId="364"/>
            <ac:picMk id="4" creationId="{81C45619-F745-4F9F-A08B-84AB36D23599}"/>
          </ac:picMkLst>
        </pc:picChg>
        <pc:picChg chg="add mod">
          <ac:chgData name="송 하권" userId="546ba1eaca679e52" providerId="LiveId" clId="{EE3126AB-0010-4287-9F30-AD3F2DB8488D}" dt="2021-05-12T03:01:21.738" v="3020" actId="1076"/>
          <ac:picMkLst>
            <pc:docMk/>
            <pc:sldMk cId="3925503657" sldId="364"/>
            <ac:picMk id="6" creationId="{AD0CCB85-FC3A-4D03-B3FF-8F5EBF7DBFFC}"/>
          </ac:picMkLst>
        </pc:picChg>
        <pc:picChg chg="del">
          <ac:chgData name="송 하권" userId="546ba1eaca679e52" providerId="LiveId" clId="{EE3126AB-0010-4287-9F30-AD3F2DB8488D}" dt="2021-05-12T02:16:29.012" v="2808" actId="478"/>
          <ac:picMkLst>
            <pc:docMk/>
            <pc:sldMk cId="3925503657" sldId="364"/>
            <ac:picMk id="7" creationId="{10EC32E5-294A-4E92-9B49-5DBFB6A8E222}"/>
          </ac:picMkLst>
        </pc:picChg>
      </pc:sldChg>
      <pc:sldChg chg="addSp delSp modSp add mod">
        <pc:chgData name="송 하권" userId="546ba1eaca679e52" providerId="LiveId" clId="{EE3126AB-0010-4287-9F30-AD3F2DB8488D}" dt="2021-05-12T03:13:46.720" v="3153" actId="478"/>
        <pc:sldMkLst>
          <pc:docMk/>
          <pc:sldMk cId="1081457160" sldId="365"/>
        </pc:sldMkLst>
        <pc:spChg chg="del">
          <ac:chgData name="송 하권" userId="546ba1eaca679e52" providerId="LiveId" clId="{EE3126AB-0010-4287-9F30-AD3F2DB8488D}" dt="2021-05-12T03:12:34.231" v="3033" actId="478"/>
          <ac:spMkLst>
            <pc:docMk/>
            <pc:sldMk cId="1081457160" sldId="365"/>
            <ac:spMk id="8" creationId="{739E75F3-3B35-421A-8531-C85080283226}"/>
          </ac:spMkLst>
        </pc:spChg>
        <pc:spChg chg="del">
          <ac:chgData name="송 하권" userId="546ba1eaca679e52" providerId="LiveId" clId="{EE3126AB-0010-4287-9F30-AD3F2DB8488D}" dt="2021-05-12T03:12:34.231" v="3033" actId="478"/>
          <ac:spMkLst>
            <pc:docMk/>
            <pc:sldMk cId="1081457160" sldId="365"/>
            <ac:spMk id="11" creationId="{3AB1F560-99FD-4142-8389-876E47E4D637}"/>
          </ac:spMkLst>
        </pc:spChg>
        <pc:spChg chg="mod">
          <ac:chgData name="송 하권" userId="546ba1eaca679e52" providerId="LiveId" clId="{EE3126AB-0010-4287-9F30-AD3F2DB8488D}" dt="2021-05-12T03:13:17.553" v="3150" actId="14100"/>
          <ac:spMkLst>
            <pc:docMk/>
            <pc:sldMk cId="1081457160" sldId="365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3:12:34.231" v="3033" actId="478"/>
          <ac:spMkLst>
            <pc:docMk/>
            <pc:sldMk cId="1081457160" sldId="365"/>
            <ac:spMk id="13" creationId="{78B67E8E-9EF3-4AD8-B367-4CCA54E572E5}"/>
          </ac:spMkLst>
        </pc:spChg>
        <pc:spChg chg="del">
          <ac:chgData name="송 하권" userId="546ba1eaca679e52" providerId="LiveId" clId="{EE3126AB-0010-4287-9F30-AD3F2DB8488D}" dt="2021-05-12T03:12:34.231" v="3033" actId="478"/>
          <ac:spMkLst>
            <pc:docMk/>
            <pc:sldMk cId="1081457160" sldId="365"/>
            <ac:spMk id="14" creationId="{A65239B0-4FFD-4A32-996E-CB9EFA38B569}"/>
          </ac:spMkLst>
        </pc:spChg>
        <pc:picChg chg="del">
          <ac:chgData name="송 하권" userId="546ba1eaca679e52" providerId="LiveId" clId="{EE3126AB-0010-4287-9F30-AD3F2DB8488D}" dt="2021-05-12T03:12:32.191" v="3032" actId="478"/>
          <ac:picMkLst>
            <pc:docMk/>
            <pc:sldMk cId="1081457160" sldId="365"/>
            <ac:picMk id="4" creationId="{81C45619-F745-4F9F-A08B-84AB36D23599}"/>
          </ac:picMkLst>
        </pc:picChg>
        <pc:picChg chg="add mod">
          <ac:chgData name="송 하권" userId="546ba1eaca679e52" providerId="LiveId" clId="{EE3126AB-0010-4287-9F30-AD3F2DB8488D}" dt="2021-05-12T03:12:39.715" v="3038" actId="208"/>
          <ac:picMkLst>
            <pc:docMk/>
            <pc:sldMk cId="1081457160" sldId="365"/>
            <ac:picMk id="5" creationId="{B99CFB52-4219-40D7-BCC6-CAA79913791A}"/>
          </ac:picMkLst>
        </pc:picChg>
        <pc:picChg chg="del">
          <ac:chgData name="송 하권" userId="546ba1eaca679e52" providerId="LiveId" clId="{EE3126AB-0010-4287-9F30-AD3F2DB8488D}" dt="2021-05-12T03:12:34.231" v="3033" actId="478"/>
          <ac:picMkLst>
            <pc:docMk/>
            <pc:sldMk cId="1081457160" sldId="365"/>
            <ac:picMk id="6" creationId="{AD0CCB85-FC3A-4D03-B3FF-8F5EBF7DBFFC}"/>
          </ac:picMkLst>
        </pc:picChg>
        <pc:picChg chg="add del">
          <ac:chgData name="송 하권" userId="546ba1eaca679e52" providerId="LiveId" clId="{EE3126AB-0010-4287-9F30-AD3F2DB8488D}" dt="2021-05-12T03:13:46.720" v="3153" actId="478"/>
          <ac:picMkLst>
            <pc:docMk/>
            <pc:sldMk cId="1081457160" sldId="365"/>
            <ac:picMk id="9" creationId="{AE6C770A-3DC3-4904-97FA-906B8C024D04}"/>
          </ac:picMkLst>
        </pc:picChg>
      </pc:sldChg>
      <pc:sldChg chg="delSp modSp add mod">
        <pc:chgData name="송 하권" userId="546ba1eaca679e52" providerId="LiveId" clId="{EE3126AB-0010-4287-9F30-AD3F2DB8488D}" dt="2021-05-12T03:14:13.344" v="3254" actId="20577"/>
        <pc:sldMkLst>
          <pc:docMk/>
          <pc:sldMk cId="4129841066" sldId="366"/>
        </pc:sldMkLst>
        <pc:spChg chg="mod">
          <ac:chgData name="송 하권" userId="546ba1eaca679e52" providerId="LiveId" clId="{EE3126AB-0010-4287-9F30-AD3F2DB8488D}" dt="2021-05-12T03:14:13.344" v="3254" actId="20577"/>
          <ac:spMkLst>
            <pc:docMk/>
            <pc:sldMk cId="4129841066" sldId="366"/>
            <ac:spMk id="12" creationId="{2E9E2DF3-77FF-4929-AD25-40B6C4BF03B8}"/>
          </ac:spMkLst>
        </pc:spChg>
        <pc:picChg chg="del">
          <ac:chgData name="송 하권" userId="546ba1eaca679e52" providerId="LiveId" clId="{EE3126AB-0010-4287-9F30-AD3F2DB8488D}" dt="2021-05-12T03:13:48.240" v="3154" actId="478"/>
          <ac:picMkLst>
            <pc:docMk/>
            <pc:sldMk cId="4129841066" sldId="366"/>
            <ac:picMk id="5" creationId="{B99CFB52-4219-40D7-BCC6-CAA79913791A}"/>
          </ac:picMkLst>
        </pc:picChg>
        <pc:picChg chg="mod">
          <ac:chgData name="송 하권" userId="546ba1eaca679e52" providerId="LiveId" clId="{EE3126AB-0010-4287-9F30-AD3F2DB8488D}" dt="2021-05-12T03:13:55.199" v="3158" actId="208"/>
          <ac:picMkLst>
            <pc:docMk/>
            <pc:sldMk cId="4129841066" sldId="366"/>
            <ac:picMk id="9" creationId="{AE6C770A-3DC3-4904-97FA-906B8C024D04}"/>
          </ac:picMkLst>
        </pc:picChg>
      </pc:sldChg>
      <pc:sldChg chg="addSp delSp modSp add mod">
        <pc:chgData name="송 하권" userId="546ba1eaca679e52" providerId="LiveId" clId="{EE3126AB-0010-4287-9F30-AD3F2DB8488D}" dt="2021-05-12T03:26:33.135" v="3922" actId="1076"/>
        <pc:sldMkLst>
          <pc:docMk/>
          <pc:sldMk cId="3125648319" sldId="367"/>
        </pc:sldMkLst>
        <pc:spChg chg="mod">
          <ac:chgData name="송 하권" userId="546ba1eaca679e52" providerId="LiveId" clId="{EE3126AB-0010-4287-9F30-AD3F2DB8488D}" dt="2021-05-12T03:24:25.065" v="3758" actId="14100"/>
          <ac:spMkLst>
            <pc:docMk/>
            <pc:sldMk cId="3125648319" sldId="367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3:20:13.710" v="3519" actId="1035"/>
          <ac:spMkLst>
            <pc:docMk/>
            <pc:sldMk cId="3125648319" sldId="367"/>
            <ac:spMk id="16" creationId="{65DF8726-1FFB-447F-827A-ECB0D31DC6EE}"/>
          </ac:spMkLst>
        </pc:spChg>
        <pc:spChg chg="add del mod">
          <ac:chgData name="송 하권" userId="546ba1eaca679e52" providerId="LiveId" clId="{EE3126AB-0010-4287-9F30-AD3F2DB8488D}" dt="2021-05-12T03:21:03.024" v="3521"/>
          <ac:spMkLst>
            <pc:docMk/>
            <pc:sldMk cId="3125648319" sldId="367"/>
            <ac:spMk id="17" creationId="{EB662118-5339-4739-B936-F75778949BA4}"/>
          </ac:spMkLst>
        </pc:spChg>
        <pc:spChg chg="add mod">
          <ac:chgData name="송 하권" userId="546ba1eaca679e52" providerId="LiveId" clId="{EE3126AB-0010-4287-9F30-AD3F2DB8488D}" dt="2021-05-12T03:22:11.560" v="3626" actId="1076"/>
          <ac:spMkLst>
            <pc:docMk/>
            <pc:sldMk cId="3125648319" sldId="367"/>
            <ac:spMk id="18" creationId="{96919567-3C98-42A8-9993-D40C006DB974}"/>
          </ac:spMkLst>
        </pc:spChg>
        <pc:spChg chg="add mod">
          <ac:chgData name="송 하권" userId="546ba1eaca679e52" providerId="LiveId" clId="{EE3126AB-0010-4287-9F30-AD3F2DB8488D}" dt="2021-05-12T03:22:37.991" v="3634" actId="1076"/>
          <ac:spMkLst>
            <pc:docMk/>
            <pc:sldMk cId="3125648319" sldId="367"/>
            <ac:spMk id="20" creationId="{CF9FE65E-D97B-4273-BE2B-7AFBDDC50E1E}"/>
          </ac:spMkLst>
        </pc:spChg>
        <pc:spChg chg="add mod">
          <ac:chgData name="송 하권" userId="546ba1eaca679e52" providerId="LiveId" clId="{EE3126AB-0010-4287-9F30-AD3F2DB8488D}" dt="2021-05-12T03:26:33.135" v="3922" actId="1076"/>
          <ac:spMkLst>
            <pc:docMk/>
            <pc:sldMk cId="3125648319" sldId="367"/>
            <ac:spMk id="21" creationId="{16CA0F56-662E-4A20-8374-F702E396F2DA}"/>
          </ac:spMkLst>
        </pc:spChg>
        <pc:picChg chg="add mod">
          <ac:chgData name="송 하권" userId="546ba1eaca679e52" providerId="LiveId" clId="{EE3126AB-0010-4287-9F30-AD3F2DB8488D}" dt="2021-05-12T03:19:39.551" v="3448" actId="1076"/>
          <ac:picMkLst>
            <pc:docMk/>
            <pc:sldMk cId="3125648319" sldId="367"/>
            <ac:picMk id="4" creationId="{6C9EB8E0-8A63-44E1-9D87-C68E67431CC8}"/>
          </ac:picMkLst>
        </pc:picChg>
        <pc:picChg chg="del">
          <ac:chgData name="송 하권" userId="546ba1eaca679e52" providerId="LiveId" clId="{EE3126AB-0010-4287-9F30-AD3F2DB8488D}" dt="2021-05-12T03:14:23.695" v="3257" actId="478"/>
          <ac:picMkLst>
            <pc:docMk/>
            <pc:sldMk cId="3125648319" sldId="367"/>
            <ac:picMk id="5" creationId="{B99CFB52-4219-40D7-BCC6-CAA79913791A}"/>
          </ac:picMkLst>
        </pc:picChg>
        <pc:picChg chg="add del mod">
          <ac:chgData name="송 하권" userId="546ba1eaca679e52" providerId="LiveId" clId="{EE3126AB-0010-4287-9F30-AD3F2DB8488D}" dt="2021-05-12T03:17:08.871" v="3381" actId="478"/>
          <ac:picMkLst>
            <pc:docMk/>
            <pc:sldMk cId="3125648319" sldId="367"/>
            <ac:picMk id="7" creationId="{A1EA520F-F1E2-45B1-A5A7-B11415231BD6}"/>
          </ac:picMkLst>
        </pc:picChg>
        <pc:picChg chg="del">
          <ac:chgData name="송 하권" userId="546ba1eaca679e52" providerId="LiveId" clId="{EE3126AB-0010-4287-9F30-AD3F2DB8488D}" dt="2021-05-12T03:14:22.872" v="3256" actId="478"/>
          <ac:picMkLst>
            <pc:docMk/>
            <pc:sldMk cId="3125648319" sldId="367"/>
            <ac:picMk id="9" creationId="{AE6C770A-3DC3-4904-97FA-906B8C024D04}"/>
          </ac:picMkLst>
        </pc:picChg>
        <pc:picChg chg="add del mod">
          <ac:chgData name="송 하권" userId="546ba1eaca679e52" providerId="LiveId" clId="{EE3126AB-0010-4287-9F30-AD3F2DB8488D}" dt="2021-05-12T03:18:50.207" v="3437" actId="478"/>
          <ac:picMkLst>
            <pc:docMk/>
            <pc:sldMk cId="3125648319" sldId="367"/>
            <ac:picMk id="10" creationId="{F44C45AF-C8B9-439C-86D7-912D99E712FE}"/>
          </ac:picMkLst>
        </pc:picChg>
        <pc:picChg chg="add del mod">
          <ac:chgData name="송 하권" userId="546ba1eaca679e52" providerId="LiveId" clId="{EE3126AB-0010-4287-9F30-AD3F2DB8488D}" dt="2021-05-12T03:18:58.647" v="3441" actId="478"/>
          <ac:picMkLst>
            <pc:docMk/>
            <pc:sldMk cId="3125648319" sldId="367"/>
            <ac:picMk id="13" creationId="{AC95181F-25FB-463D-ABDA-0C9C91711A39}"/>
          </ac:picMkLst>
        </pc:picChg>
        <pc:picChg chg="add mod">
          <ac:chgData name="송 하권" userId="546ba1eaca679e52" providerId="LiveId" clId="{EE3126AB-0010-4287-9F30-AD3F2DB8488D}" dt="2021-05-12T03:21:48.423" v="3623" actId="1076"/>
          <ac:picMkLst>
            <pc:docMk/>
            <pc:sldMk cId="3125648319" sldId="367"/>
            <ac:picMk id="15" creationId="{8F3F35CF-0B68-4778-BD78-F2153E819824}"/>
          </ac:picMkLst>
        </pc:picChg>
        <pc:picChg chg="add mod">
          <ac:chgData name="송 하권" userId="546ba1eaca679e52" providerId="LiveId" clId="{EE3126AB-0010-4287-9F30-AD3F2DB8488D}" dt="2021-05-12T03:22:32.671" v="3631" actId="208"/>
          <ac:picMkLst>
            <pc:docMk/>
            <pc:sldMk cId="3125648319" sldId="367"/>
            <ac:picMk id="19" creationId="{7FCE954E-6401-46ED-8FE7-B258E5BC5243}"/>
          </ac:picMkLst>
        </pc:picChg>
      </pc:sldChg>
      <pc:sldChg chg="delSp modSp add mod">
        <pc:chgData name="송 하권" userId="546ba1eaca679e52" providerId="LiveId" clId="{EE3126AB-0010-4287-9F30-AD3F2DB8488D}" dt="2021-05-12T03:17:55.024" v="3435" actId="208"/>
        <pc:sldMkLst>
          <pc:docMk/>
          <pc:sldMk cId="1947631094" sldId="368"/>
        </pc:sldMkLst>
        <pc:spChg chg="mod">
          <ac:chgData name="송 하권" userId="546ba1eaca679e52" providerId="LiveId" clId="{EE3126AB-0010-4287-9F30-AD3F2DB8488D}" dt="2021-05-12T03:17:43.920" v="3432" actId="20577"/>
          <ac:spMkLst>
            <pc:docMk/>
            <pc:sldMk cId="1947631094" sldId="368"/>
            <ac:spMk id="12" creationId="{2E9E2DF3-77FF-4929-AD25-40B6C4BF03B8}"/>
          </ac:spMkLst>
        </pc:spChg>
        <pc:picChg chg="del">
          <ac:chgData name="송 하권" userId="546ba1eaca679e52" providerId="LiveId" clId="{EE3126AB-0010-4287-9F30-AD3F2DB8488D}" dt="2021-05-12T03:17:13.768" v="3385" actId="478"/>
          <ac:picMkLst>
            <pc:docMk/>
            <pc:sldMk cId="1947631094" sldId="368"/>
            <ac:picMk id="4" creationId="{6C9EB8E0-8A63-44E1-9D87-C68E67431CC8}"/>
          </ac:picMkLst>
        </pc:picChg>
        <pc:picChg chg="mod">
          <ac:chgData name="송 하권" userId="546ba1eaca679e52" providerId="LiveId" clId="{EE3126AB-0010-4287-9F30-AD3F2DB8488D}" dt="2021-05-12T03:17:55.024" v="3435" actId="208"/>
          <ac:picMkLst>
            <pc:docMk/>
            <pc:sldMk cId="1947631094" sldId="368"/>
            <ac:picMk id="10" creationId="{F44C45AF-C8B9-439C-86D7-912D99E712FE}"/>
          </ac:picMkLst>
        </pc:picChg>
      </pc:sldChg>
      <pc:sldChg chg="addSp delSp modSp add mod">
        <pc:chgData name="송 하권" userId="546ba1eaca679e52" providerId="LiveId" clId="{EE3126AB-0010-4287-9F30-AD3F2DB8488D}" dt="2021-05-12T03:26:38.062" v="3930" actId="1037"/>
        <pc:sldMkLst>
          <pc:docMk/>
          <pc:sldMk cId="772076014" sldId="369"/>
        </pc:sldMkLst>
        <pc:spChg chg="add mod">
          <ac:chgData name="송 하권" userId="546ba1eaca679e52" providerId="LiveId" clId="{EE3126AB-0010-4287-9F30-AD3F2DB8488D}" dt="2021-05-12T03:24:12.726" v="3713" actId="14100"/>
          <ac:spMkLst>
            <pc:docMk/>
            <pc:sldMk cId="772076014" sldId="369"/>
            <ac:spMk id="11" creationId="{F0BF73F4-BE20-4EC4-85E1-506E7E28A222}"/>
          </ac:spMkLst>
        </pc:spChg>
        <pc:spChg chg="mod">
          <ac:chgData name="송 하권" userId="546ba1eaca679e52" providerId="LiveId" clId="{EE3126AB-0010-4287-9F30-AD3F2DB8488D}" dt="2021-05-12T03:24:41.144" v="3821" actId="20577"/>
          <ac:spMkLst>
            <pc:docMk/>
            <pc:sldMk cId="772076014" sldId="369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3:25:28.792" v="3828" actId="1076"/>
          <ac:spMkLst>
            <pc:docMk/>
            <pc:sldMk cId="772076014" sldId="369"/>
            <ac:spMk id="14" creationId="{CF420253-096C-4E51-937B-F782F23933BF}"/>
          </ac:spMkLst>
        </pc:spChg>
        <pc:spChg chg="del">
          <ac:chgData name="송 하권" userId="546ba1eaca679e52" providerId="LiveId" clId="{EE3126AB-0010-4287-9F30-AD3F2DB8488D}" dt="2021-05-12T03:21:10.608" v="3525" actId="478"/>
          <ac:spMkLst>
            <pc:docMk/>
            <pc:sldMk cId="772076014" sldId="369"/>
            <ac:spMk id="16" creationId="{65DF8726-1FFB-447F-827A-ECB0D31DC6EE}"/>
          </ac:spMkLst>
        </pc:spChg>
        <pc:spChg chg="add mod">
          <ac:chgData name="송 하권" userId="546ba1eaca679e52" providerId="LiveId" clId="{EE3126AB-0010-4287-9F30-AD3F2DB8488D}" dt="2021-05-12T03:26:38.062" v="3930" actId="1037"/>
          <ac:spMkLst>
            <pc:docMk/>
            <pc:sldMk cId="772076014" sldId="369"/>
            <ac:spMk id="17" creationId="{60FF3596-4B6F-4C43-B7BC-9A88CB870F84}"/>
          </ac:spMkLst>
        </pc:spChg>
        <pc:picChg chg="del">
          <ac:chgData name="송 하권" userId="546ba1eaca679e52" providerId="LiveId" clId="{EE3126AB-0010-4287-9F30-AD3F2DB8488D}" dt="2021-05-12T03:21:09.927" v="3524" actId="478"/>
          <ac:picMkLst>
            <pc:docMk/>
            <pc:sldMk cId="772076014" sldId="369"/>
            <ac:picMk id="4" creationId="{6C9EB8E0-8A63-44E1-9D87-C68E67431CC8}"/>
          </ac:picMkLst>
        </pc:picChg>
        <pc:picChg chg="add del mod">
          <ac:chgData name="송 하권" userId="546ba1eaca679e52" providerId="LiveId" clId="{EE3126AB-0010-4287-9F30-AD3F2DB8488D}" dt="2021-05-12T03:25:47.761" v="3830" actId="478"/>
          <ac:picMkLst>
            <pc:docMk/>
            <pc:sldMk cId="772076014" sldId="369"/>
            <ac:picMk id="5" creationId="{668A7140-9F05-4C71-BBA5-B16EBEFDF3AF}"/>
          </ac:picMkLst>
        </pc:picChg>
        <pc:picChg chg="add del">
          <ac:chgData name="송 하권" userId="546ba1eaca679e52" providerId="LiveId" clId="{EE3126AB-0010-4287-9F30-AD3F2DB8488D}" dt="2021-05-12T03:22:27.442" v="3628" actId="21"/>
          <ac:picMkLst>
            <pc:docMk/>
            <pc:sldMk cId="772076014" sldId="369"/>
            <ac:picMk id="7" creationId="{9B283F70-B238-46FF-972C-4A23339EEE3C}"/>
          </ac:picMkLst>
        </pc:picChg>
        <pc:picChg chg="add mod">
          <ac:chgData name="송 하권" userId="546ba1eaca679e52" providerId="LiveId" clId="{EE3126AB-0010-4287-9F30-AD3F2DB8488D}" dt="2021-05-12T03:25:23.944" v="3826" actId="208"/>
          <ac:picMkLst>
            <pc:docMk/>
            <pc:sldMk cId="772076014" sldId="369"/>
            <ac:picMk id="9" creationId="{E18AA138-1A3C-473E-A98B-26885FBFC671}"/>
          </ac:picMkLst>
        </pc:picChg>
        <pc:picChg chg="del">
          <ac:chgData name="송 하권" userId="546ba1eaca679e52" providerId="LiveId" clId="{EE3126AB-0010-4287-9F30-AD3F2DB8488D}" dt="2021-05-12T03:21:08.496" v="3523" actId="478"/>
          <ac:picMkLst>
            <pc:docMk/>
            <pc:sldMk cId="772076014" sldId="369"/>
            <ac:picMk id="15" creationId="{8F3F35CF-0B68-4778-BD78-F2153E819824}"/>
          </ac:picMkLst>
        </pc:picChg>
      </pc:sldChg>
      <pc:sldChg chg="addSp delSp modSp add mod">
        <pc:chgData name="송 하권" userId="546ba1eaca679e52" providerId="LiveId" clId="{EE3126AB-0010-4287-9F30-AD3F2DB8488D}" dt="2021-05-12T03:26:42.016" v="3932" actId="1076"/>
        <pc:sldMkLst>
          <pc:docMk/>
          <pc:sldMk cId="2052175318" sldId="370"/>
        </pc:sldMkLst>
        <pc:spChg chg="add mod">
          <ac:chgData name="송 하권" userId="546ba1eaca679e52" providerId="LiveId" clId="{EE3126AB-0010-4287-9F30-AD3F2DB8488D}" dt="2021-05-12T03:26:28.784" v="3920" actId="1076"/>
          <ac:spMkLst>
            <pc:docMk/>
            <pc:sldMk cId="2052175318" sldId="370"/>
            <ac:spMk id="9" creationId="{47938E8B-6018-4E5F-A25D-89B4BFD73C10}"/>
          </ac:spMkLst>
        </pc:spChg>
        <pc:spChg chg="add mod">
          <ac:chgData name="송 하권" userId="546ba1eaca679e52" providerId="LiveId" clId="{EE3126AB-0010-4287-9F30-AD3F2DB8488D}" dt="2021-05-12T03:26:42.016" v="3932" actId="1076"/>
          <ac:spMkLst>
            <pc:docMk/>
            <pc:sldMk cId="2052175318" sldId="370"/>
            <ac:spMk id="10" creationId="{27ACA2FA-5FB4-4214-9F02-78C82A6B708D}"/>
          </ac:spMkLst>
        </pc:spChg>
        <pc:spChg chg="del">
          <ac:chgData name="송 하권" userId="546ba1eaca679e52" providerId="LiveId" clId="{EE3126AB-0010-4287-9F30-AD3F2DB8488D}" dt="2021-05-12T03:25:50.495" v="3832" actId="478"/>
          <ac:spMkLst>
            <pc:docMk/>
            <pc:sldMk cId="2052175318" sldId="370"/>
            <ac:spMk id="11" creationId="{F0BF73F4-BE20-4EC4-85E1-506E7E28A222}"/>
          </ac:spMkLst>
        </pc:spChg>
        <pc:spChg chg="mod">
          <ac:chgData name="송 하권" userId="546ba1eaca679e52" providerId="LiveId" clId="{EE3126AB-0010-4287-9F30-AD3F2DB8488D}" dt="2021-05-12T03:26:22.631" v="3918" actId="20577"/>
          <ac:spMkLst>
            <pc:docMk/>
            <pc:sldMk cId="2052175318" sldId="370"/>
            <ac:spMk id="12" creationId="{2E9E2DF3-77FF-4929-AD25-40B6C4BF03B8}"/>
          </ac:spMkLst>
        </pc:spChg>
        <pc:picChg chg="add mod">
          <ac:chgData name="송 하권" userId="546ba1eaca679e52" providerId="LiveId" clId="{EE3126AB-0010-4287-9F30-AD3F2DB8488D}" dt="2021-05-12T03:26:03.671" v="3837" actId="208"/>
          <ac:picMkLst>
            <pc:docMk/>
            <pc:sldMk cId="2052175318" sldId="370"/>
            <ac:picMk id="4" creationId="{BE9B70D7-50C2-4240-83F2-BC26E33E3130}"/>
          </ac:picMkLst>
        </pc:picChg>
        <pc:picChg chg="del">
          <ac:chgData name="송 하권" userId="546ba1eaca679e52" providerId="LiveId" clId="{EE3126AB-0010-4287-9F30-AD3F2DB8488D}" dt="2021-05-12T03:25:49.606" v="3831" actId="478"/>
          <ac:picMkLst>
            <pc:docMk/>
            <pc:sldMk cId="2052175318" sldId="370"/>
            <ac:picMk id="5" creationId="{668A7140-9F05-4C71-BBA5-B16EBEFDF3AF}"/>
          </ac:picMkLst>
        </pc:picChg>
        <pc:picChg chg="add mod">
          <ac:chgData name="송 하권" userId="546ba1eaca679e52" providerId="LiveId" clId="{EE3126AB-0010-4287-9F30-AD3F2DB8488D}" dt="2021-05-12T03:26:28.784" v="3920" actId="1076"/>
          <ac:picMkLst>
            <pc:docMk/>
            <pc:sldMk cId="2052175318" sldId="370"/>
            <ac:picMk id="8" creationId="{55218C4D-62E1-4411-BD9A-3B6CFE43202E}"/>
          </ac:picMkLst>
        </pc:picChg>
      </pc:sldChg>
      <pc:sldChg chg="modSp add del mod">
        <pc:chgData name="송 하권" userId="546ba1eaca679e52" providerId="LiveId" clId="{EE3126AB-0010-4287-9F30-AD3F2DB8488D}" dt="2021-05-12T03:24:03.294" v="3710" actId="47"/>
        <pc:sldMkLst>
          <pc:docMk/>
          <pc:sldMk cId="2853135214" sldId="370"/>
        </pc:sldMkLst>
        <pc:spChg chg="mod">
          <ac:chgData name="송 하권" userId="546ba1eaca679e52" providerId="LiveId" clId="{EE3126AB-0010-4287-9F30-AD3F2DB8488D}" dt="2021-05-12T03:24:01.879" v="3709" actId="20577"/>
          <ac:spMkLst>
            <pc:docMk/>
            <pc:sldMk cId="2853135214" sldId="370"/>
            <ac:spMk id="12" creationId="{2E9E2DF3-77FF-4929-AD25-40B6C4BF03B8}"/>
          </ac:spMkLst>
        </pc:spChg>
      </pc:sldChg>
      <pc:sldChg chg="addSp delSp modSp add mod">
        <pc:chgData name="송 하권" userId="546ba1eaca679e52" providerId="LiveId" clId="{EE3126AB-0010-4287-9F30-AD3F2DB8488D}" dt="2021-05-12T03:30:26.791" v="4161" actId="1076"/>
        <pc:sldMkLst>
          <pc:docMk/>
          <pc:sldMk cId="3643631711" sldId="371"/>
        </pc:sldMkLst>
        <pc:spChg chg="del">
          <ac:chgData name="송 하권" userId="546ba1eaca679e52" providerId="LiveId" clId="{EE3126AB-0010-4287-9F30-AD3F2DB8488D}" dt="2021-05-12T03:26:46.967" v="3938" actId="478"/>
          <ac:spMkLst>
            <pc:docMk/>
            <pc:sldMk cId="3643631711" sldId="371"/>
            <ac:spMk id="9" creationId="{47938E8B-6018-4E5F-A25D-89B4BFD73C10}"/>
          </ac:spMkLst>
        </pc:spChg>
        <pc:spChg chg="del">
          <ac:chgData name="송 하권" userId="546ba1eaca679e52" providerId="LiveId" clId="{EE3126AB-0010-4287-9F30-AD3F2DB8488D}" dt="2021-05-12T03:26:46.560" v="3937" actId="478"/>
          <ac:spMkLst>
            <pc:docMk/>
            <pc:sldMk cId="3643631711" sldId="371"/>
            <ac:spMk id="10" creationId="{27ACA2FA-5FB4-4214-9F02-78C82A6B708D}"/>
          </ac:spMkLst>
        </pc:spChg>
        <pc:spChg chg="add mod">
          <ac:chgData name="송 하권" userId="546ba1eaca679e52" providerId="LiveId" clId="{EE3126AB-0010-4287-9F30-AD3F2DB8488D}" dt="2021-05-12T03:28:08.439" v="4024" actId="1076"/>
          <ac:spMkLst>
            <pc:docMk/>
            <pc:sldMk cId="3643631711" sldId="371"/>
            <ac:spMk id="11" creationId="{EAB2FC2E-CE2A-4DAC-86AD-9807EA198E7A}"/>
          </ac:spMkLst>
        </pc:spChg>
        <pc:spChg chg="mod">
          <ac:chgData name="송 하권" userId="546ba1eaca679e52" providerId="LiveId" clId="{EE3126AB-0010-4287-9F30-AD3F2DB8488D}" dt="2021-05-12T03:27:12.479" v="4009" actId="20577"/>
          <ac:spMkLst>
            <pc:docMk/>
            <pc:sldMk cId="3643631711" sldId="371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3:28:23.807" v="4031" actId="1076"/>
          <ac:spMkLst>
            <pc:docMk/>
            <pc:sldMk cId="3643631711" sldId="371"/>
            <ac:spMk id="13" creationId="{8343D5C0-34F2-4818-B2F5-7002B36E5B78}"/>
          </ac:spMkLst>
        </pc:spChg>
        <pc:spChg chg="add del mod">
          <ac:chgData name="송 하권" userId="546ba1eaca679e52" providerId="LiveId" clId="{EE3126AB-0010-4287-9F30-AD3F2DB8488D}" dt="2021-05-12T03:28:39.088" v="4033"/>
          <ac:spMkLst>
            <pc:docMk/>
            <pc:sldMk cId="3643631711" sldId="371"/>
            <ac:spMk id="14" creationId="{B7DDF291-F3F8-4B36-AFF5-7FD100C19929}"/>
          </ac:spMkLst>
        </pc:spChg>
        <pc:spChg chg="add mod">
          <ac:chgData name="송 하권" userId="546ba1eaca679e52" providerId="LiveId" clId="{EE3126AB-0010-4287-9F30-AD3F2DB8488D}" dt="2021-05-12T03:30:26.791" v="4161" actId="1076"/>
          <ac:spMkLst>
            <pc:docMk/>
            <pc:sldMk cId="3643631711" sldId="371"/>
            <ac:spMk id="15" creationId="{466A0CF1-CFC3-4077-931E-C485AAFAA075}"/>
          </ac:spMkLst>
        </pc:spChg>
        <pc:picChg chg="del">
          <ac:chgData name="송 하권" userId="546ba1eaca679e52" providerId="LiveId" clId="{EE3126AB-0010-4287-9F30-AD3F2DB8488D}" dt="2021-05-12T03:26:45.344" v="3934" actId="478"/>
          <ac:picMkLst>
            <pc:docMk/>
            <pc:sldMk cId="3643631711" sldId="371"/>
            <ac:picMk id="4" creationId="{BE9B70D7-50C2-4240-83F2-BC26E33E3130}"/>
          </ac:picMkLst>
        </pc:picChg>
        <pc:picChg chg="add mod">
          <ac:chgData name="송 하권" userId="546ba1eaca679e52" providerId="LiveId" clId="{EE3126AB-0010-4287-9F30-AD3F2DB8488D}" dt="2021-05-12T03:28:06.183" v="4023" actId="14100"/>
          <ac:picMkLst>
            <pc:docMk/>
            <pc:sldMk cId="3643631711" sldId="371"/>
            <ac:picMk id="5" creationId="{B3A1CEFA-38FE-4D4B-925A-4180BA83BF80}"/>
          </ac:picMkLst>
        </pc:picChg>
        <pc:picChg chg="add mod">
          <ac:chgData name="송 하권" userId="546ba1eaca679e52" providerId="LiveId" clId="{EE3126AB-0010-4287-9F30-AD3F2DB8488D}" dt="2021-05-12T03:28:16.199" v="4027" actId="1076"/>
          <ac:picMkLst>
            <pc:docMk/>
            <pc:sldMk cId="3643631711" sldId="371"/>
            <ac:picMk id="7" creationId="{8CEA4D30-2903-4769-ACB4-4D4963604865}"/>
          </ac:picMkLst>
        </pc:picChg>
        <pc:picChg chg="del mod">
          <ac:chgData name="송 하권" userId="546ba1eaca679e52" providerId="LiveId" clId="{EE3126AB-0010-4287-9F30-AD3F2DB8488D}" dt="2021-05-12T03:26:45.927" v="3936" actId="478"/>
          <ac:picMkLst>
            <pc:docMk/>
            <pc:sldMk cId="3643631711" sldId="371"/>
            <ac:picMk id="8" creationId="{55218C4D-62E1-4411-BD9A-3B6CFE43202E}"/>
          </ac:picMkLst>
        </pc:picChg>
      </pc:sldChg>
      <pc:sldChg chg="addSp delSp modSp add mod">
        <pc:chgData name="송 하권" userId="546ba1eaca679e52" providerId="LiveId" clId="{EE3126AB-0010-4287-9F30-AD3F2DB8488D}" dt="2021-05-12T03:36:32.487" v="4248" actId="20577"/>
        <pc:sldMkLst>
          <pc:docMk/>
          <pc:sldMk cId="2626860865" sldId="372"/>
        </pc:sldMkLst>
        <pc:spChg chg="del">
          <ac:chgData name="송 하권" userId="546ba1eaca679e52" providerId="LiveId" clId="{EE3126AB-0010-4287-9F30-AD3F2DB8488D}" dt="2021-05-12T03:28:43.985" v="4038" actId="478"/>
          <ac:spMkLst>
            <pc:docMk/>
            <pc:sldMk cId="2626860865" sldId="372"/>
            <ac:spMk id="9" creationId="{47938E8B-6018-4E5F-A25D-89B4BFD73C10}"/>
          </ac:spMkLst>
        </pc:spChg>
        <pc:spChg chg="del">
          <ac:chgData name="송 하권" userId="546ba1eaca679e52" providerId="LiveId" clId="{EE3126AB-0010-4287-9F30-AD3F2DB8488D}" dt="2021-05-12T03:28:43.456" v="4037" actId="478"/>
          <ac:spMkLst>
            <pc:docMk/>
            <pc:sldMk cId="2626860865" sldId="372"/>
            <ac:spMk id="10" creationId="{27ACA2FA-5FB4-4214-9F02-78C82A6B708D}"/>
          </ac:spMkLst>
        </pc:spChg>
        <pc:spChg chg="mod">
          <ac:chgData name="송 하권" userId="546ba1eaca679e52" providerId="LiveId" clId="{EE3126AB-0010-4287-9F30-AD3F2DB8488D}" dt="2021-05-12T03:36:32.487" v="4248" actId="20577"/>
          <ac:spMkLst>
            <pc:docMk/>
            <pc:sldMk cId="2626860865" sldId="372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3:33:31.470" v="4171" actId="1076"/>
          <ac:spMkLst>
            <pc:docMk/>
            <pc:sldMk cId="2626860865" sldId="372"/>
            <ac:spMk id="13" creationId="{BBD37772-D85E-4F12-A7B5-6C7C122D98FF}"/>
          </ac:spMkLst>
        </pc:spChg>
        <pc:spChg chg="add mod">
          <ac:chgData name="송 하권" userId="546ba1eaca679e52" providerId="LiveId" clId="{EE3126AB-0010-4287-9F30-AD3F2DB8488D}" dt="2021-05-12T03:34:04.126" v="4174" actId="688"/>
          <ac:spMkLst>
            <pc:docMk/>
            <pc:sldMk cId="2626860865" sldId="372"/>
            <ac:spMk id="15" creationId="{E1A30FC3-558D-4387-BBBF-AF7DC0940F15}"/>
          </ac:spMkLst>
        </pc:spChg>
        <pc:spChg chg="add mod">
          <ac:chgData name="송 하권" userId="546ba1eaca679e52" providerId="LiveId" clId="{EE3126AB-0010-4287-9F30-AD3F2DB8488D}" dt="2021-05-12T03:34:22.735" v="4181" actId="1076"/>
          <ac:spMkLst>
            <pc:docMk/>
            <pc:sldMk cId="2626860865" sldId="372"/>
            <ac:spMk id="18" creationId="{79AFAB35-46EE-430E-B193-7CB7BE5D7128}"/>
          </ac:spMkLst>
        </pc:spChg>
        <pc:spChg chg="add del mod">
          <ac:chgData name="송 하권" userId="546ba1eaca679e52" providerId="LiveId" clId="{EE3126AB-0010-4287-9F30-AD3F2DB8488D}" dt="2021-05-12T03:34:35.792" v="4191" actId="478"/>
          <ac:spMkLst>
            <pc:docMk/>
            <pc:sldMk cId="2626860865" sldId="372"/>
            <ac:spMk id="19" creationId="{C1A00B1B-90EC-4EA3-85FD-F3F508004CC0}"/>
          </ac:spMkLst>
        </pc:spChg>
        <pc:spChg chg="add del mod">
          <ac:chgData name="송 하권" userId="546ba1eaca679e52" providerId="LiveId" clId="{EE3126AB-0010-4287-9F30-AD3F2DB8488D}" dt="2021-05-12T03:34:34.040" v="4190" actId="478"/>
          <ac:spMkLst>
            <pc:docMk/>
            <pc:sldMk cId="2626860865" sldId="372"/>
            <ac:spMk id="20" creationId="{5E789FEE-0EB9-48EF-AC60-652BB19D3FDF}"/>
          </ac:spMkLst>
        </pc:spChg>
        <pc:spChg chg="add mod">
          <ac:chgData name="송 하권" userId="546ba1eaca679e52" providerId="LiveId" clId="{EE3126AB-0010-4287-9F30-AD3F2DB8488D}" dt="2021-05-12T03:35:20.165" v="4207"/>
          <ac:spMkLst>
            <pc:docMk/>
            <pc:sldMk cId="2626860865" sldId="372"/>
            <ac:spMk id="27" creationId="{9CE071D6-DFA6-4600-8967-AB98DBD333BE}"/>
          </ac:spMkLst>
        </pc:spChg>
        <pc:picChg chg="del">
          <ac:chgData name="송 하권" userId="546ba1eaca679e52" providerId="LiveId" clId="{EE3126AB-0010-4287-9F30-AD3F2DB8488D}" dt="2021-05-12T03:28:42.455" v="4035" actId="478"/>
          <ac:picMkLst>
            <pc:docMk/>
            <pc:sldMk cId="2626860865" sldId="372"/>
            <ac:picMk id="4" creationId="{BE9B70D7-50C2-4240-83F2-BC26E33E3130}"/>
          </ac:picMkLst>
        </pc:picChg>
        <pc:picChg chg="add del mod">
          <ac:chgData name="송 하권" userId="546ba1eaca679e52" providerId="LiveId" clId="{EE3126AB-0010-4287-9F30-AD3F2DB8488D}" dt="2021-05-12T03:30:17.582" v="4157" actId="478"/>
          <ac:picMkLst>
            <pc:docMk/>
            <pc:sldMk cId="2626860865" sldId="372"/>
            <ac:picMk id="5" creationId="{DD474DB5-36D9-4E57-9374-F6548C1713D5}"/>
          </ac:picMkLst>
        </pc:picChg>
        <pc:picChg chg="add mod">
          <ac:chgData name="송 하권" userId="546ba1eaca679e52" providerId="LiveId" clId="{EE3126AB-0010-4287-9F30-AD3F2DB8488D}" dt="2021-05-12T03:33:31.470" v="4171" actId="1076"/>
          <ac:picMkLst>
            <pc:docMk/>
            <pc:sldMk cId="2626860865" sldId="372"/>
            <ac:picMk id="7" creationId="{646F4BAF-2E8A-4735-8B28-40D40EFB8C40}"/>
          </ac:picMkLst>
        </pc:picChg>
        <pc:picChg chg="del">
          <ac:chgData name="송 하권" userId="546ba1eaca679e52" providerId="LiveId" clId="{EE3126AB-0010-4287-9F30-AD3F2DB8488D}" dt="2021-05-12T03:28:42.782" v="4036" actId="478"/>
          <ac:picMkLst>
            <pc:docMk/>
            <pc:sldMk cId="2626860865" sldId="372"/>
            <ac:picMk id="8" creationId="{55218C4D-62E1-4411-BD9A-3B6CFE43202E}"/>
          </ac:picMkLst>
        </pc:picChg>
        <pc:picChg chg="add mod">
          <ac:chgData name="송 하권" userId="546ba1eaca679e52" providerId="LiveId" clId="{EE3126AB-0010-4287-9F30-AD3F2DB8488D}" dt="2021-05-12T03:33:27.758" v="4170" actId="208"/>
          <ac:picMkLst>
            <pc:docMk/>
            <pc:sldMk cId="2626860865" sldId="372"/>
            <ac:picMk id="14" creationId="{BAFE5CF7-2654-4294-AEA8-F74E083580F4}"/>
          </ac:picMkLst>
        </pc:picChg>
        <pc:picChg chg="add mod">
          <ac:chgData name="송 하권" userId="546ba1eaca679e52" providerId="LiveId" clId="{EE3126AB-0010-4287-9F30-AD3F2DB8488D}" dt="2021-05-12T03:34:17.606" v="4177" actId="208"/>
          <ac:picMkLst>
            <pc:docMk/>
            <pc:sldMk cId="2626860865" sldId="372"/>
            <ac:picMk id="17" creationId="{4B46022E-0864-4F4F-B53E-CD2BE392C6B1}"/>
          </ac:picMkLst>
        </pc:picChg>
        <pc:cxnChg chg="add mod">
          <ac:chgData name="송 하권" userId="546ba1eaca679e52" providerId="LiveId" clId="{EE3126AB-0010-4287-9F30-AD3F2DB8488D}" dt="2021-05-12T03:34:46.814" v="4197" actId="1036"/>
          <ac:cxnSpMkLst>
            <pc:docMk/>
            <pc:sldMk cId="2626860865" sldId="372"/>
            <ac:cxnSpMk id="22" creationId="{DA2C875D-18E6-4AE8-A465-17065A65F1D3}"/>
          </ac:cxnSpMkLst>
        </pc:cxnChg>
        <pc:cxnChg chg="add mod">
          <ac:chgData name="송 하권" userId="546ba1eaca679e52" providerId="LiveId" clId="{EE3126AB-0010-4287-9F30-AD3F2DB8488D}" dt="2021-05-12T03:34:59.462" v="4203" actId="14100"/>
          <ac:cxnSpMkLst>
            <pc:docMk/>
            <pc:sldMk cId="2626860865" sldId="372"/>
            <ac:cxnSpMk id="23" creationId="{7FC59986-3C7A-4EBA-8CAE-576EC6D84949}"/>
          </ac:cxnSpMkLst>
        </pc:cxnChg>
        <pc:cxnChg chg="add mod">
          <ac:chgData name="송 하권" userId="546ba1eaca679e52" providerId="LiveId" clId="{EE3126AB-0010-4287-9F30-AD3F2DB8488D}" dt="2021-05-12T03:34:56.846" v="4202" actId="14100"/>
          <ac:cxnSpMkLst>
            <pc:docMk/>
            <pc:sldMk cId="2626860865" sldId="372"/>
            <ac:cxnSpMk id="24" creationId="{95A5720A-4D86-4C93-994E-371D6A46D028}"/>
          </ac:cxnSpMkLst>
        </pc:cxnChg>
      </pc:sldChg>
      <pc:sldChg chg="addSp delSp modSp add mod">
        <pc:chgData name="송 하권" userId="546ba1eaca679e52" providerId="LiveId" clId="{EE3126AB-0010-4287-9F30-AD3F2DB8488D}" dt="2021-05-12T03:38:32.686" v="4325"/>
        <pc:sldMkLst>
          <pc:docMk/>
          <pc:sldMk cId="2170412778" sldId="373"/>
        </pc:sldMkLst>
        <pc:spChg chg="add del">
          <ac:chgData name="송 하권" userId="546ba1eaca679e52" providerId="LiveId" clId="{EE3126AB-0010-4287-9F30-AD3F2DB8488D}" dt="2021-05-12T03:38:20.544" v="4321" actId="478"/>
          <ac:spMkLst>
            <pc:docMk/>
            <pc:sldMk cId="2170412778" sldId="373"/>
            <ac:spMk id="8" creationId="{6CAA883D-30A1-4D9F-8C4D-72B9B9CB7EBC}"/>
          </ac:spMkLst>
        </pc:spChg>
        <pc:spChg chg="add mod">
          <ac:chgData name="송 하권" userId="546ba1eaca679e52" providerId="LiveId" clId="{EE3126AB-0010-4287-9F30-AD3F2DB8488D}" dt="2021-05-12T03:38:32.686" v="4325"/>
          <ac:spMkLst>
            <pc:docMk/>
            <pc:sldMk cId="2170412778" sldId="373"/>
            <ac:spMk id="9" creationId="{105910F0-22C7-4AE8-A00A-A3E533A5C741}"/>
          </ac:spMkLst>
        </pc:spChg>
        <pc:spChg chg="mod">
          <ac:chgData name="송 하권" userId="546ba1eaca679e52" providerId="LiveId" clId="{EE3126AB-0010-4287-9F30-AD3F2DB8488D}" dt="2021-05-12T03:36:53.975" v="4292" actId="20577"/>
          <ac:spMkLst>
            <pc:docMk/>
            <pc:sldMk cId="2170412778" sldId="373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3:35:53.719" v="4219" actId="478"/>
          <ac:spMkLst>
            <pc:docMk/>
            <pc:sldMk cId="2170412778" sldId="373"/>
            <ac:spMk id="13" creationId="{BBD37772-D85E-4F12-A7B5-6C7C122D98FF}"/>
          </ac:spMkLst>
        </pc:spChg>
        <pc:spChg chg="del">
          <ac:chgData name="송 하권" userId="546ba1eaca679e52" providerId="LiveId" clId="{EE3126AB-0010-4287-9F30-AD3F2DB8488D}" dt="2021-05-12T03:35:52.431" v="4216" actId="478"/>
          <ac:spMkLst>
            <pc:docMk/>
            <pc:sldMk cId="2170412778" sldId="373"/>
            <ac:spMk id="15" creationId="{E1A30FC3-558D-4387-BBBF-AF7DC0940F15}"/>
          </ac:spMkLst>
        </pc:spChg>
        <pc:spChg chg="del">
          <ac:chgData name="송 하권" userId="546ba1eaca679e52" providerId="LiveId" clId="{EE3126AB-0010-4287-9F30-AD3F2DB8488D}" dt="2021-05-12T03:35:53.242" v="4218" actId="478"/>
          <ac:spMkLst>
            <pc:docMk/>
            <pc:sldMk cId="2170412778" sldId="373"/>
            <ac:spMk id="18" creationId="{79AFAB35-46EE-430E-B193-7CB7BE5D7128}"/>
          </ac:spMkLst>
        </pc:spChg>
        <pc:spChg chg="add mod">
          <ac:chgData name="송 하권" userId="546ba1eaca679e52" providerId="LiveId" clId="{EE3126AB-0010-4287-9F30-AD3F2DB8488D}" dt="2021-05-12T03:37:12.782" v="4303" actId="1076"/>
          <ac:spMkLst>
            <pc:docMk/>
            <pc:sldMk cId="2170412778" sldId="373"/>
            <ac:spMk id="19" creationId="{4222FD2F-7E6E-494C-BE9C-5A408D3C0E72}"/>
          </ac:spMkLst>
        </pc:spChg>
        <pc:spChg chg="add mod">
          <ac:chgData name="송 하권" userId="546ba1eaca679e52" providerId="LiveId" clId="{EE3126AB-0010-4287-9F30-AD3F2DB8488D}" dt="2021-05-12T03:37:22.815" v="4306" actId="14100"/>
          <ac:spMkLst>
            <pc:docMk/>
            <pc:sldMk cId="2170412778" sldId="373"/>
            <ac:spMk id="20" creationId="{2F7A901C-CAEA-4B21-9A41-60210167DEBB}"/>
          </ac:spMkLst>
        </pc:spChg>
        <pc:spChg chg="add mod">
          <ac:chgData name="송 하권" userId="546ba1eaca679e52" providerId="LiveId" clId="{EE3126AB-0010-4287-9F30-AD3F2DB8488D}" dt="2021-05-12T03:37:44.302" v="4315" actId="1038"/>
          <ac:spMkLst>
            <pc:docMk/>
            <pc:sldMk cId="2170412778" sldId="373"/>
            <ac:spMk id="21" creationId="{D17F3A77-5BC8-489A-B63C-5871DAD52E20}"/>
          </ac:spMkLst>
        </pc:spChg>
        <pc:spChg chg="add del mod">
          <ac:chgData name="송 하권" userId="546ba1eaca679e52" providerId="LiveId" clId="{EE3126AB-0010-4287-9F30-AD3F2DB8488D}" dt="2021-05-12T03:38:03.832" v="4317" actId="478"/>
          <ac:spMkLst>
            <pc:docMk/>
            <pc:sldMk cId="2170412778" sldId="373"/>
            <ac:spMk id="25" creationId="{47D1BFC4-2481-4A0E-9157-91BDDB19198C}"/>
          </ac:spMkLst>
        </pc:spChg>
        <pc:spChg chg="add mod">
          <ac:chgData name="송 하권" userId="546ba1eaca679e52" providerId="LiveId" clId="{EE3126AB-0010-4287-9F30-AD3F2DB8488D}" dt="2021-05-12T03:38:09.031" v="4319" actId="1076"/>
          <ac:spMkLst>
            <pc:docMk/>
            <pc:sldMk cId="2170412778" sldId="373"/>
            <ac:spMk id="26" creationId="{F691DD38-B319-4022-8DD5-9F814D9BED90}"/>
          </ac:spMkLst>
        </pc:spChg>
        <pc:spChg chg="del">
          <ac:chgData name="송 하권" userId="546ba1eaca679e52" providerId="LiveId" clId="{EE3126AB-0010-4287-9F30-AD3F2DB8488D}" dt="2021-05-12T03:35:49.759" v="4211" actId="478"/>
          <ac:spMkLst>
            <pc:docMk/>
            <pc:sldMk cId="2170412778" sldId="373"/>
            <ac:spMk id="27" creationId="{9CE071D6-DFA6-4600-8967-AB98DBD333BE}"/>
          </ac:spMkLst>
        </pc:spChg>
        <pc:picChg chg="add mod ord">
          <ac:chgData name="송 하권" userId="546ba1eaca679e52" providerId="LiveId" clId="{EE3126AB-0010-4287-9F30-AD3F2DB8488D}" dt="2021-05-12T03:37:07.982" v="4297" actId="1076"/>
          <ac:picMkLst>
            <pc:docMk/>
            <pc:sldMk cId="2170412778" sldId="373"/>
            <ac:picMk id="4" creationId="{7349159C-4E57-4D56-9DEF-FCA4412FCA3D}"/>
          </ac:picMkLst>
        </pc:picChg>
        <pc:picChg chg="add mod modCrop">
          <ac:chgData name="송 하권" userId="546ba1eaca679e52" providerId="LiveId" clId="{EE3126AB-0010-4287-9F30-AD3F2DB8488D}" dt="2021-05-12T03:37:35.553" v="4310" actId="732"/>
          <ac:picMkLst>
            <pc:docMk/>
            <pc:sldMk cId="2170412778" sldId="373"/>
            <ac:picMk id="6" creationId="{963E3681-E897-4DDD-B4D2-991C0D807CF0}"/>
          </ac:picMkLst>
        </pc:picChg>
        <pc:picChg chg="del">
          <ac:chgData name="송 하권" userId="546ba1eaca679e52" providerId="LiveId" clId="{EE3126AB-0010-4287-9F30-AD3F2DB8488D}" dt="2021-05-12T03:35:52.711" v="4217" actId="478"/>
          <ac:picMkLst>
            <pc:docMk/>
            <pc:sldMk cId="2170412778" sldId="373"/>
            <ac:picMk id="7" creationId="{646F4BAF-2E8A-4735-8B28-40D40EFB8C40}"/>
          </ac:picMkLst>
        </pc:picChg>
        <pc:picChg chg="del">
          <ac:chgData name="송 하권" userId="546ba1eaca679e52" providerId="LiveId" clId="{EE3126AB-0010-4287-9F30-AD3F2DB8488D}" dt="2021-05-12T03:35:51.910" v="4215" actId="478"/>
          <ac:picMkLst>
            <pc:docMk/>
            <pc:sldMk cId="2170412778" sldId="373"/>
            <ac:picMk id="14" creationId="{BAFE5CF7-2654-4294-AEA8-F74E083580F4}"/>
          </ac:picMkLst>
        </pc:picChg>
        <pc:picChg chg="del mod">
          <ac:chgData name="송 하권" userId="546ba1eaca679e52" providerId="LiveId" clId="{EE3126AB-0010-4287-9F30-AD3F2DB8488D}" dt="2021-05-12T03:35:48.422" v="4210" actId="478"/>
          <ac:picMkLst>
            <pc:docMk/>
            <pc:sldMk cId="2170412778" sldId="373"/>
            <ac:picMk id="17" creationId="{4B46022E-0864-4F4F-B53E-CD2BE392C6B1}"/>
          </ac:picMkLst>
        </pc:picChg>
        <pc:cxnChg chg="del">
          <ac:chgData name="송 하권" userId="546ba1eaca679e52" providerId="LiveId" clId="{EE3126AB-0010-4287-9F30-AD3F2DB8488D}" dt="2021-05-12T03:35:51.582" v="4214" actId="478"/>
          <ac:cxnSpMkLst>
            <pc:docMk/>
            <pc:sldMk cId="2170412778" sldId="373"/>
            <ac:cxnSpMk id="22" creationId="{DA2C875D-18E6-4AE8-A465-17065A65F1D3}"/>
          </ac:cxnSpMkLst>
        </pc:cxnChg>
        <pc:cxnChg chg="del">
          <ac:chgData name="송 하권" userId="546ba1eaca679e52" providerId="LiveId" clId="{EE3126AB-0010-4287-9F30-AD3F2DB8488D}" dt="2021-05-12T03:35:51.214" v="4213" actId="478"/>
          <ac:cxnSpMkLst>
            <pc:docMk/>
            <pc:sldMk cId="2170412778" sldId="373"/>
            <ac:cxnSpMk id="23" creationId="{7FC59986-3C7A-4EBA-8CAE-576EC6D84949}"/>
          </ac:cxnSpMkLst>
        </pc:cxnChg>
        <pc:cxnChg chg="del">
          <ac:chgData name="송 하권" userId="546ba1eaca679e52" providerId="LiveId" clId="{EE3126AB-0010-4287-9F30-AD3F2DB8488D}" dt="2021-05-12T03:35:50.622" v="4212" actId="478"/>
          <ac:cxnSpMkLst>
            <pc:docMk/>
            <pc:sldMk cId="2170412778" sldId="373"/>
            <ac:cxnSpMk id="24" creationId="{95A5720A-4D86-4C93-994E-371D6A46D028}"/>
          </ac:cxnSpMkLst>
        </pc:cxnChg>
      </pc:sldChg>
      <pc:sldChg chg="addSp delSp modSp add mod ord">
        <pc:chgData name="송 하권" userId="546ba1eaca679e52" providerId="LiveId" clId="{EE3126AB-0010-4287-9F30-AD3F2DB8488D}" dt="2021-05-12T03:58:55.134" v="4590" actId="478"/>
        <pc:sldMkLst>
          <pc:docMk/>
          <pc:sldMk cId="2392053853" sldId="374"/>
        </pc:sldMkLst>
        <pc:spChg chg="del">
          <ac:chgData name="송 하권" userId="546ba1eaca679e52" providerId="LiveId" clId="{EE3126AB-0010-4287-9F30-AD3F2DB8488D}" dt="2021-05-12T03:39:10.847" v="4426" actId="478"/>
          <ac:spMkLst>
            <pc:docMk/>
            <pc:sldMk cId="2392053853" sldId="374"/>
            <ac:spMk id="11" creationId="{EAB2FC2E-CE2A-4DAC-86AD-9807EA198E7A}"/>
          </ac:spMkLst>
        </pc:spChg>
        <pc:spChg chg="mod">
          <ac:chgData name="송 하권" userId="546ba1eaca679e52" providerId="LiveId" clId="{EE3126AB-0010-4287-9F30-AD3F2DB8488D}" dt="2021-05-12T03:57:35.366" v="4573" actId="20577"/>
          <ac:spMkLst>
            <pc:docMk/>
            <pc:sldMk cId="2392053853" sldId="374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3:39:12.015" v="4427" actId="478"/>
          <ac:spMkLst>
            <pc:docMk/>
            <pc:sldMk cId="2392053853" sldId="374"/>
            <ac:spMk id="13" creationId="{8343D5C0-34F2-4818-B2F5-7002B36E5B78}"/>
          </ac:spMkLst>
        </pc:spChg>
        <pc:spChg chg="del">
          <ac:chgData name="송 하권" userId="546ba1eaca679e52" providerId="LiveId" clId="{EE3126AB-0010-4287-9F30-AD3F2DB8488D}" dt="2021-05-12T03:39:13.199" v="4429" actId="478"/>
          <ac:spMkLst>
            <pc:docMk/>
            <pc:sldMk cId="2392053853" sldId="374"/>
            <ac:spMk id="15" creationId="{466A0CF1-CFC3-4077-931E-C485AAFAA075}"/>
          </ac:spMkLst>
        </pc:spChg>
        <pc:spChg chg="add del mod">
          <ac:chgData name="송 하권" userId="546ba1eaca679e52" providerId="LiveId" clId="{EE3126AB-0010-4287-9F30-AD3F2DB8488D}" dt="2021-05-12T03:55:35.350" v="4446" actId="478"/>
          <ac:spMkLst>
            <pc:docMk/>
            <pc:sldMk cId="2392053853" sldId="374"/>
            <ac:spMk id="16" creationId="{9B1AF788-986F-4060-8CB2-74DB7C309FC1}"/>
          </ac:spMkLst>
        </pc:spChg>
        <pc:spChg chg="add del mod">
          <ac:chgData name="송 하권" userId="546ba1eaca679e52" providerId="LiveId" clId="{EE3126AB-0010-4287-9F30-AD3F2DB8488D}" dt="2021-05-12T03:55:36.639" v="4448" actId="478"/>
          <ac:spMkLst>
            <pc:docMk/>
            <pc:sldMk cId="2392053853" sldId="374"/>
            <ac:spMk id="17" creationId="{5C0820E2-9E34-4370-839B-9ADF1CC9538B}"/>
          </ac:spMkLst>
        </pc:spChg>
        <pc:spChg chg="add mod">
          <ac:chgData name="송 하권" userId="546ba1eaca679e52" providerId="LiveId" clId="{EE3126AB-0010-4287-9F30-AD3F2DB8488D}" dt="2021-05-12T03:57:52.757" v="4578" actId="1076"/>
          <ac:spMkLst>
            <pc:docMk/>
            <pc:sldMk cId="2392053853" sldId="374"/>
            <ac:spMk id="21" creationId="{579DA47D-0252-419F-A091-944E3F185B2B}"/>
          </ac:spMkLst>
        </pc:spChg>
        <pc:spChg chg="add mod">
          <ac:chgData name="송 하권" userId="546ba1eaca679e52" providerId="LiveId" clId="{EE3126AB-0010-4287-9F30-AD3F2DB8488D}" dt="2021-05-12T03:57:52.757" v="4578" actId="1076"/>
          <ac:spMkLst>
            <pc:docMk/>
            <pc:sldMk cId="2392053853" sldId="374"/>
            <ac:spMk id="22" creationId="{D0EB4840-8410-4E51-8E59-962389972C5B}"/>
          </ac:spMkLst>
        </pc:spChg>
        <pc:picChg chg="add del mod">
          <ac:chgData name="송 하권" userId="546ba1eaca679e52" providerId="LiveId" clId="{EE3126AB-0010-4287-9F30-AD3F2DB8488D}" dt="2021-05-12T03:55:34.302" v="4445" actId="478"/>
          <ac:picMkLst>
            <pc:docMk/>
            <pc:sldMk cId="2392053853" sldId="374"/>
            <ac:picMk id="4" creationId="{7D4665F2-557D-4232-BF13-42488C09BC7F}"/>
          </ac:picMkLst>
        </pc:picChg>
        <pc:picChg chg="del">
          <ac:chgData name="송 하권" userId="546ba1eaca679e52" providerId="LiveId" clId="{EE3126AB-0010-4287-9F30-AD3F2DB8488D}" dt="2021-05-12T03:39:09.549" v="4425" actId="478"/>
          <ac:picMkLst>
            <pc:docMk/>
            <pc:sldMk cId="2392053853" sldId="374"/>
            <ac:picMk id="5" creationId="{B3A1CEFA-38FE-4D4B-925A-4180BA83BF80}"/>
          </ac:picMkLst>
        </pc:picChg>
        <pc:picChg chg="del">
          <ac:chgData name="송 하권" userId="546ba1eaca679e52" providerId="LiveId" clId="{EE3126AB-0010-4287-9F30-AD3F2DB8488D}" dt="2021-05-12T03:39:12.406" v="4428" actId="478"/>
          <ac:picMkLst>
            <pc:docMk/>
            <pc:sldMk cId="2392053853" sldId="374"/>
            <ac:picMk id="7" creationId="{8CEA4D30-2903-4769-ACB4-4D4963604865}"/>
          </ac:picMkLst>
        </pc:picChg>
        <pc:picChg chg="add del">
          <ac:chgData name="송 하권" userId="546ba1eaca679e52" providerId="LiveId" clId="{EE3126AB-0010-4287-9F30-AD3F2DB8488D}" dt="2021-05-12T03:55:33.573" v="4444" actId="478"/>
          <ac:picMkLst>
            <pc:docMk/>
            <pc:sldMk cId="2392053853" sldId="374"/>
            <ac:picMk id="8" creationId="{C68D75B1-33A1-400B-B67A-956F3FB55676}"/>
          </ac:picMkLst>
        </pc:picChg>
        <pc:picChg chg="add del mod">
          <ac:chgData name="송 하권" userId="546ba1eaca679e52" providerId="LiveId" clId="{EE3126AB-0010-4287-9F30-AD3F2DB8488D}" dt="2021-05-12T03:56:45.589" v="4453" actId="478"/>
          <ac:picMkLst>
            <pc:docMk/>
            <pc:sldMk cId="2392053853" sldId="374"/>
            <ac:picMk id="10" creationId="{439D2E17-4A92-416D-A03B-D329F4AC4AAB}"/>
          </ac:picMkLst>
        </pc:picChg>
        <pc:picChg chg="add del mod">
          <ac:chgData name="송 하권" userId="546ba1eaca679e52" providerId="LiveId" clId="{EE3126AB-0010-4287-9F30-AD3F2DB8488D}" dt="2021-05-12T03:55:35.925" v="4447" actId="478"/>
          <ac:picMkLst>
            <pc:docMk/>
            <pc:sldMk cId="2392053853" sldId="374"/>
            <ac:picMk id="14" creationId="{B7A4B690-B498-4FDA-895E-4B97E6EA3554}"/>
          </ac:picMkLst>
        </pc:picChg>
        <pc:picChg chg="add del mod">
          <ac:chgData name="송 하권" userId="546ba1eaca679e52" providerId="LiveId" clId="{EE3126AB-0010-4287-9F30-AD3F2DB8488D}" dt="2021-05-12T03:58:27.773" v="4582" actId="478"/>
          <ac:picMkLst>
            <pc:docMk/>
            <pc:sldMk cId="2392053853" sldId="374"/>
            <ac:picMk id="19" creationId="{FA006090-C788-4650-A8B8-76060634B3EC}"/>
          </ac:picMkLst>
        </pc:picChg>
        <pc:picChg chg="add mod">
          <ac:chgData name="송 하권" userId="546ba1eaca679e52" providerId="LiveId" clId="{EE3126AB-0010-4287-9F30-AD3F2DB8488D}" dt="2021-05-12T03:57:52.757" v="4578" actId="1076"/>
          <ac:picMkLst>
            <pc:docMk/>
            <pc:sldMk cId="2392053853" sldId="374"/>
            <ac:picMk id="20" creationId="{F53CDF0C-201E-43E2-A561-C3529F3AE2DB}"/>
          </ac:picMkLst>
        </pc:picChg>
        <pc:picChg chg="add mod ord">
          <ac:chgData name="송 하권" userId="546ba1eaca679e52" providerId="LiveId" clId="{EE3126AB-0010-4287-9F30-AD3F2DB8488D}" dt="2021-05-12T03:58:35.606" v="4587" actId="208"/>
          <ac:picMkLst>
            <pc:docMk/>
            <pc:sldMk cId="2392053853" sldId="374"/>
            <ac:picMk id="24" creationId="{473ECA05-EDF6-45ED-91A2-AE5AD97F4FC8}"/>
          </ac:picMkLst>
        </pc:picChg>
        <pc:picChg chg="add del">
          <ac:chgData name="송 하권" userId="546ba1eaca679e52" providerId="LiveId" clId="{EE3126AB-0010-4287-9F30-AD3F2DB8488D}" dt="2021-05-12T03:58:55.134" v="4590" actId="478"/>
          <ac:picMkLst>
            <pc:docMk/>
            <pc:sldMk cId="2392053853" sldId="374"/>
            <ac:picMk id="26" creationId="{FF99F555-313C-47AD-A433-8552A28D4C1E}"/>
          </ac:picMkLst>
        </pc:picChg>
      </pc:sldChg>
      <pc:sldChg chg="delSp modSp add mod">
        <pc:chgData name="송 하권" userId="546ba1eaca679e52" providerId="LiveId" clId="{EE3126AB-0010-4287-9F30-AD3F2DB8488D}" dt="2021-05-12T03:57:13.087" v="4535" actId="20577"/>
        <pc:sldMkLst>
          <pc:docMk/>
          <pc:sldMk cId="629879641" sldId="375"/>
        </pc:sldMkLst>
        <pc:spChg chg="mod">
          <ac:chgData name="송 하권" userId="546ba1eaca679e52" providerId="LiveId" clId="{EE3126AB-0010-4287-9F30-AD3F2DB8488D}" dt="2021-05-12T03:57:13.087" v="4535" actId="20577"/>
          <ac:spMkLst>
            <pc:docMk/>
            <pc:sldMk cId="629879641" sldId="375"/>
            <ac:spMk id="12" creationId="{2E9E2DF3-77FF-4929-AD25-40B6C4BF03B8}"/>
          </ac:spMkLst>
        </pc:spChg>
        <pc:picChg chg="del">
          <ac:chgData name="송 하권" userId="546ba1eaca679e52" providerId="LiveId" clId="{EE3126AB-0010-4287-9F30-AD3F2DB8488D}" dt="2021-05-12T03:54:42.263" v="4441" actId="478"/>
          <ac:picMkLst>
            <pc:docMk/>
            <pc:sldMk cId="629879641" sldId="375"/>
            <ac:picMk id="8" creationId="{C68D75B1-33A1-400B-B67A-956F3FB55676}"/>
          </ac:picMkLst>
        </pc:picChg>
      </pc:sldChg>
      <pc:sldChg chg="addSp delSp modSp add mod">
        <pc:chgData name="송 하권" userId="546ba1eaca679e52" providerId="LiveId" clId="{EE3126AB-0010-4287-9F30-AD3F2DB8488D}" dt="2021-05-12T03:59:40.686" v="4666" actId="1076"/>
        <pc:sldMkLst>
          <pc:docMk/>
          <pc:sldMk cId="4167738737" sldId="376"/>
        </pc:sldMkLst>
        <pc:spChg chg="add mod">
          <ac:chgData name="송 하권" userId="546ba1eaca679e52" providerId="LiveId" clId="{EE3126AB-0010-4287-9F30-AD3F2DB8488D}" dt="2021-05-12T03:59:33.765" v="4664" actId="1076"/>
          <ac:spMkLst>
            <pc:docMk/>
            <pc:sldMk cId="4167738737" sldId="376"/>
            <ac:spMk id="11" creationId="{647A65A7-7C6F-416E-96FC-14B19611A92B}"/>
          </ac:spMkLst>
        </pc:spChg>
        <pc:spChg chg="mod">
          <ac:chgData name="송 하권" userId="546ba1eaca679e52" providerId="LiveId" clId="{EE3126AB-0010-4287-9F30-AD3F2DB8488D}" dt="2021-05-12T03:59:17.189" v="4657" actId="20577"/>
          <ac:spMkLst>
            <pc:docMk/>
            <pc:sldMk cId="4167738737" sldId="376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3:59:40.686" v="4666" actId="1076"/>
          <ac:spMkLst>
            <pc:docMk/>
            <pc:sldMk cId="4167738737" sldId="376"/>
            <ac:spMk id="13" creationId="{0D9BFD7C-3731-4C6F-98EF-5C4EEF8BC53C}"/>
          </ac:spMkLst>
        </pc:spChg>
        <pc:spChg chg="del">
          <ac:chgData name="송 하권" userId="546ba1eaca679e52" providerId="LiveId" clId="{EE3126AB-0010-4287-9F30-AD3F2DB8488D}" dt="2021-05-12T03:58:57.631" v="4593" actId="478"/>
          <ac:spMkLst>
            <pc:docMk/>
            <pc:sldMk cId="4167738737" sldId="376"/>
            <ac:spMk id="21" creationId="{579DA47D-0252-419F-A091-944E3F185B2B}"/>
          </ac:spMkLst>
        </pc:spChg>
        <pc:spChg chg="del">
          <ac:chgData name="송 하권" userId="546ba1eaca679e52" providerId="LiveId" clId="{EE3126AB-0010-4287-9F30-AD3F2DB8488D}" dt="2021-05-12T03:58:58.399" v="4595" actId="478"/>
          <ac:spMkLst>
            <pc:docMk/>
            <pc:sldMk cId="4167738737" sldId="376"/>
            <ac:spMk id="22" creationId="{D0EB4840-8410-4E51-8E59-962389972C5B}"/>
          </ac:spMkLst>
        </pc:spChg>
        <pc:picChg chg="add mod">
          <ac:chgData name="송 하권" userId="546ba1eaca679e52" providerId="LiveId" clId="{EE3126AB-0010-4287-9F30-AD3F2DB8488D}" dt="2021-05-12T03:59:25.629" v="4660" actId="208"/>
          <ac:picMkLst>
            <pc:docMk/>
            <pc:sldMk cId="4167738737" sldId="376"/>
            <ac:picMk id="4" creationId="{4F31D9F9-579F-4F99-A363-8E5BC9FAD593}"/>
          </ac:picMkLst>
        </pc:picChg>
        <pc:picChg chg="del">
          <ac:chgData name="송 하권" userId="546ba1eaca679e52" providerId="LiveId" clId="{EE3126AB-0010-4287-9F30-AD3F2DB8488D}" dt="2021-05-12T03:58:57.949" v="4594" actId="478"/>
          <ac:picMkLst>
            <pc:docMk/>
            <pc:sldMk cId="4167738737" sldId="376"/>
            <ac:picMk id="20" creationId="{F53CDF0C-201E-43E2-A561-C3529F3AE2DB}"/>
          </ac:picMkLst>
        </pc:picChg>
        <pc:picChg chg="del">
          <ac:chgData name="송 하권" userId="546ba1eaca679e52" providerId="LiveId" clId="{EE3126AB-0010-4287-9F30-AD3F2DB8488D}" dt="2021-05-12T03:58:57.085" v="4592" actId="478"/>
          <ac:picMkLst>
            <pc:docMk/>
            <pc:sldMk cId="4167738737" sldId="376"/>
            <ac:picMk id="24" creationId="{473ECA05-EDF6-45ED-91A2-AE5AD97F4FC8}"/>
          </ac:picMkLst>
        </pc:picChg>
        <pc:picChg chg="mod">
          <ac:chgData name="송 하권" userId="546ba1eaca679e52" providerId="LiveId" clId="{EE3126AB-0010-4287-9F30-AD3F2DB8488D}" dt="2021-05-12T03:59:27.134" v="4661" actId="1076"/>
          <ac:picMkLst>
            <pc:docMk/>
            <pc:sldMk cId="4167738737" sldId="376"/>
            <ac:picMk id="26" creationId="{FF99F555-313C-47AD-A433-8552A28D4C1E}"/>
          </ac:picMkLst>
        </pc:picChg>
      </pc:sldChg>
      <pc:sldChg chg="addSp delSp modSp add mod">
        <pc:chgData name="송 하권" userId="546ba1eaca679e52" providerId="LiveId" clId="{EE3126AB-0010-4287-9F30-AD3F2DB8488D}" dt="2021-05-12T04:01:25.262" v="4784" actId="208"/>
        <pc:sldMkLst>
          <pc:docMk/>
          <pc:sldMk cId="2347477561" sldId="377"/>
        </pc:sldMkLst>
        <pc:spChg chg="del">
          <ac:chgData name="송 하권" userId="546ba1eaca679e52" providerId="LiveId" clId="{EE3126AB-0010-4287-9F30-AD3F2DB8488D}" dt="2021-05-12T04:01:01.230" v="4777" actId="478"/>
          <ac:spMkLst>
            <pc:docMk/>
            <pc:sldMk cId="2347477561" sldId="377"/>
            <ac:spMk id="11" creationId="{647A65A7-7C6F-416E-96FC-14B19611A92B}"/>
          </ac:spMkLst>
        </pc:spChg>
        <pc:spChg chg="mod">
          <ac:chgData name="송 하권" userId="546ba1eaca679e52" providerId="LiveId" clId="{EE3126AB-0010-4287-9F30-AD3F2DB8488D}" dt="2021-05-12T04:00:54.213" v="4772" actId="20577"/>
          <ac:spMkLst>
            <pc:docMk/>
            <pc:sldMk cId="2347477561" sldId="377"/>
            <ac:spMk id="12" creationId="{2E9E2DF3-77FF-4929-AD25-40B6C4BF03B8}"/>
          </ac:spMkLst>
        </pc:spChg>
        <pc:spChg chg="del mod">
          <ac:chgData name="송 하권" userId="546ba1eaca679e52" providerId="LiveId" clId="{EE3126AB-0010-4287-9F30-AD3F2DB8488D}" dt="2021-05-12T04:01:01.790" v="4778" actId="478"/>
          <ac:spMkLst>
            <pc:docMk/>
            <pc:sldMk cId="2347477561" sldId="377"/>
            <ac:spMk id="13" creationId="{0D9BFD7C-3731-4C6F-98EF-5C4EEF8BC53C}"/>
          </ac:spMkLst>
        </pc:spChg>
        <pc:spChg chg="add mod">
          <ac:chgData name="송 하권" userId="546ba1eaca679e52" providerId="LiveId" clId="{EE3126AB-0010-4287-9F30-AD3F2DB8488D}" dt="2021-05-12T04:01:19.265" v="4783"/>
          <ac:spMkLst>
            <pc:docMk/>
            <pc:sldMk cId="2347477561" sldId="377"/>
            <ac:spMk id="14" creationId="{95130EAA-0520-4C1B-AEA4-49EB70E40FAE}"/>
          </ac:spMkLst>
        </pc:spChg>
        <pc:spChg chg="add mod">
          <ac:chgData name="송 하권" userId="546ba1eaca679e52" providerId="LiveId" clId="{EE3126AB-0010-4287-9F30-AD3F2DB8488D}" dt="2021-05-12T04:01:19.265" v="4783"/>
          <ac:spMkLst>
            <pc:docMk/>
            <pc:sldMk cId="2347477561" sldId="377"/>
            <ac:spMk id="15" creationId="{B9E8AD9D-E8D3-490C-A515-3E074A09F808}"/>
          </ac:spMkLst>
        </pc:spChg>
        <pc:picChg chg="del mod">
          <ac:chgData name="송 하권" userId="546ba1eaca679e52" providerId="LiveId" clId="{EE3126AB-0010-4287-9F30-AD3F2DB8488D}" dt="2021-05-12T04:01:00.733" v="4776" actId="478"/>
          <ac:picMkLst>
            <pc:docMk/>
            <pc:sldMk cId="2347477561" sldId="377"/>
            <ac:picMk id="4" creationId="{4F31D9F9-579F-4F99-A363-8E5BC9FAD593}"/>
          </ac:picMkLst>
        </pc:picChg>
        <pc:picChg chg="add mod">
          <ac:chgData name="송 하권" userId="546ba1eaca679e52" providerId="LiveId" clId="{EE3126AB-0010-4287-9F30-AD3F2DB8488D}" dt="2021-05-12T04:01:25.262" v="4784" actId="208"/>
          <ac:picMkLst>
            <pc:docMk/>
            <pc:sldMk cId="2347477561" sldId="377"/>
            <ac:picMk id="5" creationId="{1A33807A-951F-4CFD-B649-90A305CC65F0}"/>
          </ac:picMkLst>
        </pc:picChg>
        <pc:picChg chg="add mod">
          <ac:chgData name="송 하권" userId="546ba1eaca679e52" providerId="LiveId" clId="{EE3126AB-0010-4287-9F30-AD3F2DB8488D}" dt="2021-05-12T04:01:19.265" v="4783"/>
          <ac:picMkLst>
            <pc:docMk/>
            <pc:sldMk cId="2347477561" sldId="377"/>
            <ac:picMk id="10" creationId="{CD290AEC-6288-4B1E-9084-2CFF8B94E19F}"/>
          </ac:picMkLst>
        </pc:picChg>
        <pc:picChg chg="del">
          <ac:chgData name="송 하권" userId="546ba1eaca679e52" providerId="LiveId" clId="{EE3126AB-0010-4287-9F30-AD3F2DB8488D}" dt="2021-05-12T04:00:12.486" v="4668" actId="478"/>
          <ac:picMkLst>
            <pc:docMk/>
            <pc:sldMk cId="2347477561" sldId="377"/>
            <ac:picMk id="26" creationId="{FF99F555-313C-47AD-A433-8552A28D4C1E}"/>
          </ac:picMkLst>
        </pc:picChg>
      </pc:sldChg>
      <pc:sldChg chg="addSp delSp add mod">
        <pc:chgData name="송 하권" userId="546ba1eaca679e52" providerId="LiveId" clId="{EE3126AB-0010-4287-9F30-AD3F2DB8488D}" dt="2021-05-12T04:02:43.254" v="4788" actId="478"/>
        <pc:sldMkLst>
          <pc:docMk/>
          <pc:sldMk cId="705089367" sldId="378"/>
        </pc:sldMkLst>
        <pc:picChg chg="add del">
          <ac:chgData name="송 하권" userId="546ba1eaca679e52" providerId="LiveId" clId="{EE3126AB-0010-4287-9F30-AD3F2DB8488D}" dt="2021-05-12T04:02:43.254" v="4788" actId="478"/>
          <ac:picMkLst>
            <pc:docMk/>
            <pc:sldMk cId="705089367" sldId="378"/>
            <ac:picMk id="4" creationId="{C05419DF-4D7B-4C9B-A083-D126415B3DA2}"/>
          </ac:picMkLst>
        </pc:picChg>
      </pc:sldChg>
      <pc:sldChg chg="addSp delSp modSp add mod">
        <pc:chgData name="송 하권" userId="546ba1eaca679e52" providerId="LiveId" clId="{EE3126AB-0010-4287-9F30-AD3F2DB8488D}" dt="2021-05-12T04:05:15.605" v="4896" actId="478"/>
        <pc:sldMkLst>
          <pc:docMk/>
          <pc:sldMk cId="3179351809" sldId="379"/>
        </pc:sldMkLst>
        <pc:spChg chg="mod">
          <ac:chgData name="송 하권" userId="546ba1eaca679e52" providerId="LiveId" clId="{EE3126AB-0010-4287-9F30-AD3F2DB8488D}" dt="2021-05-12T04:03:18.077" v="4892" actId="20577"/>
          <ac:spMkLst>
            <pc:docMk/>
            <pc:sldMk cId="3179351809" sldId="379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4:02:47.645" v="4790" actId="478"/>
          <ac:spMkLst>
            <pc:docMk/>
            <pc:sldMk cId="3179351809" sldId="379"/>
            <ac:spMk id="14" creationId="{95130EAA-0520-4C1B-AEA4-49EB70E40FAE}"/>
          </ac:spMkLst>
        </pc:spChg>
        <pc:spChg chg="del">
          <ac:chgData name="송 하권" userId="546ba1eaca679e52" providerId="LiveId" clId="{EE3126AB-0010-4287-9F30-AD3F2DB8488D}" dt="2021-05-12T04:02:47.645" v="4790" actId="478"/>
          <ac:spMkLst>
            <pc:docMk/>
            <pc:sldMk cId="3179351809" sldId="379"/>
            <ac:spMk id="15" creationId="{B9E8AD9D-E8D3-490C-A515-3E074A09F808}"/>
          </ac:spMkLst>
        </pc:spChg>
        <pc:picChg chg="mod modCrop">
          <ac:chgData name="송 하권" userId="546ba1eaca679e52" providerId="LiveId" clId="{EE3126AB-0010-4287-9F30-AD3F2DB8488D}" dt="2021-05-12T04:02:56.245" v="4794" actId="208"/>
          <ac:picMkLst>
            <pc:docMk/>
            <pc:sldMk cId="3179351809" sldId="379"/>
            <ac:picMk id="4" creationId="{C05419DF-4D7B-4C9B-A083-D126415B3DA2}"/>
          </ac:picMkLst>
        </pc:picChg>
        <pc:picChg chg="del">
          <ac:chgData name="송 하권" userId="546ba1eaca679e52" providerId="LiveId" clId="{EE3126AB-0010-4287-9F30-AD3F2DB8488D}" dt="2021-05-12T04:02:47.645" v="4790" actId="478"/>
          <ac:picMkLst>
            <pc:docMk/>
            <pc:sldMk cId="3179351809" sldId="379"/>
            <ac:picMk id="5" creationId="{1A33807A-951F-4CFD-B649-90A305CC65F0}"/>
          </ac:picMkLst>
        </pc:picChg>
        <pc:picChg chg="add del">
          <ac:chgData name="송 하권" userId="546ba1eaca679e52" providerId="LiveId" clId="{EE3126AB-0010-4287-9F30-AD3F2DB8488D}" dt="2021-05-12T04:05:15.605" v="4896" actId="478"/>
          <ac:picMkLst>
            <pc:docMk/>
            <pc:sldMk cId="3179351809" sldId="379"/>
            <ac:picMk id="6" creationId="{BACB67BD-8B16-4C6D-B9C5-A077A444353D}"/>
          </ac:picMkLst>
        </pc:picChg>
        <pc:picChg chg="del">
          <ac:chgData name="송 하권" userId="546ba1eaca679e52" providerId="LiveId" clId="{EE3126AB-0010-4287-9F30-AD3F2DB8488D}" dt="2021-05-12T04:02:47.645" v="4790" actId="478"/>
          <ac:picMkLst>
            <pc:docMk/>
            <pc:sldMk cId="3179351809" sldId="379"/>
            <ac:picMk id="10" creationId="{CD290AEC-6288-4B1E-9084-2CFF8B94E19F}"/>
          </ac:picMkLst>
        </pc:picChg>
      </pc:sldChg>
      <pc:sldChg chg="addSp delSp modSp add mod">
        <pc:chgData name="송 하권" userId="546ba1eaca679e52" providerId="LiveId" clId="{EE3126AB-0010-4287-9F30-AD3F2DB8488D}" dt="2021-05-12T04:08:04.605" v="5062" actId="1076"/>
        <pc:sldMkLst>
          <pc:docMk/>
          <pc:sldMk cId="3140151023" sldId="380"/>
        </pc:sldMkLst>
        <pc:spChg chg="add del">
          <ac:chgData name="송 하권" userId="546ba1eaca679e52" providerId="LiveId" clId="{EE3126AB-0010-4287-9F30-AD3F2DB8488D}" dt="2021-05-12T04:05:23.870" v="4900" actId="478"/>
          <ac:spMkLst>
            <pc:docMk/>
            <pc:sldMk cId="3140151023" sldId="380"/>
            <ac:spMk id="3" creationId="{487CEF94-E698-483F-923B-BB14A3AC06CC}"/>
          </ac:spMkLst>
        </pc:spChg>
        <pc:spChg chg="add mod">
          <ac:chgData name="송 하권" userId="546ba1eaca679e52" providerId="LiveId" clId="{EE3126AB-0010-4287-9F30-AD3F2DB8488D}" dt="2021-05-12T04:08:04.605" v="5062" actId="1076"/>
          <ac:spMkLst>
            <pc:docMk/>
            <pc:sldMk cId="3140151023" sldId="380"/>
            <ac:spMk id="8" creationId="{07E433F6-DBA7-46C2-A30D-DF6FD591B425}"/>
          </ac:spMkLst>
        </pc:spChg>
        <pc:spChg chg="add mod">
          <ac:chgData name="송 하권" userId="546ba1eaca679e52" providerId="LiveId" clId="{EE3126AB-0010-4287-9F30-AD3F2DB8488D}" dt="2021-05-12T04:05:56.801" v="4951"/>
          <ac:spMkLst>
            <pc:docMk/>
            <pc:sldMk cId="3140151023" sldId="380"/>
            <ac:spMk id="9" creationId="{DDAF767B-3872-4E83-BF6E-3554051A268D}"/>
          </ac:spMkLst>
        </pc:spChg>
        <pc:spChg chg="add mod">
          <ac:chgData name="송 하권" userId="546ba1eaca679e52" providerId="LiveId" clId="{EE3126AB-0010-4287-9F30-AD3F2DB8488D}" dt="2021-05-12T04:06:04.652" v="4957" actId="1035"/>
          <ac:spMkLst>
            <pc:docMk/>
            <pc:sldMk cId="3140151023" sldId="380"/>
            <ac:spMk id="10" creationId="{C195B012-64F1-46CE-B595-95C0C3D0E51D}"/>
          </ac:spMkLst>
        </pc:spChg>
        <pc:spChg chg="mod">
          <ac:chgData name="송 하권" userId="546ba1eaca679e52" providerId="LiveId" clId="{EE3126AB-0010-4287-9F30-AD3F2DB8488D}" dt="2021-05-12T04:05:47.165" v="4950" actId="20577"/>
          <ac:spMkLst>
            <pc:docMk/>
            <pc:sldMk cId="3140151023" sldId="380"/>
            <ac:spMk id="12" creationId="{2E9E2DF3-77FF-4929-AD25-40B6C4BF03B8}"/>
          </ac:spMkLst>
        </pc:spChg>
        <pc:picChg chg="del">
          <ac:chgData name="송 하권" userId="546ba1eaca679e52" providerId="LiveId" clId="{EE3126AB-0010-4287-9F30-AD3F2DB8488D}" dt="2021-05-12T04:05:19.021" v="4897" actId="478"/>
          <ac:picMkLst>
            <pc:docMk/>
            <pc:sldMk cId="3140151023" sldId="380"/>
            <ac:picMk id="4" creationId="{C05419DF-4D7B-4C9B-A083-D126415B3DA2}"/>
          </ac:picMkLst>
        </pc:picChg>
        <pc:picChg chg="mod">
          <ac:chgData name="송 하권" userId="546ba1eaca679e52" providerId="LiveId" clId="{EE3126AB-0010-4287-9F30-AD3F2DB8488D}" dt="2021-05-12T04:05:58.614" v="4952" actId="1076"/>
          <ac:picMkLst>
            <pc:docMk/>
            <pc:sldMk cId="3140151023" sldId="380"/>
            <ac:picMk id="6" creationId="{BACB67BD-8B16-4C6D-B9C5-A077A444353D}"/>
          </ac:picMkLst>
        </pc:picChg>
        <pc:picChg chg="add mod">
          <ac:chgData name="송 하권" userId="546ba1eaca679e52" providerId="LiveId" clId="{EE3126AB-0010-4287-9F30-AD3F2DB8488D}" dt="2021-05-12T04:05:56.801" v="4951"/>
          <ac:picMkLst>
            <pc:docMk/>
            <pc:sldMk cId="3140151023" sldId="380"/>
            <ac:picMk id="7" creationId="{5223F5C9-65E0-44B4-8242-CF43C8B5C2E3}"/>
          </ac:picMkLst>
        </pc:picChg>
      </pc:sldChg>
      <pc:sldChg chg="addSp delSp modSp add mod">
        <pc:chgData name="송 하권" userId="546ba1eaca679e52" providerId="LiveId" clId="{EE3126AB-0010-4287-9F30-AD3F2DB8488D}" dt="2021-05-12T04:08:33.655" v="5071"/>
        <pc:sldMkLst>
          <pc:docMk/>
          <pc:sldMk cId="3207525881" sldId="381"/>
        </pc:sldMkLst>
        <pc:spChg chg="mod">
          <ac:chgData name="송 하권" userId="546ba1eaca679e52" providerId="LiveId" clId="{EE3126AB-0010-4287-9F30-AD3F2DB8488D}" dt="2021-05-12T04:06:39.862" v="5041" actId="20577"/>
          <ac:spMkLst>
            <pc:docMk/>
            <pc:sldMk cId="3207525881" sldId="381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4:08:07.645" v="5065" actId="1076"/>
          <ac:spMkLst>
            <pc:docMk/>
            <pc:sldMk cId="3207525881" sldId="381"/>
            <ac:spMk id="13" creationId="{BF3B610F-5B62-432D-A0F7-E1DC8F2F4298}"/>
          </ac:spMkLst>
        </pc:spChg>
        <pc:spChg chg="add mod">
          <ac:chgData name="송 하권" userId="546ba1eaca679e52" providerId="LiveId" clId="{EE3126AB-0010-4287-9F30-AD3F2DB8488D}" dt="2021-05-12T04:08:13.893" v="5069" actId="1076"/>
          <ac:spMkLst>
            <pc:docMk/>
            <pc:sldMk cId="3207525881" sldId="381"/>
            <ac:spMk id="14" creationId="{45FB60B1-26CF-4D54-985E-5D8D0D5E48A8}"/>
          </ac:spMkLst>
        </pc:spChg>
        <pc:spChg chg="add del mod">
          <ac:chgData name="송 하권" userId="546ba1eaca679e52" providerId="LiveId" clId="{EE3126AB-0010-4287-9F30-AD3F2DB8488D}" dt="2021-05-12T04:08:33.655" v="5071"/>
          <ac:spMkLst>
            <pc:docMk/>
            <pc:sldMk cId="3207525881" sldId="381"/>
            <ac:spMk id="15" creationId="{CE1A261A-E7EE-40B1-8E3E-8FC71AE42BC9}"/>
          </ac:spMkLst>
        </pc:spChg>
        <pc:picChg chg="del">
          <ac:chgData name="송 하권" userId="546ba1eaca679e52" providerId="LiveId" clId="{EE3126AB-0010-4287-9F30-AD3F2DB8488D}" dt="2021-05-12T04:06:23.917" v="4959" actId="478"/>
          <ac:picMkLst>
            <pc:docMk/>
            <pc:sldMk cId="3207525881" sldId="381"/>
            <ac:picMk id="4" creationId="{C05419DF-4D7B-4C9B-A083-D126415B3DA2}"/>
          </ac:picMkLst>
        </pc:picChg>
        <pc:picChg chg="add mod">
          <ac:chgData name="송 하권" userId="546ba1eaca679e52" providerId="LiveId" clId="{EE3126AB-0010-4287-9F30-AD3F2DB8488D}" dt="2021-05-12T04:08:02.583" v="5061" actId="208"/>
          <ac:picMkLst>
            <pc:docMk/>
            <pc:sldMk cId="3207525881" sldId="381"/>
            <ac:picMk id="5" creationId="{2997D537-EA26-4DFA-80A6-7A70B66E7553}"/>
          </ac:picMkLst>
        </pc:picChg>
        <pc:picChg chg="del">
          <ac:chgData name="송 하권" userId="546ba1eaca679e52" providerId="LiveId" clId="{EE3126AB-0010-4287-9F30-AD3F2DB8488D}" dt="2021-05-12T04:06:23.469" v="4958" actId="478"/>
          <ac:picMkLst>
            <pc:docMk/>
            <pc:sldMk cId="3207525881" sldId="381"/>
            <ac:picMk id="6" creationId="{BACB67BD-8B16-4C6D-B9C5-A077A444353D}"/>
          </ac:picMkLst>
        </pc:picChg>
        <pc:picChg chg="add mod">
          <ac:chgData name="송 하권" userId="546ba1eaca679e52" providerId="LiveId" clId="{EE3126AB-0010-4287-9F30-AD3F2DB8488D}" dt="2021-05-12T04:08:02.583" v="5061" actId="208"/>
          <ac:picMkLst>
            <pc:docMk/>
            <pc:sldMk cId="3207525881" sldId="381"/>
            <ac:picMk id="8" creationId="{18763D13-67C6-42DC-BA55-96CED33C6CE2}"/>
          </ac:picMkLst>
        </pc:picChg>
        <pc:picChg chg="add mod">
          <ac:chgData name="송 하권" userId="546ba1eaca679e52" providerId="LiveId" clId="{EE3126AB-0010-4287-9F30-AD3F2DB8488D}" dt="2021-05-12T04:08:02.583" v="5061" actId="208"/>
          <ac:picMkLst>
            <pc:docMk/>
            <pc:sldMk cId="3207525881" sldId="381"/>
            <ac:picMk id="10" creationId="{574ED5D2-710B-43C8-BD1B-1A275B7B102F}"/>
          </ac:picMkLst>
        </pc:picChg>
      </pc:sldChg>
      <pc:sldChg chg="addSp delSp modSp add mod">
        <pc:chgData name="송 하권" userId="546ba1eaca679e52" providerId="LiveId" clId="{EE3126AB-0010-4287-9F30-AD3F2DB8488D}" dt="2021-05-12T04:08:53.669" v="5122" actId="208"/>
        <pc:sldMkLst>
          <pc:docMk/>
          <pc:sldMk cId="2674630417" sldId="382"/>
        </pc:sldMkLst>
        <pc:spChg chg="mod">
          <ac:chgData name="송 하권" userId="546ba1eaca679e52" providerId="LiveId" clId="{EE3126AB-0010-4287-9F30-AD3F2DB8488D}" dt="2021-05-12T04:08:44.405" v="5117" actId="20577"/>
          <ac:spMkLst>
            <pc:docMk/>
            <pc:sldMk cId="2674630417" sldId="382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4:08:37.958" v="5078" actId="478"/>
          <ac:spMkLst>
            <pc:docMk/>
            <pc:sldMk cId="2674630417" sldId="382"/>
            <ac:spMk id="13" creationId="{BF3B610F-5B62-432D-A0F7-E1DC8F2F4298}"/>
          </ac:spMkLst>
        </pc:spChg>
        <pc:spChg chg="del">
          <ac:chgData name="송 하권" userId="546ba1eaca679e52" providerId="LiveId" clId="{EE3126AB-0010-4287-9F30-AD3F2DB8488D}" dt="2021-05-12T04:08:37.046" v="5076" actId="478"/>
          <ac:spMkLst>
            <pc:docMk/>
            <pc:sldMk cId="2674630417" sldId="382"/>
            <ac:spMk id="14" creationId="{45FB60B1-26CF-4D54-985E-5D8D0D5E48A8}"/>
          </ac:spMkLst>
        </pc:spChg>
        <pc:picChg chg="add mod">
          <ac:chgData name="송 하권" userId="546ba1eaca679e52" providerId="LiveId" clId="{EE3126AB-0010-4287-9F30-AD3F2DB8488D}" dt="2021-05-12T04:08:53.669" v="5122" actId="208"/>
          <ac:picMkLst>
            <pc:docMk/>
            <pc:sldMk cId="2674630417" sldId="382"/>
            <ac:picMk id="4" creationId="{97FECA7B-8A6D-4F9A-8783-52E169CB5EFB}"/>
          </ac:picMkLst>
        </pc:picChg>
        <pc:picChg chg="del">
          <ac:chgData name="송 하권" userId="546ba1eaca679e52" providerId="LiveId" clId="{EE3126AB-0010-4287-9F30-AD3F2DB8488D}" dt="2021-05-12T04:08:37.284" v="5077" actId="478"/>
          <ac:picMkLst>
            <pc:docMk/>
            <pc:sldMk cId="2674630417" sldId="382"/>
            <ac:picMk id="5" creationId="{2997D537-EA26-4DFA-80A6-7A70B66E7553}"/>
          </ac:picMkLst>
        </pc:picChg>
        <pc:picChg chg="del">
          <ac:chgData name="송 하권" userId="546ba1eaca679e52" providerId="LiveId" clId="{EE3126AB-0010-4287-9F30-AD3F2DB8488D}" dt="2021-05-12T04:08:36.285" v="5073" actId="478"/>
          <ac:picMkLst>
            <pc:docMk/>
            <pc:sldMk cId="2674630417" sldId="382"/>
            <ac:picMk id="8" creationId="{18763D13-67C6-42DC-BA55-96CED33C6CE2}"/>
          </ac:picMkLst>
        </pc:picChg>
        <pc:picChg chg="del mod">
          <ac:chgData name="송 하권" userId="546ba1eaca679e52" providerId="LiveId" clId="{EE3126AB-0010-4287-9F30-AD3F2DB8488D}" dt="2021-05-12T04:08:36.532" v="5075" actId="478"/>
          <ac:picMkLst>
            <pc:docMk/>
            <pc:sldMk cId="2674630417" sldId="382"/>
            <ac:picMk id="10" creationId="{574ED5D2-710B-43C8-BD1B-1A275B7B102F}"/>
          </ac:picMkLst>
        </pc:picChg>
      </pc:sldChg>
      <pc:sldChg chg="addSp delSp modSp add mod">
        <pc:chgData name="송 하권" userId="546ba1eaca679e52" providerId="LiveId" clId="{EE3126AB-0010-4287-9F30-AD3F2DB8488D}" dt="2021-05-12T04:11:37.044" v="5142" actId="1076"/>
        <pc:sldMkLst>
          <pc:docMk/>
          <pc:sldMk cId="3190662637" sldId="383"/>
        </pc:sldMkLst>
        <pc:graphicFrameChg chg="del">
          <ac:chgData name="송 하권" userId="546ba1eaca679e52" providerId="LiveId" clId="{EE3126AB-0010-4287-9F30-AD3F2DB8488D}" dt="2021-05-12T04:11:25.166" v="5134" actId="478"/>
          <ac:graphicFrameMkLst>
            <pc:docMk/>
            <pc:sldMk cId="3190662637" sldId="383"/>
            <ac:graphicFrameMk id="3" creationId="{0F1EE95E-ADE5-46C5-8943-581FF7A9E8D3}"/>
          </ac:graphicFrameMkLst>
        </pc:graphicFrameChg>
        <pc:graphicFrameChg chg="del">
          <ac:chgData name="송 하권" userId="546ba1eaca679e52" providerId="LiveId" clId="{EE3126AB-0010-4287-9F30-AD3F2DB8488D}" dt="2021-05-12T04:11:24.335" v="5133" actId="478"/>
          <ac:graphicFrameMkLst>
            <pc:docMk/>
            <pc:sldMk cId="3190662637" sldId="383"/>
            <ac:graphicFrameMk id="5" creationId="{2DFCC4E0-3DA4-47F9-A06D-87585D665267}"/>
          </ac:graphicFrameMkLst>
        </pc:graphicFrameChg>
        <pc:picChg chg="add mod">
          <ac:chgData name="송 하권" userId="546ba1eaca679e52" providerId="LiveId" clId="{EE3126AB-0010-4287-9F30-AD3F2DB8488D}" dt="2021-05-12T04:11:35.365" v="5141" actId="1076"/>
          <ac:picMkLst>
            <pc:docMk/>
            <pc:sldMk cId="3190662637" sldId="383"/>
            <ac:picMk id="6" creationId="{281FC53E-6759-41EF-AB95-4D1F21CCFD04}"/>
          </ac:picMkLst>
        </pc:picChg>
        <pc:picChg chg="mod">
          <ac:chgData name="송 하권" userId="546ba1eaca679e52" providerId="LiveId" clId="{EE3126AB-0010-4287-9F30-AD3F2DB8488D}" dt="2021-05-12T04:11:37.044" v="5142" actId="1076"/>
          <ac:picMkLst>
            <pc:docMk/>
            <pc:sldMk cId="3190662637" sldId="383"/>
            <ac:picMk id="13" creationId="{DFED8FB7-6373-4641-A5A8-B906E30F84C9}"/>
          </ac:picMkLst>
        </pc:picChg>
      </pc:sldChg>
      <pc:sldChg chg="addSp delSp modSp add mod">
        <pc:chgData name="송 하권" userId="546ba1eaca679e52" providerId="LiveId" clId="{EE3126AB-0010-4287-9F30-AD3F2DB8488D}" dt="2021-05-12T04:14:12.500" v="5189" actId="208"/>
        <pc:sldMkLst>
          <pc:docMk/>
          <pc:sldMk cId="1864592083" sldId="384"/>
        </pc:sldMkLst>
        <pc:spChg chg="mod">
          <ac:chgData name="송 하권" userId="546ba1eaca679e52" providerId="LiveId" clId="{EE3126AB-0010-4287-9F30-AD3F2DB8488D}" dt="2021-05-12T04:13:33.255" v="5183" actId="20577"/>
          <ac:spMkLst>
            <pc:docMk/>
            <pc:sldMk cId="1864592083" sldId="384"/>
            <ac:spMk id="12" creationId="{2E9E2DF3-77FF-4929-AD25-40B6C4BF03B8}"/>
          </ac:spMkLst>
        </pc:spChg>
        <pc:picChg chg="del">
          <ac:chgData name="송 하권" userId="546ba1eaca679e52" providerId="LiveId" clId="{EE3126AB-0010-4287-9F30-AD3F2DB8488D}" dt="2021-05-12T04:13:34.181" v="5184" actId="478"/>
          <ac:picMkLst>
            <pc:docMk/>
            <pc:sldMk cId="1864592083" sldId="384"/>
            <ac:picMk id="4" creationId="{97FECA7B-8A6D-4F9A-8783-52E169CB5EFB}"/>
          </ac:picMkLst>
        </pc:picChg>
        <pc:picChg chg="add mod">
          <ac:chgData name="송 하권" userId="546ba1eaca679e52" providerId="LiveId" clId="{EE3126AB-0010-4287-9F30-AD3F2DB8488D}" dt="2021-05-12T04:14:12.500" v="5189" actId="208"/>
          <ac:picMkLst>
            <pc:docMk/>
            <pc:sldMk cId="1864592083" sldId="384"/>
            <ac:picMk id="5" creationId="{776B65FA-92B3-4092-8E25-89C0CDCAD3C1}"/>
          </ac:picMkLst>
        </pc:picChg>
      </pc:sldChg>
      <pc:sldChg chg="delSp modSp add del mod">
        <pc:chgData name="송 하권" userId="546ba1eaca679e52" providerId="LiveId" clId="{EE3126AB-0010-4287-9F30-AD3F2DB8488D}" dt="2021-05-12T04:16:47.771" v="5200" actId="47"/>
        <pc:sldMkLst>
          <pc:docMk/>
          <pc:sldMk cId="609016254" sldId="385"/>
        </pc:sldMkLst>
        <pc:spChg chg="del mod">
          <ac:chgData name="송 하권" userId="546ba1eaca679e52" providerId="LiveId" clId="{EE3126AB-0010-4287-9F30-AD3F2DB8488D}" dt="2021-05-12T04:16:44.453" v="5199" actId="478"/>
          <ac:spMkLst>
            <pc:docMk/>
            <pc:sldMk cId="609016254" sldId="385"/>
            <ac:spMk id="2" creationId="{FDD98238-20C7-4F7C-8A86-37DFF86F31E3}"/>
          </ac:spMkLst>
        </pc:spChg>
      </pc:sldChg>
      <pc:sldChg chg="addSp delSp modSp add mod">
        <pc:chgData name="송 하권" userId="546ba1eaca679e52" providerId="LiveId" clId="{EE3126AB-0010-4287-9F30-AD3F2DB8488D}" dt="2021-05-12T04:18:54.910" v="5383"/>
        <pc:sldMkLst>
          <pc:docMk/>
          <pc:sldMk cId="2544439055" sldId="385"/>
        </pc:sldMkLst>
        <pc:spChg chg="mod">
          <ac:chgData name="송 하권" userId="546ba1eaca679e52" providerId="LiveId" clId="{EE3126AB-0010-4287-9F30-AD3F2DB8488D}" dt="2021-05-12T04:16:58.917" v="5214"/>
          <ac:spMkLst>
            <pc:docMk/>
            <pc:sldMk cId="2544439055" sldId="385"/>
            <ac:spMk id="2" creationId="{FEA8BD43-30EB-4F25-A155-B8F46533B5F2}"/>
          </ac:spMkLst>
        </pc:spChg>
        <pc:spChg chg="add mod">
          <ac:chgData name="송 하권" userId="546ba1eaca679e52" providerId="LiveId" clId="{EE3126AB-0010-4287-9F30-AD3F2DB8488D}" dt="2021-05-12T04:18:17.308" v="5287" actId="1076"/>
          <ac:spMkLst>
            <pc:docMk/>
            <pc:sldMk cId="2544439055" sldId="385"/>
            <ac:spMk id="8" creationId="{048A8E09-83F2-4B82-B663-6F1BB65C5D34}"/>
          </ac:spMkLst>
        </pc:spChg>
        <pc:spChg chg="add mod">
          <ac:chgData name="송 하권" userId="546ba1eaca679e52" providerId="LiveId" clId="{EE3126AB-0010-4287-9F30-AD3F2DB8488D}" dt="2021-05-12T04:18:17.308" v="5287" actId="1076"/>
          <ac:spMkLst>
            <pc:docMk/>
            <pc:sldMk cId="2544439055" sldId="385"/>
            <ac:spMk id="9" creationId="{6A4BC30F-F53C-407D-A95B-F3ECEBCA1466}"/>
          </ac:spMkLst>
        </pc:spChg>
        <pc:spChg chg="mod">
          <ac:chgData name="송 하권" userId="546ba1eaca679e52" providerId="LiveId" clId="{EE3126AB-0010-4287-9F30-AD3F2DB8488D}" dt="2021-05-12T04:18:54.910" v="5383"/>
          <ac:spMkLst>
            <pc:docMk/>
            <pc:sldMk cId="2544439055" sldId="385"/>
            <ac:spMk id="12" creationId="{2E9E2DF3-77FF-4929-AD25-40B6C4BF03B8}"/>
          </ac:spMkLst>
        </pc:spChg>
        <pc:picChg chg="add mod">
          <ac:chgData name="송 하권" userId="546ba1eaca679e52" providerId="LiveId" clId="{EE3126AB-0010-4287-9F30-AD3F2DB8488D}" dt="2021-05-12T04:18:17.308" v="5287" actId="1076"/>
          <ac:picMkLst>
            <pc:docMk/>
            <pc:sldMk cId="2544439055" sldId="385"/>
            <ac:picMk id="4" creationId="{D8974B1E-ED7D-4BD5-B0EC-594FCA7A8625}"/>
          </ac:picMkLst>
        </pc:picChg>
        <pc:picChg chg="del">
          <ac:chgData name="송 하권" userId="546ba1eaca679e52" providerId="LiveId" clId="{EE3126AB-0010-4287-9F30-AD3F2DB8488D}" dt="2021-05-12T04:17:14.972" v="5268" actId="478"/>
          <ac:picMkLst>
            <pc:docMk/>
            <pc:sldMk cId="2544439055" sldId="385"/>
            <ac:picMk id="5" creationId="{5CAE5017-0C69-4AD8-A170-F52814631262}"/>
          </ac:picMkLst>
        </pc:picChg>
        <pc:picChg chg="add mod">
          <ac:chgData name="송 하권" userId="546ba1eaca679e52" providerId="LiveId" clId="{EE3126AB-0010-4287-9F30-AD3F2DB8488D}" dt="2021-05-12T04:18:19.092" v="5288" actId="1076"/>
          <ac:picMkLst>
            <pc:docMk/>
            <pc:sldMk cId="2544439055" sldId="385"/>
            <ac:picMk id="7" creationId="{917D4632-BF26-4CDF-B472-BD52C12CAFA2}"/>
          </ac:picMkLst>
        </pc:picChg>
      </pc:sldChg>
      <pc:sldChg chg="addSp delSp modSp add mod">
        <pc:chgData name="송 하권" userId="546ba1eaca679e52" providerId="LiveId" clId="{EE3126AB-0010-4287-9F30-AD3F2DB8488D}" dt="2021-05-12T04:26:53.476" v="5959" actId="1076"/>
        <pc:sldMkLst>
          <pc:docMk/>
          <pc:sldMk cId="1203133596" sldId="386"/>
        </pc:sldMkLst>
        <pc:spChg chg="add mod">
          <ac:chgData name="송 하권" userId="546ba1eaca679e52" providerId="LiveId" clId="{EE3126AB-0010-4287-9F30-AD3F2DB8488D}" dt="2021-05-12T04:21:42.540" v="5557" actId="1076"/>
          <ac:spMkLst>
            <pc:docMk/>
            <pc:sldMk cId="1203133596" sldId="386"/>
            <ac:spMk id="3" creationId="{F0299934-4B48-476B-A0A7-B942656314DB}"/>
          </ac:spMkLst>
        </pc:spChg>
        <pc:spChg chg="del">
          <ac:chgData name="송 하권" userId="546ba1eaca679e52" providerId="LiveId" clId="{EE3126AB-0010-4287-9F30-AD3F2DB8488D}" dt="2021-05-12T04:19:43.012" v="5523" actId="478"/>
          <ac:spMkLst>
            <pc:docMk/>
            <pc:sldMk cId="1203133596" sldId="386"/>
            <ac:spMk id="8" creationId="{048A8E09-83F2-4B82-B663-6F1BB65C5D34}"/>
          </ac:spMkLst>
        </pc:spChg>
        <pc:spChg chg="del">
          <ac:chgData name="송 하권" userId="546ba1eaca679e52" providerId="LiveId" clId="{EE3126AB-0010-4287-9F30-AD3F2DB8488D}" dt="2021-05-12T04:19:42.253" v="5522" actId="478"/>
          <ac:spMkLst>
            <pc:docMk/>
            <pc:sldMk cId="1203133596" sldId="386"/>
            <ac:spMk id="9" creationId="{6A4BC30F-F53C-407D-A95B-F3ECEBCA1466}"/>
          </ac:spMkLst>
        </pc:spChg>
        <pc:spChg chg="mod">
          <ac:chgData name="송 하권" userId="546ba1eaca679e52" providerId="LiveId" clId="{EE3126AB-0010-4287-9F30-AD3F2DB8488D}" dt="2021-05-12T04:22:55.596" v="5615" actId="20577"/>
          <ac:spMkLst>
            <pc:docMk/>
            <pc:sldMk cId="1203133596" sldId="386"/>
            <ac:spMk id="12" creationId="{2E9E2DF3-77FF-4929-AD25-40B6C4BF03B8}"/>
          </ac:spMkLst>
        </pc:spChg>
        <pc:spChg chg="add mod">
          <ac:chgData name="송 하권" userId="546ba1eaca679e52" providerId="LiveId" clId="{EE3126AB-0010-4287-9F30-AD3F2DB8488D}" dt="2021-05-12T04:21:42.540" v="5557" actId="1076"/>
          <ac:spMkLst>
            <pc:docMk/>
            <pc:sldMk cId="1203133596" sldId="386"/>
            <ac:spMk id="13" creationId="{5503643B-6B3C-42AE-8596-6A15EF29D6EA}"/>
          </ac:spMkLst>
        </pc:spChg>
        <pc:spChg chg="add mod">
          <ac:chgData name="송 하권" userId="546ba1eaca679e52" providerId="LiveId" clId="{EE3126AB-0010-4287-9F30-AD3F2DB8488D}" dt="2021-05-12T04:21:42.540" v="5557" actId="1076"/>
          <ac:spMkLst>
            <pc:docMk/>
            <pc:sldMk cId="1203133596" sldId="386"/>
            <ac:spMk id="14" creationId="{CB28BE2E-BBAC-4865-AAA8-042CD96EE97C}"/>
          </ac:spMkLst>
        </pc:spChg>
        <pc:spChg chg="add mod">
          <ac:chgData name="송 하권" userId="546ba1eaca679e52" providerId="LiveId" clId="{EE3126AB-0010-4287-9F30-AD3F2DB8488D}" dt="2021-05-12T04:24:10.365" v="5742" actId="255"/>
          <ac:spMkLst>
            <pc:docMk/>
            <pc:sldMk cId="1203133596" sldId="386"/>
            <ac:spMk id="15" creationId="{A0CC595B-FD0F-41B2-BD1D-EFC157C4B7B3}"/>
          </ac:spMkLst>
        </pc:spChg>
        <pc:spChg chg="add mod">
          <ac:chgData name="송 하권" userId="546ba1eaca679e52" providerId="LiveId" clId="{EE3126AB-0010-4287-9F30-AD3F2DB8488D}" dt="2021-05-12T04:24:10.365" v="5742" actId="255"/>
          <ac:spMkLst>
            <pc:docMk/>
            <pc:sldMk cId="1203133596" sldId="386"/>
            <ac:spMk id="16" creationId="{0B28A4D3-4393-41FD-A19C-12D245B9962A}"/>
          </ac:spMkLst>
        </pc:spChg>
        <pc:spChg chg="add mod">
          <ac:chgData name="송 하권" userId="546ba1eaca679e52" providerId="LiveId" clId="{EE3126AB-0010-4287-9F30-AD3F2DB8488D}" dt="2021-05-12T04:26:49.308" v="5958" actId="1076"/>
          <ac:spMkLst>
            <pc:docMk/>
            <pc:sldMk cId="1203133596" sldId="386"/>
            <ac:spMk id="19" creationId="{CB73F922-1DBD-461F-917B-66FA6E9A0398}"/>
          </ac:spMkLst>
        </pc:spChg>
        <pc:spChg chg="add mod">
          <ac:chgData name="송 하권" userId="546ba1eaca679e52" providerId="LiveId" clId="{EE3126AB-0010-4287-9F30-AD3F2DB8488D}" dt="2021-05-12T04:26:53.476" v="5959" actId="1076"/>
          <ac:spMkLst>
            <pc:docMk/>
            <pc:sldMk cId="1203133596" sldId="386"/>
            <ac:spMk id="20" creationId="{26F5D4F7-6926-4F8D-8BC1-3748ECBC1FE2}"/>
          </ac:spMkLst>
        </pc:spChg>
        <pc:spChg chg="add mod">
          <ac:chgData name="송 하권" userId="546ba1eaca679e52" providerId="LiveId" clId="{EE3126AB-0010-4287-9F30-AD3F2DB8488D}" dt="2021-05-12T04:23:33.364" v="5711" actId="1076"/>
          <ac:spMkLst>
            <pc:docMk/>
            <pc:sldMk cId="1203133596" sldId="386"/>
            <ac:spMk id="21" creationId="{28F3DB06-92AC-4630-95A9-B73AFF4C88AC}"/>
          </ac:spMkLst>
        </pc:spChg>
        <pc:spChg chg="add mod">
          <ac:chgData name="송 하권" userId="546ba1eaca679e52" providerId="LiveId" clId="{EE3126AB-0010-4287-9F30-AD3F2DB8488D}" dt="2021-05-12T04:26:53.476" v="5959" actId="1076"/>
          <ac:spMkLst>
            <pc:docMk/>
            <pc:sldMk cId="1203133596" sldId="386"/>
            <ac:spMk id="22" creationId="{DD6B7183-42C9-4053-8213-5002CD2238DF}"/>
          </ac:spMkLst>
        </pc:spChg>
        <pc:spChg chg="add mod">
          <ac:chgData name="송 하권" userId="546ba1eaca679e52" providerId="LiveId" clId="{EE3126AB-0010-4287-9F30-AD3F2DB8488D}" dt="2021-05-12T04:26:49.308" v="5958" actId="1076"/>
          <ac:spMkLst>
            <pc:docMk/>
            <pc:sldMk cId="1203133596" sldId="386"/>
            <ac:spMk id="23" creationId="{481FBFF6-25AA-46C9-B339-5D5EBD67008A}"/>
          </ac:spMkLst>
        </pc:spChg>
        <pc:spChg chg="add mod">
          <ac:chgData name="송 하권" userId="546ba1eaca679e52" providerId="LiveId" clId="{EE3126AB-0010-4287-9F30-AD3F2DB8488D}" dt="2021-05-12T04:23:45.349" v="5737"/>
          <ac:spMkLst>
            <pc:docMk/>
            <pc:sldMk cId="1203133596" sldId="386"/>
            <ac:spMk id="24" creationId="{A848EACD-0695-4453-99D6-2A71C4E4AA32}"/>
          </ac:spMkLst>
        </pc:spChg>
        <pc:picChg chg="del">
          <ac:chgData name="송 하권" userId="546ba1eaca679e52" providerId="LiveId" clId="{EE3126AB-0010-4287-9F30-AD3F2DB8488D}" dt="2021-05-12T04:19:41.684" v="5521" actId="478"/>
          <ac:picMkLst>
            <pc:docMk/>
            <pc:sldMk cId="1203133596" sldId="386"/>
            <ac:picMk id="4" creationId="{D8974B1E-ED7D-4BD5-B0EC-594FCA7A8625}"/>
          </ac:picMkLst>
        </pc:picChg>
        <pc:picChg chg="del">
          <ac:chgData name="송 하권" userId="546ba1eaca679e52" providerId="LiveId" clId="{EE3126AB-0010-4287-9F30-AD3F2DB8488D}" dt="2021-05-12T04:19:41.316" v="5520" actId="478"/>
          <ac:picMkLst>
            <pc:docMk/>
            <pc:sldMk cId="1203133596" sldId="386"/>
            <ac:picMk id="7" creationId="{917D4632-BF26-4CDF-B472-BD52C12CAFA2}"/>
          </ac:picMkLst>
        </pc:picChg>
        <pc:picChg chg="add mod">
          <ac:chgData name="송 하권" userId="546ba1eaca679e52" providerId="LiveId" clId="{EE3126AB-0010-4287-9F30-AD3F2DB8488D}" dt="2021-05-12T04:21:42.540" v="5557" actId="1076"/>
          <ac:picMkLst>
            <pc:docMk/>
            <pc:sldMk cId="1203133596" sldId="386"/>
            <ac:picMk id="10" creationId="{4B247F06-4A3E-450A-BB0B-712D1F5FBB3D}"/>
          </ac:picMkLst>
        </pc:picChg>
        <pc:picChg chg="add mod">
          <ac:chgData name="송 하권" userId="546ba1eaca679e52" providerId="LiveId" clId="{EE3126AB-0010-4287-9F30-AD3F2DB8488D}" dt="2021-05-12T04:21:42.540" v="5557" actId="1076"/>
          <ac:picMkLst>
            <pc:docMk/>
            <pc:sldMk cId="1203133596" sldId="386"/>
            <ac:picMk id="11" creationId="{99A52309-0DE1-4900-97D0-53A2674BEA8A}"/>
          </ac:picMkLst>
        </pc:picChg>
        <pc:picChg chg="add mod">
          <ac:chgData name="송 하권" userId="546ba1eaca679e52" providerId="LiveId" clId="{EE3126AB-0010-4287-9F30-AD3F2DB8488D}" dt="2021-05-12T04:26:53.476" v="5959" actId="1076"/>
          <ac:picMkLst>
            <pc:docMk/>
            <pc:sldMk cId="1203133596" sldId="386"/>
            <ac:picMk id="17" creationId="{A31A2B56-4583-40E1-AD35-061B86E2F5F3}"/>
          </ac:picMkLst>
        </pc:picChg>
        <pc:picChg chg="add mod">
          <ac:chgData name="송 하권" userId="546ba1eaca679e52" providerId="LiveId" clId="{EE3126AB-0010-4287-9F30-AD3F2DB8488D}" dt="2021-05-12T04:26:49.308" v="5958" actId="1076"/>
          <ac:picMkLst>
            <pc:docMk/>
            <pc:sldMk cId="1203133596" sldId="386"/>
            <ac:picMk id="18" creationId="{BB960ABB-F68E-4199-B949-C14A20517B87}"/>
          </ac:picMkLst>
        </pc:picChg>
      </pc:sldChg>
      <pc:sldChg chg="addSp delSp modSp add mod">
        <pc:chgData name="송 하권" userId="546ba1eaca679e52" providerId="LiveId" clId="{EE3126AB-0010-4287-9F30-AD3F2DB8488D}" dt="2021-05-12T05:14:55.857" v="5993" actId="1076"/>
        <pc:sldMkLst>
          <pc:docMk/>
          <pc:sldMk cId="1335937379" sldId="387"/>
        </pc:sldMkLst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3" creationId="{F0299934-4B48-476B-A0A7-B942656314DB}"/>
          </ac:spMkLst>
        </pc:spChg>
        <pc:spChg chg="mod">
          <ac:chgData name="송 하권" userId="546ba1eaca679e52" providerId="LiveId" clId="{EE3126AB-0010-4287-9F30-AD3F2DB8488D}" dt="2021-05-12T04:25:50.052" v="5935" actId="20577"/>
          <ac:spMkLst>
            <pc:docMk/>
            <pc:sldMk cId="1335937379" sldId="387"/>
            <ac:spMk id="12" creationId="{2E9E2DF3-77FF-4929-AD25-40B6C4BF03B8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13" creationId="{5503643B-6B3C-42AE-8596-6A15EF29D6EA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14" creationId="{CB28BE2E-BBAC-4865-AAA8-042CD96EE97C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15" creationId="{A0CC595B-FD0F-41B2-BD1D-EFC157C4B7B3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16" creationId="{0B28A4D3-4393-41FD-A19C-12D245B9962A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19" creationId="{CB73F922-1DBD-461F-917B-66FA6E9A0398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20" creationId="{26F5D4F7-6926-4F8D-8BC1-3748ECBC1FE2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21" creationId="{28F3DB06-92AC-4630-95A9-B73AFF4C88AC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22" creationId="{DD6B7183-42C9-4053-8213-5002CD2238DF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23" creationId="{481FBFF6-25AA-46C9-B339-5D5EBD67008A}"/>
          </ac:spMkLst>
        </pc:spChg>
        <pc:spChg chg="del">
          <ac:chgData name="송 하권" userId="546ba1eaca679e52" providerId="LiveId" clId="{EE3126AB-0010-4287-9F30-AD3F2DB8488D}" dt="2021-05-12T04:24:42.004" v="5744" actId="478"/>
          <ac:spMkLst>
            <pc:docMk/>
            <pc:sldMk cId="1335937379" sldId="387"/>
            <ac:spMk id="24" creationId="{A848EACD-0695-4453-99D6-2A71C4E4AA32}"/>
          </ac:spMkLst>
        </pc:spChg>
        <pc:spChg chg="add mod">
          <ac:chgData name="송 하권" userId="546ba1eaca679e52" providerId="LiveId" clId="{EE3126AB-0010-4287-9F30-AD3F2DB8488D}" dt="2021-05-12T05:14:55.857" v="5993" actId="1076"/>
          <ac:spMkLst>
            <pc:docMk/>
            <pc:sldMk cId="1335937379" sldId="387"/>
            <ac:spMk id="25" creationId="{E851B4A7-E4AC-4F88-B48A-07A568590322}"/>
          </ac:spMkLst>
        </pc:spChg>
        <pc:spChg chg="add mod">
          <ac:chgData name="송 하권" userId="546ba1eaca679e52" providerId="LiveId" clId="{EE3126AB-0010-4287-9F30-AD3F2DB8488D}" dt="2021-05-12T04:26:42.476" v="5956" actId="1076"/>
          <ac:spMkLst>
            <pc:docMk/>
            <pc:sldMk cId="1335937379" sldId="387"/>
            <ac:spMk id="26" creationId="{64D7B1B9-8DA7-4EA4-AC66-4CE7A47279EC}"/>
          </ac:spMkLst>
        </pc:spChg>
        <pc:picChg chg="add mod">
          <ac:chgData name="송 하권" userId="546ba1eaca679e52" providerId="LiveId" clId="{EE3126AB-0010-4287-9F30-AD3F2DB8488D}" dt="2021-05-12T05:14:53.010" v="5992" actId="1076"/>
          <ac:picMkLst>
            <pc:docMk/>
            <pc:sldMk cId="1335937379" sldId="387"/>
            <ac:picMk id="5" creationId="{C4776BDF-1DE0-4925-A458-AE4EE1A1D4D5}"/>
          </ac:picMkLst>
        </pc:picChg>
        <pc:picChg chg="add del mod">
          <ac:chgData name="송 하권" userId="546ba1eaca679e52" providerId="LiveId" clId="{EE3126AB-0010-4287-9F30-AD3F2DB8488D}" dt="2021-05-12T04:25:54.995" v="5938" actId="478"/>
          <ac:picMkLst>
            <pc:docMk/>
            <pc:sldMk cId="1335937379" sldId="387"/>
            <ac:picMk id="7" creationId="{29BBED03-82B4-4A73-BBEA-E89F9BA41C60}"/>
          </ac:picMkLst>
        </pc:picChg>
        <pc:picChg chg="add mod">
          <ac:chgData name="송 하권" userId="546ba1eaca679e52" providerId="LiveId" clId="{EE3126AB-0010-4287-9F30-AD3F2DB8488D}" dt="2021-05-12T04:26:09.620" v="5944" actId="1076"/>
          <ac:picMkLst>
            <pc:docMk/>
            <pc:sldMk cId="1335937379" sldId="387"/>
            <ac:picMk id="9" creationId="{C3094E04-339B-4729-926E-C4815F042BFF}"/>
          </ac:picMkLst>
        </pc:picChg>
        <pc:picChg chg="del">
          <ac:chgData name="송 하권" userId="546ba1eaca679e52" providerId="LiveId" clId="{EE3126AB-0010-4287-9F30-AD3F2DB8488D}" dt="2021-05-12T04:24:42.004" v="5744" actId="478"/>
          <ac:picMkLst>
            <pc:docMk/>
            <pc:sldMk cId="1335937379" sldId="387"/>
            <ac:picMk id="10" creationId="{4B247F06-4A3E-450A-BB0B-712D1F5FBB3D}"/>
          </ac:picMkLst>
        </pc:picChg>
        <pc:picChg chg="del">
          <ac:chgData name="송 하권" userId="546ba1eaca679e52" providerId="LiveId" clId="{EE3126AB-0010-4287-9F30-AD3F2DB8488D}" dt="2021-05-12T04:24:42.004" v="5744" actId="478"/>
          <ac:picMkLst>
            <pc:docMk/>
            <pc:sldMk cId="1335937379" sldId="387"/>
            <ac:picMk id="11" creationId="{99A52309-0DE1-4900-97D0-53A2674BEA8A}"/>
          </ac:picMkLst>
        </pc:picChg>
        <pc:picChg chg="del">
          <ac:chgData name="송 하권" userId="546ba1eaca679e52" providerId="LiveId" clId="{EE3126AB-0010-4287-9F30-AD3F2DB8488D}" dt="2021-05-12T04:24:42.004" v="5744" actId="478"/>
          <ac:picMkLst>
            <pc:docMk/>
            <pc:sldMk cId="1335937379" sldId="387"/>
            <ac:picMk id="17" creationId="{A31A2B56-4583-40E1-AD35-061B86E2F5F3}"/>
          </ac:picMkLst>
        </pc:picChg>
        <pc:picChg chg="del">
          <ac:chgData name="송 하권" userId="546ba1eaca679e52" providerId="LiveId" clId="{EE3126AB-0010-4287-9F30-AD3F2DB8488D}" dt="2021-05-12T04:24:42.004" v="5744" actId="478"/>
          <ac:picMkLst>
            <pc:docMk/>
            <pc:sldMk cId="1335937379" sldId="387"/>
            <ac:picMk id="18" creationId="{BB960ABB-F68E-4199-B949-C14A20517B87}"/>
          </ac:picMkLst>
        </pc:picChg>
      </pc:sldChg>
      <pc:sldChg chg="addSp delSp modSp add mod">
        <pc:chgData name="송 하권" userId="546ba1eaca679e52" providerId="LiveId" clId="{EE3126AB-0010-4287-9F30-AD3F2DB8488D}" dt="2021-05-12T04:32:26.462" v="5990" actId="208"/>
        <pc:sldMkLst>
          <pc:docMk/>
          <pc:sldMk cId="3800714842" sldId="388"/>
        </pc:sldMkLst>
        <pc:spChg chg="mod">
          <ac:chgData name="송 하권" userId="546ba1eaca679e52" providerId="LiveId" clId="{EE3126AB-0010-4287-9F30-AD3F2DB8488D}" dt="2021-05-12T04:31:13.349" v="5968" actId="20577"/>
          <ac:spMkLst>
            <pc:docMk/>
            <pc:sldMk cId="3800714842" sldId="388"/>
            <ac:spMk id="2" creationId="{FEA8BD43-30EB-4F25-A155-B8F46533B5F2}"/>
          </ac:spMkLst>
        </pc:spChg>
        <pc:spChg chg="del">
          <ac:chgData name="송 하권" userId="546ba1eaca679e52" providerId="LiveId" clId="{EE3126AB-0010-4287-9F30-AD3F2DB8488D}" dt="2021-05-12T04:31:10.309" v="5965" actId="478"/>
          <ac:spMkLst>
            <pc:docMk/>
            <pc:sldMk cId="3800714842" sldId="388"/>
            <ac:spMk id="12" creationId="{2E9E2DF3-77FF-4929-AD25-40B6C4BF03B8}"/>
          </ac:spMkLst>
        </pc:spChg>
        <pc:picChg chg="del">
          <ac:chgData name="송 하권" userId="546ba1eaca679e52" providerId="LiveId" clId="{EE3126AB-0010-4287-9F30-AD3F2DB8488D}" dt="2021-05-12T04:31:09.723" v="5964" actId="478"/>
          <ac:picMkLst>
            <pc:docMk/>
            <pc:sldMk cId="3800714842" sldId="388"/>
            <ac:picMk id="5" creationId="{776B65FA-92B3-4092-8E25-89C0CDCAD3C1}"/>
          </ac:picMkLst>
        </pc:picChg>
        <pc:picChg chg="add mod">
          <ac:chgData name="송 하권" userId="546ba1eaca679e52" providerId="LiveId" clId="{EE3126AB-0010-4287-9F30-AD3F2DB8488D}" dt="2021-05-12T04:32:26.462" v="5990" actId="208"/>
          <ac:picMkLst>
            <pc:docMk/>
            <pc:sldMk cId="3800714842" sldId="388"/>
            <ac:picMk id="6" creationId="{48B0D469-31A6-4697-A913-661CE08E0554}"/>
          </ac:picMkLst>
        </pc:picChg>
      </pc:sldChg>
      <pc:sldChg chg="addSp delSp modSp add mod">
        <pc:chgData name="송 하권" userId="546ba1eaca679e52" providerId="LiveId" clId="{EE3126AB-0010-4287-9F30-AD3F2DB8488D}" dt="2021-05-12T04:32:30.827" v="5991" actId="208"/>
        <pc:sldMkLst>
          <pc:docMk/>
          <pc:sldMk cId="2467842883" sldId="389"/>
        </pc:sldMkLst>
        <pc:spChg chg="mod">
          <ac:chgData name="송 하권" userId="546ba1eaca679e52" providerId="LiveId" clId="{EE3126AB-0010-4287-9F30-AD3F2DB8488D}" dt="2021-05-12T04:31:19.053" v="5973"/>
          <ac:spMkLst>
            <pc:docMk/>
            <pc:sldMk cId="2467842883" sldId="389"/>
            <ac:spMk id="2" creationId="{FEA8BD43-30EB-4F25-A155-B8F46533B5F2}"/>
          </ac:spMkLst>
        </pc:spChg>
        <pc:spChg chg="del">
          <ac:chgData name="송 하권" userId="546ba1eaca679e52" providerId="LiveId" clId="{EE3126AB-0010-4287-9F30-AD3F2DB8488D}" dt="2021-05-12T04:31:08.716" v="5963" actId="478"/>
          <ac:spMkLst>
            <pc:docMk/>
            <pc:sldMk cId="2467842883" sldId="389"/>
            <ac:spMk id="12" creationId="{2E9E2DF3-77FF-4929-AD25-40B6C4BF03B8}"/>
          </ac:spMkLst>
        </pc:spChg>
        <pc:picChg chg="add del mod">
          <ac:chgData name="송 하권" userId="546ba1eaca679e52" providerId="LiveId" clId="{EE3126AB-0010-4287-9F30-AD3F2DB8488D}" dt="2021-05-12T04:31:21.926" v="5975" actId="21"/>
          <ac:picMkLst>
            <pc:docMk/>
            <pc:sldMk cId="2467842883" sldId="389"/>
            <ac:picMk id="4" creationId="{06FDC784-8213-4B73-BF10-DE5D0CEBC7DF}"/>
          </ac:picMkLst>
        </pc:picChg>
        <pc:picChg chg="del">
          <ac:chgData name="송 하권" userId="546ba1eaca679e52" providerId="LiveId" clId="{EE3126AB-0010-4287-9F30-AD3F2DB8488D}" dt="2021-05-12T04:31:06.773" v="5962" actId="478"/>
          <ac:picMkLst>
            <pc:docMk/>
            <pc:sldMk cId="2467842883" sldId="389"/>
            <ac:picMk id="5" creationId="{776B65FA-92B3-4092-8E25-89C0CDCAD3C1}"/>
          </ac:picMkLst>
        </pc:picChg>
        <pc:picChg chg="add mod modCrop">
          <ac:chgData name="송 하권" userId="546ba1eaca679e52" providerId="LiveId" clId="{EE3126AB-0010-4287-9F30-AD3F2DB8488D}" dt="2021-05-12T04:32:30.827" v="5991" actId="208"/>
          <ac:picMkLst>
            <pc:docMk/>
            <pc:sldMk cId="2467842883" sldId="389"/>
            <ac:picMk id="7" creationId="{1B1F57E8-9D24-4A8E-8C9E-5D945B7413C2}"/>
          </ac:picMkLst>
        </pc:picChg>
      </pc:sldChg>
    </pc:docChg>
  </pc:docChgLst>
  <pc:docChgLst>
    <pc:chgData name="송 하권" userId="546ba1eaca679e52" providerId="LiveId" clId="{C993F898-E5B2-4EE4-A303-156AC6808E15}"/>
    <pc:docChg chg="undo custSel addSld delSld modSld modMainMaster">
      <pc:chgData name="송 하권" userId="546ba1eaca679e52" providerId="LiveId" clId="{C993F898-E5B2-4EE4-A303-156AC6808E15}" dt="2021-03-09T08:14:13.403" v="1085" actId="2710"/>
      <pc:docMkLst>
        <pc:docMk/>
      </pc:docMkLst>
      <pc:sldChg chg="delSp new del mod">
        <pc:chgData name="송 하권" userId="546ba1eaca679e52" providerId="LiveId" clId="{C993F898-E5B2-4EE4-A303-156AC6808E15}" dt="2021-03-09T07:11:23.934" v="39" actId="47"/>
        <pc:sldMkLst>
          <pc:docMk/>
          <pc:sldMk cId="109058729" sldId="256"/>
        </pc:sldMkLst>
        <pc:spChg chg="del">
          <ac:chgData name="송 하권" userId="546ba1eaca679e52" providerId="LiveId" clId="{C993F898-E5B2-4EE4-A303-156AC6808E15}" dt="2021-03-09T07:05:41.355" v="1" actId="478"/>
          <ac:spMkLst>
            <pc:docMk/>
            <pc:sldMk cId="109058729" sldId="256"/>
            <ac:spMk id="2" creationId="{484DD6EC-7FBE-4549-9509-D1CDD0C534A6}"/>
          </ac:spMkLst>
        </pc:spChg>
        <pc:spChg chg="del">
          <ac:chgData name="송 하권" userId="546ba1eaca679e52" providerId="LiveId" clId="{C993F898-E5B2-4EE4-A303-156AC6808E15}" dt="2021-03-09T07:05:41.816" v="2" actId="478"/>
          <ac:spMkLst>
            <pc:docMk/>
            <pc:sldMk cId="109058729" sldId="256"/>
            <ac:spMk id="3" creationId="{D2CB823A-BE3D-4647-B215-9E620AAC15A8}"/>
          </ac:spMkLst>
        </pc:spChg>
      </pc:sldChg>
      <pc:sldChg chg="addSp modSp new mod">
        <pc:chgData name="송 하권" userId="546ba1eaca679e52" providerId="LiveId" clId="{C993F898-E5B2-4EE4-A303-156AC6808E15}" dt="2021-03-09T07:23:19.203" v="469"/>
        <pc:sldMkLst>
          <pc:docMk/>
          <pc:sldMk cId="3355829159" sldId="256"/>
        </pc:sldMkLst>
        <pc:spChg chg="mod">
          <ac:chgData name="송 하권" userId="546ba1eaca679e52" providerId="LiveId" clId="{C993F898-E5B2-4EE4-A303-156AC6808E15}" dt="2021-03-09T07:23:11.159" v="453" actId="1076"/>
          <ac:spMkLst>
            <pc:docMk/>
            <pc:sldMk cId="3355829159" sldId="256"/>
            <ac:spMk id="2" creationId="{FDD98238-20C7-4F7C-8A86-37DFF86F31E3}"/>
          </ac:spMkLst>
        </pc:spChg>
        <pc:spChg chg="mod">
          <ac:chgData name="송 하권" userId="546ba1eaca679e52" providerId="LiveId" clId="{C993F898-E5B2-4EE4-A303-156AC6808E15}" dt="2021-03-09T07:23:19.203" v="469"/>
          <ac:spMkLst>
            <pc:docMk/>
            <pc:sldMk cId="3355829159" sldId="256"/>
            <ac:spMk id="3" creationId="{45D1A54D-EFEC-4589-9B8F-5C3AB7672467}"/>
          </ac:spMkLst>
        </pc:spChg>
        <pc:picChg chg="add mod">
          <ac:chgData name="송 하권" userId="546ba1eaca679e52" providerId="LiveId" clId="{C993F898-E5B2-4EE4-A303-156AC6808E15}" dt="2021-03-09T07:11:38.951" v="42" actId="1076"/>
          <ac:picMkLst>
            <pc:docMk/>
            <pc:sldMk cId="3355829159" sldId="256"/>
            <ac:picMk id="4" creationId="{2D4EFEFB-8BB9-4840-A653-37DD7E6B32AE}"/>
          </ac:picMkLst>
        </pc:picChg>
      </pc:sldChg>
      <pc:sldChg chg="addSp modSp new mod">
        <pc:chgData name="송 하권" userId="546ba1eaca679e52" providerId="LiveId" clId="{C993F898-E5B2-4EE4-A303-156AC6808E15}" dt="2021-03-09T08:09:40.486" v="663" actId="255"/>
        <pc:sldMkLst>
          <pc:docMk/>
          <pc:sldMk cId="1385355960" sldId="257"/>
        </pc:sldMkLst>
        <pc:spChg chg="mod">
          <ac:chgData name="송 하권" userId="546ba1eaca679e52" providerId="LiveId" clId="{C993F898-E5B2-4EE4-A303-156AC6808E15}" dt="2021-03-09T08:09:40.486" v="663" actId="255"/>
          <ac:spMkLst>
            <pc:docMk/>
            <pc:sldMk cId="1385355960" sldId="257"/>
            <ac:spMk id="2" creationId="{F65CC735-2FFE-4FE4-87FA-7F5B7C057012}"/>
          </ac:spMkLst>
        </pc:spChg>
        <pc:spChg chg="add mod">
          <ac:chgData name="송 하권" userId="546ba1eaca679e52" providerId="LiveId" clId="{C993F898-E5B2-4EE4-A303-156AC6808E15}" dt="2021-03-09T07:22:08.202" v="429"/>
          <ac:spMkLst>
            <pc:docMk/>
            <pc:sldMk cId="1385355960" sldId="257"/>
            <ac:spMk id="5" creationId="{BD8BE806-86B2-4D5F-B296-8DCE47E784A4}"/>
          </ac:spMkLst>
        </pc:spChg>
        <pc:spChg chg="add mod">
          <ac:chgData name="송 하권" userId="546ba1eaca679e52" providerId="LiveId" clId="{C993F898-E5B2-4EE4-A303-156AC6808E15}" dt="2021-03-09T07:22:51.894" v="451" actId="1076"/>
          <ac:spMkLst>
            <pc:docMk/>
            <pc:sldMk cId="1385355960" sldId="257"/>
            <ac:spMk id="6" creationId="{614D24A1-EA9C-4236-9DD0-3FB1D190E8DD}"/>
          </ac:spMkLst>
        </pc:spChg>
        <pc:graphicFrameChg chg="add mod modGraphic">
          <ac:chgData name="송 하권" userId="546ba1eaca679e52" providerId="LiveId" clId="{C993F898-E5B2-4EE4-A303-156AC6808E15}" dt="2021-03-09T07:21:42.447" v="390" actId="1076"/>
          <ac:graphicFrameMkLst>
            <pc:docMk/>
            <pc:sldMk cId="1385355960" sldId="257"/>
            <ac:graphicFrameMk id="3" creationId="{52E02E9D-515E-426F-86BA-F909C0F0A291}"/>
          </ac:graphicFrameMkLst>
        </pc:graphicFrameChg>
        <pc:graphicFrameChg chg="add mod modGraphic">
          <ac:chgData name="송 하권" userId="546ba1eaca679e52" providerId="LiveId" clId="{C993F898-E5B2-4EE4-A303-156AC6808E15}" dt="2021-03-09T07:22:47.262" v="450" actId="1076"/>
          <ac:graphicFrameMkLst>
            <pc:docMk/>
            <pc:sldMk cId="1385355960" sldId="257"/>
            <ac:graphicFrameMk id="4" creationId="{53630511-BBE2-4AC8-9863-8C6872C9186B}"/>
          </ac:graphicFrameMkLst>
        </pc:graphicFrameChg>
      </pc:sldChg>
      <pc:sldChg chg="new del">
        <pc:chgData name="송 하권" userId="546ba1eaca679e52" providerId="LiveId" clId="{C993F898-E5B2-4EE4-A303-156AC6808E15}" dt="2021-03-09T07:14:27.803" v="219" actId="2696"/>
        <pc:sldMkLst>
          <pc:docMk/>
          <pc:sldMk cId="2082920250" sldId="257"/>
        </pc:sldMkLst>
      </pc:sldChg>
      <pc:sldChg chg="addSp modSp new mod">
        <pc:chgData name="송 하권" userId="546ba1eaca679e52" providerId="LiveId" clId="{C993F898-E5B2-4EE4-A303-156AC6808E15}" dt="2021-03-09T07:17:34.221" v="319" actId="14100"/>
        <pc:sldMkLst>
          <pc:docMk/>
          <pc:sldMk cId="2168344158" sldId="258"/>
        </pc:sldMkLst>
        <pc:spChg chg="mod">
          <ac:chgData name="송 하권" userId="546ba1eaca679e52" providerId="LiveId" clId="{C993F898-E5B2-4EE4-A303-156AC6808E15}" dt="2021-03-09T07:16:24.865" v="302" actId="20577"/>
          <ac:spMkLst>
            <pc:docMk/>
            <pc:sldMk cId="2168344158" sldId="258"/>
            <ac:spMk id="2" creationId="{46F58CBD-B244-43D9-A426-0E3768C04C6A}"/>
          </ac:spMkLst>
        </pc:spChg>
        <pc:graphicFrameChg chg="add mod modGraphic">
          <ac:chgData name="송 하권" userId="546ba1eaca679e52" providerId="LiveId" clId="{C993F898-E5B2-4EE4-A303-156AC6808E15}" dt="2021-03-09T07:17:34.221" v="319" actId="14100"/>
          <ac:graphicFrameMkLst>
            <pc:docMk/>
            <pc:sldMk cId="2168344158" sldId="258"/>
            <ac:graphicFrameMk id="3" creationId="{7089B6E8-3117-46BE-83F9-673D9166D4D6}"/>
          </ac:graphicFrameMkLst>
        </pc:graphicFrameChg>
      </pc:sldChg>
      <pc:sldChg chg="addSp delSp modSp new mod">
        <pc:chgData name="송 하권" userId="546ba1eaca679e52" providerId="LiveId" clId="{C993F898-E5B2-4EE4-A303-156AC6808E15}" dt="2021-03-09T07:27:01.235" v="557"/>
        <pc:sldMkLst>
          <pc:docMk/>
          <pc:sldMk cId="3042815057" sldId="259"/>
        </pc:sldMkLst>
        <pc:spChg chg="mod">
          <ac:chgData name="송 하권" userId="546ba1eaca679e52" providerId="LiveId" clId="{C993F898-E5B2-4EE4-A303-156AC6808E15}" dt="2021-03-09T07:23:31.159" v="481"/>
          <ac:spMkLst>
            <pc:docMk/>
            <pc:sldMk cId="3042815057" sldId="259"/>
            <ac:spMk id="2" creationId="{08A76B6E-6DB7-42C1-882D-5BDACADF997B}"/>
          </ac:spMkLst>
        </pc:spChg>
        <pc:spChg chg="add mod">
          <ac:chgData name="송 하권" userId="546ba1eaca679e52" providerId="LiveId" clId="{C993F898-E5B2-4EE4-A303-156AC6808E15}" dt="2021-03-09T07:25:40.998" v="534" actId="1036"/>
          <ac:spMkLst>
            <pc:docMk/>
            <pc:sldMk cId="3042815057" sldId="259"/>
            <ac:spMk id="5" creationId="{28EF6476-107C-4E28-BD9F-E991A19F7EF1}"/>
          </ac:spMkLst>
        </pc:spChg>
        <pc:spChg chg="add mod">
          <ac:chgData name="송 하권" userId="546ba1eaca679e52" providerId="LiveId" clId="{C993F898-E5B2-4EE4-A303-156AC6808E15}" dt="2021-03-09T07:25:36.447" v="530" actId="1076"/>
          <ac:spMkLst>
            <pc:docMk/>
            <pc:sldMk cId="3042815057" sldId="259"/>
            <ac:spMk id="6" creationId="{625F464A-9478-4395-B778-F755FA91374E}"/>
          </ac:spMkLst>
        </pc:spChg>
        <pc:spChg chg="add mod">
          <ac:chgData name="송 하권" userId="546ba1eaca679e52" providerId="LiveId" clId="{C993F898-E5B2-4EE4-A303-156AC6808E15}" dt="2021-03-09T07:25:54.766" v="539" actId="2710"/>
          <ac:spMkLst>
            <pc:docMk/>
            <pc:sldMk cId="3042815057" sldId="259"/>
            <ac:spMk id="8" creationId="{AC5A6137-EBB8-4B4D-AE6A-A0FE84B0EAB2}"/>
          </ac:spMkLst>
        </pc:spChg>
        <pc:spChg chg="add mod">
          <ac:chgData name="송 하권" userId="546ba1eaca679e52" providerId="LiveId" clId="{C993F898-E5B2-4EE4-A303-156AC6808E15}" dt="2021-03-09T07:26:27.655" v="553" actId="1076"/>
          <ac:spMkLst>
            <pc:docMk/>
            <pc:sldMk cId="3042815057" sldId="259"/>
            <ac:spMk id="11" creationId="{FB3CDF66-BAE2-4840-8B16-EB30551E5D31}"/>
          </ac:spMkLst>
        </pc:spChg>
        <pc:spChg chg="add mod">
          <ac:chgData name="송 하권" userId="546ba1eaca679e52" providerId="LiveId" clId="{C993F898-E5B2-4EE4-A303-156AC6808E15}" dt="2021-03-09T07:26:36.455" v="554" actId="1076"/>
          <ac:spMkLst>
            <pc:docMk/>
            <pc:sldMk cId="3042815057" sldId="259"/>
            <ac:spMk id="12" creationId="{5A2D4F2B-56A0-43B5-ADA4-FE39D22DF1AC}"/>
          </ac:spMkLst>
        </pc:spChg>
        <pc:spChg chg="add del mod">
          <ac:chgData name="송 하권" userId="546ba1eaca679e52" providerId="LiveId" clId="{C993F898-E5B2-4EE4-A303-156AC6808E15}" dt="2021-03-09T07:27:01.235" v="557"/>
          <ac:spMkLst>
            <pc:docMk/>
            <pc:sldMk cId="3042815057" sldId="259"/>
            <ac:spMk id="13" creationId="{DBBE81FA-65A0-4093-AF65-0E3692F7ED91}"/>
          </ac:spMkLst>
        </pc:spChg>
        <pc:spChg chg="add del mod">
          <ac:chgData name="송 하권" userId="546ba1eaca679e52" providerId="LiveId" clId="{C993F898-E5B2-4EE4-A303-156AC6808E15}" dt="2021-03-09T07:27:01.235" v="557"/>
          <ac:spMkLst>
            <pc:docMk/>
            <pc:sldMk cId="3042815057" sldId="259"/>
            <ac:spMk id="14" creationId="{ED7E48ED-6D9A-4B99-862A-3A545B70879F}"/>
          </ac:spMkLst>
        </pc:spChg>
        <pc:picChg chg="add mod">
          <ac:chgData name="송 하권" userId="546ba1eaca679e52" providerId="LiveId" clId="{C993F898-E5B2-4EE4-A303-156AC6808E15}" dt="2021-03-09T07:25:32.278" v="528" actId="1076"/>
          <ac:picMkLst>
            <pc:docMk/>
            <pc:sldMk cId="3042815057" sldId="259"/>
            <ac:picMk id="3" creationId="{78585BCB-9489-4D9E-B640-E46033BFEF2E}"/>
          </ac:picMkLst>
        </pc:picChg>
        <pc:picChg chg="add mod">
          <ac:chgData name="송 하권" userId="546ba1eaca679e52" providerId="LiveId" clId="{C993F898-E5B2-4EE4-A303-156AC6808E15}" dt="2021-03-09T07:25:34.247" v="529" actId="1076"/>
          <ac:picMkLst>
            <pc:docMk/>
            <pc:sldMk cId="3042815057" sldId="259"/>
            <ac:picMk id="4" creationId="{3682D07C-76DA-4142-83BF-63A90563B459}"/>
          </ac:picMkLst>
        </pc:picChg>
        <pc:picChg chg="add mod">
          <ac:chgData name="송 하권" userId="546ba1eaca679e52" providerId="LiveId" clId="{C993F898-E5B2-4EE4-A303-156AC6808E15}" dt="2021-03-09T07:25:45.126" v="536" actId="14100"/>
          <ac:picMkLst>
            <pc:docMk/>
            <pc:sldMk cId="3042815057" sldId="259"/>
            <ac:picMk id="7" creationId="{DA9D58D5-20F8-457E-A879-46DEACA016D2}"/>
          </ac:picMkLst>
        </pc:picChg>
        <pc:picChg chg="add mod">
          <ac:chgData name="송 하권" userId="546ba1eaca679e52" providerId="LiveId" clId="{C993F898-E5B2-4EE4-A303-156AC6808E15}" dt="2021-03-09T07:26:06.935" v="544" actId="1076"/>
          <ac:picMkLst>
            <pc:docMk/>
            <pc:sldMk cId="3042815057" sldId="259"/>
            <ac:picMk id="9" creationId="{80385F52-15CF-4706-AA21-D3CB3A6439E0}"/>
          </ac:picMkLst>
        </pc:picChg>
        <pc:picChg chg="add mod">
          <ac:chgData name="송 하권" userId="546ba1eaca679e52" providerId="LiveId" clId="{C993F898-E5B2-4EE4-A303-156AC6808E15}" dt="2021-03-09T07:26:08.838" v="545" actId="1076"/>
          <ac:picMkLst>
            <pc:docMk/>
            <pc:sldMk cId="3042815057" sldId="259"/>
            <ac:picMk id="10" creationId="{2913B404-A461-410D-BCD8-28770E4DF4CB}"/>
          </ac:picMkLst>
        </pc:picChg>
      </pc:sldChg>
      <pc:sldChg chg="addSp delSp modSp new del mod">
        <pc:chgData name="송 하권" userId="546ba1eaca679e52" providerId="LiveId" clId="{C993F898-E5B2-4EE4-A303-156AC6808E15}" dt="2021-03-09T07:26:41.276" v="555" actId="47"/>
        <pc:sldMkLst>
          <pc:docMk/>
          <pc:sldMk cId="1487212789" sldId="260"/>
        </pc:sldMkLst>
        <pc:spChg chg="mod">
          <ac:chgData name="송 하권" userId="546ba1eaca679e52" providerId="LiveId" clId="{C993F898-E5B2-4EE4-A303-156AC6808E15}" dt="2021-03-09T07:24:20.771" v="507" actId="20577"/>
          <ac:spMkLst>
            <pc:docMk/>
            <pc:sldMk cId="1487212789" sldId="260"/>
            <ac:spMk id="2" creationId="{8F6271C9-421A-4E82-8DCB-FBE753A9B9B5}"/>
          </ac:spMkLst>
        </pc:spChg>
        <pc:spChg chg="add del mod">
          <ac:chgData name="송 하권" userId="546ba1eaca679e52" providerId="LiveId" clId="{C993F898-E5B2-4EE4-A303-156AC6808E15}" dt="2021-03-09T07:26:11.438" v="546" actId="21"/>
          <ac:spMkLst>
            <pc:docMk/>
            <pc:sldMk cId="1487212789" sldId="260"/>
            <ac:spMk id="5" creationId="{805FDE3A-133E-446C-969F-4053D063F42C}"/>
          </ac:spMkLst>
        </pc:spChg>
        <pc:spChg chg="add del mod">
          <ac:chgData name="송 하권" userId="546ba1eaca679e52" providerId="LiveId" clId="{C993F898-E5B2-4EE4-A303-156AC6808E15}" dt="2021-03-09T07:26:11.438" v="546" actId="21"/>
          <ac:spMkLst>
            <pc:docMk/>
            <pc:sldMk cId="1487212789" sldId="260"/>
            <ac:spMk id="6" creationId="{131A68E7-A8E0-4AE8-AF4A-1CB3C9C81DD1}"/>
          </ac:spMkLst>
        </pc:spChg>
        <pc:picChg chg="add del mod">
          <ac:chgData name="송 하권" userId="546ba1eaca679e52" providerId="LiveId" clId="{C993F898-E5B2-4EE4-A303-156AC6808E15}" dt="2021-03-09T07:26:01.342" v="540" actId="21"/>
          <ac:picMkLst>
            <pc:docMk/>
            <pc:sldMk cId="1487212789" sldId="260"/>
            <ac:picMk id="3" creationId="{14E24C58-1499-43D6-B38C-23381669A2A7}"/>
          </ac:picMkLst>
        </pc:picChg>
        <pc:picChg chg="add del mod">
          <ac:chgData name="송 하권" userId="546ba1eaca679e52" providerId="LiveId" clId="{C993F898-E5B2-4EE4-A303-156AC6808E15}" dt="2021-03-09T07:26:01.342" v="540" actId="21"/>
          <ac:picMkLst>
            <pc:docMk/>
            <pc:sldMk cId="1487212789" sldId="260"/>
            <ac:picMk id="4" creationId="{BFA96DED-595C-47A3-9CC3-C6876F059934}"/>
          </ac:picMkLst>
        </pc:picChg>
      </pc:sldChg>
      <pc:sldChg chg="addSp delSp modSp add mod">
        <pc:chgData name="송 하권" userId="546ba1eaca679e52" providerId="LiveId" clId="{C993F898-E5B2-4EE4-A303-156AC6808E15}" dt="2021-03-09T07:27:24.306" v="594" actId="478"/>
        <pc:sldMkLst>
          <pc:docMk/>
          <pc:sldMk cId="1658675849" sldId="260"/>
        </pc:sldMkLst>
        <pc:spChg chg="mod">
          <ac:chgData name="송 하권" userId="546ba1eaca679e52" providerId="LiveId" clId="{C993F898-E5B2-4EE4-A303-156AC6808E15}" dt="2021-03-09T07:27:18.839" v="592" actId="2711"/>
          <ac:spMkLst>
            <pc:docMk/>
            <pc:sldMk cId="1658675849" sldId="260"/>
            <ac:spMk id="2" creationId="{FDD98238-20C7-4F7C-8A86-37DFF86F31E3}"/>
          </ac:spMkLst>
        </pc:spChg>
        <pc:spChg chg="del">
          <ac:chgData name="송 하권" userId="546ba1eaca679e52" providerId="LiveId" clId="{C993F898-E5B2-4EE4-A303-156AC6808E15}" dt="2021-03-09T07:27:22.277" v="593" actId="478"/>
          <ac:spMkLst>
            <pc:docMk/>
            <pc:sldMk cId="1658675849" sldId="260"/>
            <ac:spMk id="3" creationId="{45D1A54D-EFEC-4589-9B8F-5C3AB7672467}"/>
          </ac:spMkLst>
        </pc:spChg>
        <pc:spChg chg="add del mod">
          <ac:chgData name="송 하권" userId="546ba1eaca679e52" providerId="LiveId" clId="{C993F898-E5B2-4EE4-A303-156AC6808E15}" dt="2021-03-09T07:27:24.306" v="594" actId="478"/>
          <ac:spMkLst>
            <pc:docMk/>
            <pc:sldMk cId="1658675849" sldId="260"/>
            <ac:spMk id="6" creationId="{505B18FC-9A60-4B2D-8AA5-EC374FFE3914}"/>
          </ac:spMkLst>
        </pc:spChg>
      </pc:sldChg>
      <pc:sldChg chg="addSp modSp new mod">
        <pc:chgData name="송 하권" userId="546ba1eaca679e52" providerId="LiveId" clId="{C993F898-E5B2-4EE4-A303-156AC6808E15}" dt="2021-03-09T08:12:19.720" v="820" actId="113"/>
        <pc:sldMkLst>
          <pc:docMk/>
          <pc:sldMk cId="2137765614" sldId="261"/>
        </pc:sldMkLst>
        <pc:spChg chg="mod">
          <ac:chgData name="송 하권" userId="546ba1eaca679e52" providerId="LiveId" clId="{C993F898-E5B2-4EE4-A303-156AC6808E15}" dt="2021-03-09T08:09:12.463" v="660" actId="404"/>
          <ac:spMkLst>
            <pc:docMk/>
            <pc:sldMk cId="2137765614" sldId="261"/>
            <ac:spMk id="2" creationId="{43F69729-2E35-4291-ACCE-C290801BF372}"/>
          </ac:spMkLst>
        </pc:spChg>
        <pc:spChg chg="add mod">
          <ac:chgData name="송 하권" userId="546ba1eaca679e52" providerId="LiveId" clId="{C993F898-E5B2-4EE4-A303-156AC6808E15}" dt="2021-03-09T08:12:19.720" v="820" actId="113"/>
          <ac:spMkLst>
            <pc:docMk/>
            <pc:sldMk cId="2137765614" sldId="261"/>
            <ac:spMk id="3" creationId="{FE47CDB8-1AC1-4D16-A896-A5B4D6A70373}"/>
          </ac:spMkLst>
        </pc:spChg>
        <pc:spChg chg="add mod">
          <ac:chgData name="송 하권" userId="546ba1eaca679e52" providerId="LiveId" clId="{C993F898-E5B2-4EE4-A303-156AC6808E15}" dt="2021-03-09T08:11:08.782" v="793" actId="1076"/>
          <ac:spMkLst>
            <pc:docMk/>
            <pc:sldMk cId="2137765614" sldId="261"/>
            <ac:spMk id="7" creationId="{0798E6C1-B2DC-4862-8321-E583FF1B5493}"/>
          </ac:spMkLst>
        </pc:spChg>
        <pc:spChg chg="add mod">
          <ac:chgData name="송 하권" userId="546ba1eaca679e52" providerId="LiveId" clId="{C993F898-E5B2-4EE4-A303-156AC6808E15}" dt="2021-03-09T08:11:11.247" v="795" actId="1076"/>
          <ac:spMkLst>
            <pc:docMk/>
            <pc:sldMk cId="2137765614" sldId="261"/>
            <ac:spMk id="8" creationId="{BA910D6D-F031-4B96-B7FD-8B6D9A7ABDEC}"/>
          </ac:spMkLst>
        </pc:spChg>
        <pc:spChg chg="add mod">
          <ac:chgData name="송 하권" userId="546ba1eaca679e52" providerId="LiveId" clId="{C993F898-E5B2-4EE4-A303-156AC6808E15}" dt="2021-03-09T08:11:22.356" v="799" actId="14100"/>
          <ac:spMkLst>
            <pc:docMk/>
            <pc:sldMk cId="2137765614" sldId="261"/>
            <ac:spMk id="9" creationId="{6AB9DEFC-B6BA-4D94-B068-9F64594317FC}"/>
          </ac:spMkLst>
        </pc:spChg>
        <pc:spChg chg="add mod">
          <ac:chgData name="송 하권" userId="546ba1eaca679e52" providerId="LiveId" clId="{C993F898-E5B2-4EE4-A303-156AC6808E15}" dt="2021-03-09T08:11:51.989" v="817" actId="1038"/>
          <ac:spMkLst>
            <pc:docMk/>
            <pc:sldMk cId="2137765614" sldId="261"/>
            <ac:spMk id="14" creationId="{BE60A200-5EDF-4C09-8094-7FBCD9ECC1C8}"/>
          </ac:spMkLst>
        </pc:spChg>
        <pc:picChg chg="add mod">
          <ac:chgData name="송 하권" userId="546ba1eaca679e52" providerId="LiveId" clId="{C993F898-E5B2-4EE4-A303-156AC6808E15}" dt="2021-03-09T08:10:50.292" v="784" actId="1076"/>
          <ac:picMkLst>
            <pc:docMk/>
            <pc:sldMk cId="2137765614" sldId="261"/>
            <ac:picMk id="4" creationId="{CE91156F-E993-445D-B64A-A57753DA7E0E}"/>
          </ac:picMkLst>
        </pc:picChg>
        <pc:picChg chg="add mod">
          <ac:chgData name="송 하권" userId="546ba1eaca679e52" providerId="LiveId" clId="{C993F898-E5B2-4EE4-A303-156AC6808E15}" dt="2021-03-09T08:11:00.692" v="789" actId="1076"/>
          <ac:picMkLst>
            <pc:docMk/>
            <pc:sldMk cId="2137765614" sldId="261"/>
            <ac:picMk id="5" creationId="{32205AA2-A20D-47C3-90E9-D095153EED5D}"/>
          </ac:picMkLst>
        </pc:picChg>
        <pc:picChg chg="add mod">
          <ac:chgData name="송 하권" userId="546ba1eaca679e52" providerId="LiveId" clId="{C993F898-E5B2-4EE4-A303-156AC6808E15}" dt="2021-03-09T08:11:02.613" v="790" actId="1076"/>
          <ac:picMkLst>
            <pc:docMk/>
            <pc:sldMk cId="2137765614" sldId="261"/>
            <ac:picMk id="6" creationId="{069AAA1A-C643-4D52-98D6-7D747092D1D5}"/>
          </ac:picMkLst>
        </pc:picChg>
        <pc:cxnChg chg="add mod">
          <ac:chgData name="송 하권" userId="546ba1eaca679e52" providerId="LiveId" clId="{C993F898-E5B2-4EE4-A303-156AC6808E15}" dt="2021-03-09T08:11:37.589" v="811" actId="1038"/>
          <ac:cxnSpMkLst>
            <pc:docMk/>
            <pc:sldMk cId="2137765614" sldId="261"/>
            <ac:cxnSpMk id="10" creationId="{41185818-5830-4117-A459-C39668F60893}"/>
          </ac:cxnSpMkLst>
        </pc:cxnChg>
        <pc:cxnChg chg="add mod">
          <ac:chgData name="송 하권" userId="546ba1eaca679e52" providerId="LiveId" clId="{C993F898-E5B2-4EE4-A303-156AC6808E15}" dt="2021-03-09T08:11:51.989" v="817" actId="1038"/>
          <ac:cxnSpMkLst>
            <pc:docMk/>
            <pc:sldMk cId="2137765614" sldId="261"/>
            <ac:cxnSpMk id="15" creationId="{C2884C8D-559F-40D5-A6CF-FEEBDA4B734C}"/>
          </ac:cxnSpMkLst>
        </pc:cxnChg>
      </pc:sldChg>
      <pc:sldChg chg="addSp modSp new mod">
        <pc:chgData name="송 하권" userId="546ba1eaca679e52" providerId="LiveId" clId="{C993F898-E5B2-4EE4-A303-156AC6808E15}" dt="2021-03-09T08:14:13.403" v="1085" actId="2710"/>
        <pc:sldMkLst>
          <pc:docMk/>
          <pc:sldMk cId="1121182950" sldId="262"/>
        </pc:sldMkLst>
        <pc:spChg chg="mod">
          <ac:chgData name="송 하권" userId="546ba1eaca679e52" providerId="LiveId" clId="{C993F898-E5B2-4EE4-A303-156AC6808E15}" dt="2021-03-09T08:12:11.274" v="819"/>
          <ac:spMkLst>
            <pc:docMk/>
            <pc:sldMk cId="1121182950" sldId="262"/>
            <ac:spMk id="2" creationId="{EE2B08CB-5A2A-4F3B-8717-FE4156E34E2F}"/>
          </ac:spMkLst>
        </pc:spChg>
        <pc:spChg chg="add mod">
          <ac:chgData name="송 하권" userId="546ba1eaca679e52" providerId="LiveId" clId="{C993F898-E5B2-4EE4-A303-156AC6808E15}" dt="2021-03-09T08:14:13.403" v="1085" actId="2710"/>
          <ac:spMkLst>
            <pc:docMk/>
            <pc:sldMk cId="1121182950" sldId="262"/>
            <ac:spMk id="3" creationId="{35C2BDAB-AB53-45A5-954E-5DBC605999E3}"/>
          </ac:spMkLst>
        </pc:spChg>
      </pc:sldChg>
      <pc:sldMasterChg chg="addSp delSp modSp addSldLayout delSldLayout modSldLayout">
        <pc:chgData name="송 하권" userId="546ba1eaca679e52" providerId="LiveId" clId="{C993F898-E5B2-4EE4-A303-156AC6808E15}" dt="2021-03-09T08:09:30.359" v="662" actId="404"/>
        <pc:sldMasterMkLst>
          <pc:docMk/>
          <pc:sldMasterMk cId="3494573226" sldId="2147483660"/>
        </pc:sldMasterMkLst>
        <pc:picChg chg="add del mod">
          <ac:chgData name="송 하권" userId="546ba1eaca679e52" providerId="LiveId" clId="{C993F898-E5B2-4EE4-A303-156AC6808E15}" dt="2021-03-09T07:10:27.626" v="14" actId="21"/>
          <ac:picMkLst>
            <pc:docMk/>
            <pc:sldMasterMk cId="3494573226" sldId="2147483660"/>
            <ac:picMk id="7" creationId="{D968ED81-9215-4F04-B0AF-75406749D73B}"/>
          </ac:picMkLst>
        </pc:picChg>
        <pc:sldLayoutChg chg="addSp delSp modSp new mod">
          <pc:chgData name="송 하권" userId="546ba1eaca679e52" providerId="LiveId" clId="{C993F898-E5B2-4EE4-A303-156AC6808E15}" dt="2021-03-09T08:09:30.359" v="662" actId="404"/>
          <pc:sldLayoutMkLst>
            <pc:docMk/>
            <pc:sldMasterMk cId="3494573226" sldId="2147483660"/>
            <pc:sldLayoutMk cId="2135059883" sldId="2147483672"/>
          </pc:sldLayoutMkLst>
          <pc:spChg chg="del">
            <ac:chgData name="송 하권" userId="546ba1eaca679e52" providerId="LiveId" clId="{C993F898-E5B2-4EE4-A303-156AC6808E15}" dt="2021-03-09T07:06:42.713" v="4" actId="478"/>
            <ac:spMkLst>
              <pc:docMk/>
              <pc:sldMasterMk cId="3494573226" sldId="2147483660"/>
              <pc:sldLayoutMk cId="2135059883" sldId="2147483672"/>
              <ac:spMk id="2" creationId="{40369776-9266-487E-8E5D-61D593A438A9}"/>
            </ac:spMkLst>
          </pc:spChg>
          <pc:spChg chg="del">
            <ac:chgData name="송 하권" userId="546ba1eaca679e52" providerId="LiveId" clId="{C993F898-E5B2-4EE4-A303-156AC6808E15}" dt="2021-03-09T07:06:43.560" v="5" actId="478"/>
            <ac:spMkLst>
              <pc:docMk/>
              <pc:sldMasterMk cId="3494573226" sldId="2147483660"/>
              <pc:sldLayoutMk cId="2135059883" sldId="2147483672"/>
              <ac:spMk id="3" creationId="{57070958-008B-450E-A9DA-71BB06ADBF07}"/>
            </ac:spMkLst>
          </pc:spChg>
          <pc:spChg chg="del">
            <ac:chgData name="송 하권" userId="546ba1eaca679e52" providerId="LiveId" clId="{C993F898-E5B2-4EE4-A303-156AC6808E15}" dt="2021-03-09T07:06:44.008" v="6" actId="478"/>
            <ac:spMkLst>
              <pc:docMk/>
              <pc:sldMasterMk cId="3494573226" sldId="2147483660"/>
              <pc:sldLayoutMk cId="2135059883" sldId="2147483672"/>
              <ac:spMk id="4" creationId="{F4E85338-DA63-4CCF-AC6B-FBE56E55F452}"/>
            </ac:spMkLst>
          </pc:spChg>
          <pc:spChg chg="del">
            <ac:chgData name="송 하권" userId="546ba1eaca679e52" providerId="LiveId" clId="{C993F898-E5B2-4EE4-A303-156AC6808E15}" dt="2021-03-09T07:06:44.567" v="7" actId="478"/>
            <ac:spMkLst>
              <pc:docMk/>
              <pc:sldMasterMk cId="3494573226" sldId="2147483660"/>
              <pc:sldLayoutMk cId="2135059883" sldId="2147483672"/>
              <ac:spMk id="5" creationId="{E11BDAC6-3A1C-498F-BCA5-57B3D0890D32}"/>
            </ac:spMkLst>
          </pc:spChg>
          <pc:spChg chg="add del mod">
            <ac:chgData name="송 하권" userId="546ba1eaca679e52" providerId="LiveId" clId="{C993F898-E5B2-4EE4-A303-156AC6808E15}" dt="2021-03-09T07:13:12.650" v="200" actId="478"/>
            <ac:spMkLst>
              <pc:docMk/>
              <pc:sldMasterMk cId="3494573226" sldId="2147483660"/>
              <pc:sldLayoutMk cId="2135059883" sldId="2147483672"/>
              <ac:spMk id="9" creationId="{99D90B8D-F7A4-4D96-9FA0-F3EEF1107EEC}"/>
            </ac:spMkLst>
          </pc:spChg>
          <pc:spChg chg="add del">
            <ac:chgData name="송 하권" userId="546ba1eaca679e52" providerId="LiveId" clId="{C993F898-E5B2-4EE4-A303-156AC6808E15}" dt="2021-03-09T07:12:47.779" v="127" actId="11529"/>
            <ac:spMkLst>
              <pc:docMk/>
              <pc:sldMasterMk cId="3494573226" sldId="2147483660"/>
              <pc:sldLayoutMk cId="2135059883" sldId="2147483672"/>
              <ac:spMk id="10" creationId="{8072CDEE-C4D0-412F-BBA1-30E445406405}"/>
            </ac:spMkLst>
          </pc:spChg>
          <pc:spChg chg="add del mod">
            <ac:chgData name="송 하권" userId="546ba1eaca679e52" providerId="LiveId" clId="{C993F898-E5B2-4EE4-A303-156AC6808E15}" dt="2021-03-09T07:13:55.193" v="210" actId="478"/>
            <ac:spMkLst>
              <pc:docMk/>
              <pc:sldMasterMk cId="3494573226" sldId="2147483660"/>
              <pc:sldLayoutMk cId="2135059883" sldId="2147483672"/>
              <ac:spMk id="11" creationId="{6F1B22F1-B452-43BA-A263-63C271AB45D0}"/>
            </ac:spMkLst>
          </pc:spChg>
          <pc:spChg chg="add del">
            <ac:chgData name="송 하권" userId="546ba1eaca679e52" providerId="LiveId" clId="{C993F898-E5B2-4EE4-A303-156AC6808E15}" dt="2021-03-09T07:13:32.243" v="202" actId="11529"/>
            <ac:spMkLst>
              <pc:docMk/>
              <pc:sldMasterMk cId="3494573226" sldId="2147483660"/>
              <pc:sldLayoutMk cId="2135059883" sldId="2147483672"/>
              <ac:spMk id="12" creationId="{145C1821-EF2E-48FE-AFBC-BAD09197E118}"/>
            </ac:spMkLst>
          </pc:spChg>
          <pc:spChg chg="add del mod">
            <ac:chgData name="송 하권" userId="546ba1eaca679e52" providerId="LiveId" clId="{C993F898-E5B2-4EE4-A303-156AC6808E15}" dt="2021-03-09T07:13:37.193" v="205" actId="478"/>
            <ac:spMkLst>
              <pc:docMk/>
              <pc:sldMasterMk cId="3494573226" sldId="2147483660"/>
              <pc:sldLayoutMk cId="2135059883" sldId="2147483672"/>
              <ac:spMk id="13" creationId="{7ED717F3-DBC4-46D9-B902-3FF5AFCF79FA}"/>
            </ac:spMkLst>
          </pc:spChg>
          <pc:spChg chg="add mod">
            <ac:chgData name="송 하권" userId="546ba1eaca679e52" providerId="LiveId" clId="{C993F898-E5B2-4EE4-A303-156AC6808E15}" dt="2021-03-09T08:09:30.359" v="662" actId="404"/>
            <ac:spMkLst>
              <pc:docMk/>
              <pc:sldMasterMk cId="3494573226" sldId="2147483660"/>
              <pc:sldLayoutMk cId="2135059883" sldId="2147483672"/>
              <ac:spMk id="14" creationId="{6B660168-6336-4D00-B5AF-7062C259A629}"/>
            </ac:spMkLst>
          </pc:spChg>
          <pc:picChg chg="add mod">
            <ac:chgData name="송 하권" userId="546ba1eaca679e52" providerId="LiveId" clId="{C993F898-E5B2-4EE4-A303-156AC6808E15}" dt="2021-03-09T07:10:29.141" v="15"/>
            <ac:picMkLst>
              <pc:docMk/>
              <pc:sldMasterMk cId="3494573226" sldId="2147483660"/>
              <pc:sldLayoutMk cId="2135059883" sldId="2147483672"/>
              <ac:picMk id="8" creationId="{E1CE379B-3C2B-4B1C-A04B-3243D588A0FB}"/>
            </ac:picMkLst>
          </pc:picChg>
          <pc:cxnChg chg="add mod">
            <ac:chgData name="송 하권" userId="546ba1eaca679e52" providerId="LiveId" clId="{C993F898-E5B2-4EE4-A303-156AC6808E15}" dt="2021-03-09T07:10:44.196" v="25" actId="1036"/>
            <ac:cxnSpMkLst>
              <pc:docMk/>
              <pc:sldMasterMk cId="3494573226" sldId="2147483660"/>
              <pc:sldLayoutMk cId="2135059883" sldId="2147483672"/>
              <ac:cxnSpMk id="7" creationId="{7CB256A1-F04C-466F-A981-DD0F9DC169C1}"/>
            </ac:cxnSpMkLst>
          </pc:cxnChg>
        </pc:sldLayoutChg>
        <pc:sldLayoutChg chg="new del mod">
          <pc:chgData name="송 하권" userId="546ba1eaca679e52" providerId="LiveId" clId="{C993F898-E5B2-4EE4-A303-156AC6808E15}" dt="2021-03-09T07:12:41.188" v="126" actId="2696"/>
          <pc:sldLayoutMkLst>
            <pc:docMk/>
            <pc:sldMasterMk cId="3494573226" sldId="2147483660"/>
            <pc:sldLayoutMk cId="2621194623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9765C-34AF-457A-A3C2-3106767F00DA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86051-2C57-46A1-9B31-845A6F653F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43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27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088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797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495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83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683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526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969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00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25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175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216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847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784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383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908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224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356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777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575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204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038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059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2209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766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6041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6742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2804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3675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1822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1373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7117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7097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3344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8730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0726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4367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3977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5795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2082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4803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850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6055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3413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7299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2853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1111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7423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5551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5691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14933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6502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239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94890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974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6375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44952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8914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86051-2C57-46A1-9B31-845A6F653FFA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08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CB256A1-F04C-466F-A981-DD0F9DC169C1}"/>
              </a:ext>
            </a:extLst>
          </p:cNvPr>
          <p:cNvCxnSpPr/>
          <p:nvPr userDrawn="1"/>
        </p:nvCxnSpPr>
        <p:spPr>
          <a:xfrm>
            <a:off x="0" y="993913"/>
            <a:ext cx="6858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1">
            <a:extLst>
              <a:ext uri="{FF2B5EF4-FFF2-40B4-BE49-F238E27FC236}">
                <a16:creationId xmlns:a16="http://schemas.microsoft.com/office/drawing/2014/main" id="{E1CE379B-3C2B-4B1C-A04B-3243D588A0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7" y="4"/>
            <a:ext cx="1089025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B660168-6336-4D00-B5AF-7062C259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43" y="64921"/>
            <a:ext cx="6121469" cy="864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59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19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44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629230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48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5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3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3" y="2428351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3" y="3618444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5" y="2428351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5" y="3618444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75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26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176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5" y="1426287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4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55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5" y="1426287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4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05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486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7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7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0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0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0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40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C9C46-FD91-4E45-A255-C93F87B738C5}" type="datetimeFigureOut">
              <a:rPr lang="ko-KR" altLang="en-US" smtClean="0"/>
              <a:t>2021-05-27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5" y="9181401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40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09396-410B-45EA-BD34-CC521B663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57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5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98238-20C7-4F7C-8A86-37DFF86F3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855876"/>
            <a:ext cx="5829300" cy="1793522"/>
          </a:xfrm>
        </p:spPr>
        <p:txBody>
          <a:bodyPr/>
          <a:lstStyle/>
          <a:p>
            <a:r>
              <a:rPr lang="en-US" altLang="ko-KR" b="1" dirty="0">
                <a:latin typeface="+mj-ea"/>
              </a:rPr>
              <a:t>CATIA</a:t>
            </a:r>
            <a:r>
              <a:rPr lang="ko-KR" altLang="en-US" b="1" dirty="0">
                <a:latin typeface="+mj-ea"/>
              </a:rPr>
              <a:t> 설계 실습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D1A54D-EFEC-4589-9B8F-5C3AB7672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1187" y="7989009"/>
            <a:ext cx="2182467" cy="1101985"/>
          </a:xfrm>
        </p:spPr>
        <p:txBody>
          <a:bodyPr>
            <a:normAutofit/>
          </a:bodyPr>
          <a:lstStyle/>
          <a:p>
            <a:pPr algn="l"/>
            <a:r>
              <a:rPr lang="ko-KR" altLang="en-US" dirty="0"/>
              <a:t>기계공학과</a:t>
            </a:r>
            <a:endParaRPr lang="en-US" altLang="ko-KR" dirty="0"/>
          </a:p>
          <a:p>
            <a:pPr algn="l"/>
            <a:r>
              <a:rPr lang="ko-KR" altLang="en-US" dirty="0"/>
              <a:t>컴퓨터</a:t>
            </a:r>
            <a:r>
              <a:rPr lang="en-US" altLang="ko-KR" dirty="0"/>
              <a:t> </a:t>
            </a:r>
            <a:r>
              <a:rPr lang="ko-KR" altLang="en-US" dirty="0"/>
              <a:t>이용 설계</a:t>
            </a:r>
            <a:endParaRPr lang="en-US" altLang="ko-KR" dirty="0"/>
          </a:p>
          <a:p>
            <a:pPr algn="l"/>
            <a:r>
              <a:rPr lang="ko-KR" altLang="en-US" dirty="0"/>
              <a:t>송하권</a:t>
            </a:r>
          </a:p>
        </p:txBody>
      </p:sp>
      <p:pic>
        <p:nvPicPr>
          <p:cNvPr id="4" name="그림 1">
            <a:extLst>
              <a:ext uri="{FF2B5EF4-FFF2-40B4-BE49-F238E27FC236}">
                <a16:creationId xmlns:a16="http://schemas.microsoft.com/office/drawing/2014/main" id="{2D4EFEFB-8BB9-4840-A653-37DD7E6B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9" y="4"/>
            <a:ext cx="1089025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582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58CBD-B244-43D9-A426-0E3768C04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및 실습 계획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7089B6E8-3117-46BE-83F9-673D9166D4D6}"/>
              </a:ext>
            </a:extLst>
          </p:cNvPr>
          <p:cNvGraphicFramePr>
            <a:graphicFrameLocks noGrp="1"/>
          </p:cNvGraphicFramePr>
          <p:nvPr/>
        </p:nvGraphicFramePr>
        <p:xfrm>
          <a:off x="442913" y="1514475"/>
          <a:ext cx="5981072" cy="7886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00">
                  <a:extLst>
                    <a:ext uri="{9D8B030D-6E8A-4147-A177-3AD203B41FA5}">
                      <a16:colId xmlns:a16="http://schemas.microsoft.com/office/drawing/2014/main" val="3583880690"/>
                    </a:ext>
                  </a:extLst>
                </a:gridCol>
                <a:gridCol w="646113">
                  <a:extLst>
                    <a:ext uri="{9D8B030D-6E8A-4147-A177-3AD203B41FA5}">
                      <a16:colId xmlns:a16="http://schemas.microsoft.com/office/drawing/2014/main" val="2987710669"/>
                    </a:ext>
                  </a:extLst>
                </a:gridCol>
                <a:gridCol w="210141">
                  <a:extLst>
                    <a:ext uri="{9D8B030D-6E8A-4147-A177-3AD203B41FA5}">
                      <a16:colId xmlns:a16="http://schemas.microsoft.com/office/drawing/2014/main" val="1251887467"/>
                    </a:ext>
                  </a:extLst>
                </a:gridCol>
                <a:gridCol w="3872975">
                  <a:extLst>
                    <a:ext uri="{9D8B030D-6E8A-4147-A177-3AD203B41FA5}">
                      <a16:colId xmlns:a16="http://schemas.microsoft.com/office/drawing/2014/main" val="648688315"/>
                    </a:ext>
                  </a:extLst>
                </a:gridCol>
                <a:gridCol w="652843">
                  <a:extLst>
                    <a:ext uri="{9D8B030D-6E8A-4147-A177-3AD203B41FA5}">
                      <a16:colId xmlns:a16="http://schemas.microsoft.com/office/drawing/2014/main" val="3050315210"/>
                    </a:ext>
                  </a:extLst>
                </a:gridCol>
              </a:tblGrid>
              <a:tr h="8243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강의 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443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03/04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이론 강의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0800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03/11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343622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03/18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631055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03/25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이론 시험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868364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04/01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1, 2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CATIA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작업 환경 설정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Sketcher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255594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04/08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3, 4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CATIA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작업 환경 설정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Sketcher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884558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04/15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1, 2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Part Design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780331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04/22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3, 4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Part Design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346203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04/29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1, 2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Part Design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727597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05/06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3, 4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Part Design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832250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05/13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1, 2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Part Design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522306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05/20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3, 4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Part Design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554957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05/27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1, 2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Assembly Design, Drafting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149592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06/03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3, 4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: Assembly Design, Drafting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241748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06/10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설계 시험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691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34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58CBD-B244-43D9-A426-0E3768C04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및 실습 계획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7089B6E8-3117-46BE-83F9-673D9166D4D6}"/>
              </a:ext>
            </a:extLst>
          </p:cNvPr>
          <p:cNvGraphicFramePr>
            <a:graphicFrameLocks noGrp="1"/>
          </p:cNvGraphicFramePr>
          <p:nvPr/>
        </p:nvGraphicFramePr>
        <p:xfrm>
          <a:off x="442913" y="1514479"/>
          <a:ext cx="5981072" cy="4207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113">
                  <a:extLst>
                    <a:ext uri="{9D8B030D-6E8A-4147-A177-3AD203B41FA5}">
                      <a16:colId xmlns:a16="http://schemas.microsoft.com/office/drawing/2014/main" val="3583880690"/>
                    </a:ext>
                  </a:extLst>
                </a:gridCol>
                <a:gridCol w="210141">
                  <a:extLst>
                    <a:ext uri="{9D8B030D-6E8A-4147-A177-3AD203B41FA5}">
                      <a16:colId xmlns:a16="http://schemas.microsoft.com/office/drawing/2014/main" val="1251887467"/>
                    </a:ext>
                  </a:extLst>
                </a:gridCol>
                <a:gridCol w="3872975">
                  <a:extLst>
                    <a:ext uri="{9D8B030D-6E8A-4147-A177-3AD203B41FA5}">
                      <a16:colId xmlns:a16="http://schemas.microsoft.com/office/drawing/2014/main" val="648688315"/>
                    </a:ext>
                  </a:extLst>
                </a:gridCol>
                <a:gridCol w="652843">
                  <a:extLst>
                    <a:ext uri="{9D8B030D-6E8A-4147-A177-3AD203B41FA5}">
                      <a16:colId xmlns:a16="http://schemas.microsoft.com/office/drawing/2014/main" val="3050315210"/>
                    </a:ext>
                  </a:extLst>
                </a:gridCol>
              </a:tblGrid>
              <a:tr h="824383"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강의 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443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04/01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04/08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Sketcher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255594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04/15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04/22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Part Design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• Sketch-Based Features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884558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04/29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05/06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Part Design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• Dress-Up Features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• Surface Based Features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780331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05/13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05/20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Part Design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• Transformation Features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• Patten etc.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978939"/>
                  </a:ext>
                </a:extLst>
              </a:tr>
              <a:tr h="4708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05/27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06/03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Assembly Design</a:t>
                      </a:r>
                    </a:p>
                    <a:p>
                      <a:pPr algn="l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Drafting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346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32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98238-20C7-4F7C-8A86-37DFF86F3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855876"/>
            <a:ext cx="5829300" cy="1793522"/>
          </a:xfrm>
        </p:spPr>
        <p:txBody>
          <a:bodyPr/>
          <a:lstStyle/>
          <a:p>
            <a:r>
              <a:rPr lang="en-US" altLang="ko-KR" b="1" dirty="0">
                <a:latin typeface="+mj-ea"/>
              </a:rPr>
              <a:t>Assembly Design</a:t>
            </a:r>
            <a:endParaRPr lang="ko-KR" altLang="en-US" b="1" dirty="0">
              <a:latin typeface="+mj-ea"/>
            </a:endParaRPr>
          </a:p>
        </p:txBody>
      </p:sp>
      <p:pic>
        <p:nvPicPr>
          <p:cNvPr id="4" name="그림 1">
            <a:extLst>
              <a:ext uri="{FF2B5EF4-FFF2-40B4-BE49-F238E27FC236}">
                <a16:creationId xmlns:a16="http://schemas.microsoft.com/office/drawing/2014/main" id="{2D4EFEFB-8BB9-4840-A653-37DD7E6B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9" y="4"/>
            <a:ext cx="1089025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196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그림과 같이 </a:t>
            </a:r>
            <a:r>
              <a:rPr lang="en-US" altLang="ko-KR" dirty="0">
                <a:latin typeface="+mn-ea"/>
              </a:rPr>
              <a:t>Assembly Design </a:t>
            </a:r>
            <a:r>
              <a:rPr lang="ko-KR" altLang="en-US" dirty="0">
                <a:latin typeface="+mn-ea"/>
              </a:rPr>
              <a:t>창을 생성한다</a:t>
            </a:r>
            <a:r>
              <a:rPr lang="en-US" altLang="ko-KR" dirty="0">
                <a:latin typeface="+mn-ea"/>
              </a:rPr>
              <a:t>.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573CF3-1526-4C7C-BDCC-054C34079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622477"/>
            <a:ext cx="5915851" cy="53252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7DB9656-7386-4D1B-BAE1-F78A778CE901}"/>
              </a:ext>
            </a:extLst>
          </p:cNvPr>
          <p:cNvSpPr/>
          <p:nvPr/>
        </p:nvSpPr>
        <p:spPr>
          <a:xfrm>
            <a:off x="428625" y="3352800"/>
            <a:ext cx="2485263" cy="231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89C12B-FB75-4AA2-999E-46EF00A1C929}"/>
              </a:ext>
            </a:extLst>
          </p:cNvPr>
          <p:cNvSpPr/>
          <p:nvPr/>
        </p:nvSpPr>
        <p:spPr>
          <a:xfrm>
            <a:off x="2765934" y="3527145"/>
            <a:ext cx="3366642" cy="3365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627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225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그림과 같이 </a:t>
            </a:r>
            <a:r>
              <a:rPr lang="ko-KR" altLang="en-US" dirty="0" err="1">
                <a:latin typeface="+mn-ea"/>
              </a:rPr>
              <a:t>툴바를</a:t>
            </a:r>
            <a:r>
              <a:rPr lang="ko-KR" altLang="en-US" dirty="0">
                <a:latin typeface="+mn-ea"/>
              </a:rPr>
              <a:t> 준비한다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Product Structure tools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Move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Constraints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20E694-48D8-4097-96BF-61821D962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43" y="3723564"/>
            <a:ext cx="6333335" cy="56320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5B60F0-967E-4F3B-A6DE-9B9CD18A88C2}"/>
              </a:ext>
            </a:extLst>
          </p:cNvPr>
          <p:cNvSpPr/>
          <p:nvPr/>
        </p:nvSpPr>
        <p:spPr>
          <a:xfrm>
            <a:off x="308390" y="3795820"/>
            <a:ext cx="6078122" cy="6176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789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Existing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 아이콘 클릭 후 </a:t>
            </a:r>
            <a:r>
              <a:rPr lang="en-US" altLang="ko-KR" dirty="0">
                <a:latin typeface="+mn-ea"/>
              </a:rPr>
              <a:t>Product1 </a:t>
            </a:r>
            <a:r>
              <a:rPr lang="ko-KR" altLang="en-US" dirty="0">
                <a:latin typeface="+mn-ea"/>
              </a:rPr>
              <a:t>클릭하여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Part</a:t>
            </a:r>
            <a:r>
              <a:rPr lang="ko-KR" altLang="en-US" dirty="0">
                <a:latin typeface="+mn-ea"/>
              </a:rPr>
              <a:t>를 불러온다</a:t>
            </a:r>
            <a:endParaRPr lang="en-US" altLang="ko-KR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34A307-19F4-444E-B3C9-0D6B72B0D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3037976"/>
            <a:ext cx="3248478" cy="8383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5B60F0-967E-4F3B-A6DE-9B9CD18A88C2}"/>
              </a:ext>
            </a:extLst>
          </p:cNvPr>
          <p:cNvSpPr/>
          <p:nvPr/>
        </p:nvSpPr>
        <p:spPr>
          <a:xfrm>
            <a:off x="1462599" y="3457134"/>
            <a:ext cx="293049" cy="3586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5C30D5-E230-487B-A0C3-016EBBDF3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610" y="4314969"/>
            <a:ext cx="2562583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46C83C6-94CC-4EE3-A6F5-14E0D118A762}"/>
              </a:ext>
            </a:extLst>
          </p:cNvPr>
          <p:cNvSpPr/>
          <p:nvPr/>
        </p:nvSpPr>
        <p:spPr>
          <a:xfrm>
            <a:off x="2438400" y="4669536"/>
            <a:ext cx="990600" cy="5242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1693E0F-BA37-44B2-A24C-869804822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" y="6468384"/>
            <a:ext cx="4918007" cy="31424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6A2507-5BA5-4CCD-B121-EB29D95B0A07}"/>
              </a:ext>
            </a:extLst>
          </p:cNvPr>
          <p:cNvSpPr/>
          <p:nvPr/>
        </p:nvSpPr>
        <p:spPr>
          <a:xfrm>
            <a:off x="2501807" y="7016495"/>
            <a:ext cx="4171848" cy="7693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776F23-2865-4FEF-9B2E-BC2215A911A4}"/>
              </a:ext>
            </a:extLst>
          </p:cNvPr>
          <p:cNvSpPr/>
          <p:nvPr/>
        </p:nvSpPr>
        <p:spPr>
          <a:xfrm>
            <a:off x="5864351" y="8766048"/>
            <a:ext cx="732239" cy="337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98A1D804-B9DA-490A-A66A-39531C7B33EA}"/>
              </a:ext>
            </a:extLst>
          </p:cNvPr>
          <p:cNvSpPr/>
          <p:nvPr/>
        </p:nvSpPr>
        <p:spPr>
          <a:xfrm>
            <a:off x="2586864" y="6136078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23ADDD51-07C6-48EF-B50E-C347E612021C}"/>
              </a:ext>
            </a:extLst>
          </p:cNvPr>
          <p:cNvSpPr/>
          <p:nvPr/>
        </p:nvSpPr>
        <p:spPr>
          <a:xfrm>
            <a:off x="2580096" y="3847435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22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Fix Component</a:t>
            </a:r>
            <a:r>
              <a:rPr lang="ko-KR" altLang="en-US" dirty="0">
                <a:latin typeface="+mn-ea"/>
              </a:rPr>
              <a:t>를 클릭하고 기준이 되는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를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고정한다</a:t>
            </a:r>
            <a:r>
              <a:rPr lang="en-US" altLang="ko-KR" dirty="0">
                <a:latin typeface="+mn-ea"/>
              </a:rPr>
              <a:t>.(</a:t>
            </a:r>
            <a:r>
              <a:rPr lang="ko-KR" altLang="en-US" dirty="0">
                <a:latin typeface="+mn-ea"/>
              </a:rPr>
              <a:t>여기선 </a:t>
            </a:r>
            <a:r>
              <a:rPr lang="en-US" altLang="ko-KR" dirty="0">
                <a:latin typeface="+mn-ea"/>
              </a:rPr>
              <a:t>V-</a:t>
            </a:r>
            <a:r>
              <a:rPr lang="ko-KR" altLang="en-US" dirty="0">
                <a:latin typeface="+mn-ea"/>
              </a:rPr>
              <a:t>블록베이스를 </a:t>
            </a:r>
            <a:r>
              <a:rPr lang="en-US" altLang="ko-KR" dirty="0">
                <a:latin typeface="+mn-ea"/>
              </a:rPr>
              <a:t>Fix</a:t>
            </a:r>
            <a:r>
              <a:rPr lang="ko-KR" altLang="en-US" dirty="0">
                <a:latin typeface="+mn-ea"/>
              </a:rPr>
              <a:t>한다</a:t>
            </a:r>
            <a:r>
              <a:rPr lang="en-US" altLang="ko-KR" dirty="0">
                <a:latin typeface="+mn-ea"/>
              </a:rPr>
              <a:t>.)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C1CA9E-5893-4266-A3DC-2407623E5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35" y="2920695"/>
            <a:ext cx="2924583" cy="724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9E0EA4F-6FAD-489D-B85D-569DD5D304E5}"/>
              </a:ext>
            </a:extLst>
          </p:cNvPr>
          <p:cNvSpPr/>
          <p:nvPr/>
        </p:nvSpPr>
        <p:spPr>
          <a:xfrm>
            <a:off x="1555490" y="3273575"/>
            <a:ext cx="316992" cy="3711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DC6E8D-65C2-4178-8895-51CA50FA64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6250"/>
          <a:stretch/>
        </p:blipFill>
        <p:spPr>
          <a:xfrm>
            <a:off x="265043" y="3943164"/>
            <a:ext cx="3000375" cy="51831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CD94D54-DBFE-4370-A2EA-86FB2061F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577" y="3943163"/>
            <a:ext cx="3073841" cy="51831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94A03746-0D69-473A-8B57-1AEFC1483A1C}"/>
              </a:ext>
            </a:extLst>
          </p:cNvPr>
          <p:cNvSpPr/>
          <p:nvPr/>
        </p:nvSpPr>
        <p:spPr>
          <a:xfrm rot="16200000">
            <a:off x="3140774" y="6286559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76DA0F-A2A5-4917-877A-F5DA3A00BD24}"/>
              </a:ext>
            </a:extLst>
          </p:cNvPr>
          <p:cNvSpPr/>
          <p:nvPr/>
        </p:nvSpPr>
        <p:spPr>
          <a:xfrm>
            <a:off x="756914" y="5974080"/>
            <a:ext cx="2508504" cy="487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EC505C-5DC6-4AFF-908E-FD0AD8B64EBF}"/>
              </a:ext>
            </a:extLst>
          </p:cNvPr>
          <p:cNvSpPr/>
          <p:nvPr/>
        </p:nvSpPr>
        <p:spPr>
          <a:xfrm>
            <a:off x="4414728" y="6536475"/>
            <a:ext cx="1615225" cy="3711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4426AE96-B5C6-44BE-B100-8C339F70F188}"/>
              </a:ext>
            </a:extLst>
          </p:cNvPr>
          <p:cNvSpPr/>
          <p:nvPr/>
        </p:nvSpPr>
        <p:spPr>
          <a:xfrm>
            <a:off x="2011166" y="5337166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19" name="말풍선: 모서리가 둥근 사각형 18">
            <a:extLst>
              <a:ext uri="{FF2B5EF4-FFF2-40B4-BE49-F238E27FC236}">
                <a16:creationId xmlns:a16="http://schemas.microsoft.com/office/drawing/2014/main" id="{4EA8AAA5-A992-4AD0-A8AE-79E00078258F}"/>
              </a:ext>
            </a:extLst>
          </p:cNvPr>
          <p:cNvSpPr/>
          <p:nvPr/>
        </p:nvSpPr>
        <p:spPr>
          <a:xfrm>
            <a:off x="5187182" y="5837038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고정 확인</a:t>
            </a:r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CF55402E-2259-4213-BFF7-8AA7AE271767}"/>
              </a:ext>
            </a:extLst>
          </p:cNvPr>
          <p:cNvSpPr/>
          <p:nvPr/>
        </p:nvSpPr>
        <p:spPr>
          <a:xfrm>
            <a:off x="1555490" y="3792524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328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D0BBA7C5-C473-40A5-88A5-2B8B3401B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81" y="5526023"/>
            <a:ext cx="5431031" cy="4127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E2EE5AF-5328-4C88-B9CD-DA1E7D15A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43" y="2893090"/>
            <a:ext cx="1419423" cy="809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Explode</a:t>
            </a:r>
            <a:r>
              <a:rPr lang="ko-KR" altLang="en-US" dirty="0">
                <a:latin typeface="+mn-ea"/>
              </a:rPr>
              <a:t> 아이콘을 클릭하여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들을 적당한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간격으로 떨어뜨려 놓는다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E0EA4F-6FAD-489D-B85D-569DD5D304E5}"/>
              </a:ext>
            </a:extLst>
          </p:cNvPr>
          <p:cNvSpPr/>
          <p:nvPr/>
        </p:nvSpPr>
        <p:spPr>
          <a:xfrm>
            <a:off x="1555490" y="3273575"/>
            <a:ext cx="316992" cy="3711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50A44D-F256-4A5A-B401-F68D49164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43" y="4025181"/>
            <a:ext cx="6573167" cy="19910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B7AFCCA5-498B-4081-9D01-04C9456138DB}"/>
              </a:ext>
            </a:extLst>
          </p:cNvPr>
          <p:cNvSpPr/>
          <p:nvPr/>
        </p:nvSpPr>
        <p:spPr>
          <a:xfrm>
            <a:off x="5316722" y="5606005"/>
            <a:ext cx="840238" cy="3711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CF55402E-2259-4213-BFF7-8AA7AE271767}"/>
              </a:ext>
            </a:extLst>
          </p:cNvPr>
          <p:cNvSpPr/>
          <p:nvPr/>
        </p:nvSpPr>
        <p:spPr>
          <a:xfrm>
            <a:off x="1555490" y="3792524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1EB6EA85-BB47-44EF-A58B-795ED6FA7AB0}"/>
              </a:ext>
            </a:extLst>
          </p:cNvPr>
          <p:cNvSpPr/>
          <p:nvPr/>
        </p:nvSpPr>
        <p:spPr>
          <a:xfrm>
            <a:off x="3852982" y="5827285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7ED628-7ED0-4E0C-AB1F-18B29E01D62D}"/>
              </a:ext>
            </a:extLst>
          </p:cNvPr>
          <p:cNvSpPr/>
          <p:nvPr/>
        </p:nvSpPr>
        <p:spPr>
          <a:xfrm>
            <a:off x="4028629" y="4649561"/>
            <a:ext cx="2697848" cy="3034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6DA7ECDD-2626-48A5-8A7D-7EA9C0308AA9}"/>
              </a:ext>
            </a:extLst>
          </p:cNvPr>
          <p:cNvSpPr/>
          <p:nvPr/>
        </p:nvSpPr>
        <p:spPr>
          <a:xfrm>
            <a:off x="4028629" y="4011250"/>
            <a:ext cx="1420194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product </a:t>
            </a:r>
            <a:r>
              <a:rPr lang="ko-KR" altLang="en-US" sz="1400" b="1" dirty="0">
                <a:solidFill>
                  <a:schemeClr val="tx1"/>
                </a:solidFill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606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클램프</a:t>
            </a:r>
            <a:r>
              <a:rPr lang="ko-KR" altLang="en-US" dirty="0">
                <a:latin typeface="+mn-ea"/>
              </a:rPr>
              <a:t> 축에 색상을 부여하기 위해 이름 위에서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오른쪽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버튼을 눌러 설정창을 활성화한다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Graphic </a:t>
            </a:r>
            <a:r>
              <a:rPr lang="ko-KR" altLang="en-US" dirty="0">
                <a:latin typeface="+mn-ea"/>
              </a:rPr>
              <a:t>탭에서 원하는 색상을 선택한다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B23E81-B230-4F86-B23A-BD845CAB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9" y="3457183"/>
            <a:ext cx="3461517" cy="40357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CFABA4-C45A-4ED1-90ED-712A65DA6F20}"/>
              </a:ext>
            </a:extLst>
          </p:cNvPr>
          <p:cNvSpPr/>
          <p:nvPr/>
        </p:nvSpPr>
        <p:spPr>
          <a:xfrm>
            <a:off x="2404996" y="4624237"/>
            <a:ext cx="1603333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7C695D-25A7-46C2-99D3-7484EA5C9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576" y="5872563"/>
            <a:ext cx="3461517" cy="38439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CF55402E-2259-4213-BFF7-8AA7AE271767}"/>
              </a:ext>
            </a:extLst>
          </p:cNvPr>
          <p:cNvSpPr/>
          <p:nvPr/>
        </p:nvSpPr>
        <p:spPr>
          <a:xfrm>
            <a:off x="3356250" y="5644644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F01759-AFD0-489F-A13E-CDEDF63C9F47}"/>
              </a:ext>
            </a:extLst>
          </p:cNvPr>
          <p:cNvSpPr/>
          <p:nvPr/>
        </p:nvSpPr>
        <p:spPr>
          <a:xfrm>
            <a:off x="4839042" y="6633918"/>
            <a:ext cx="277989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343735-2FD8-49DE-B295-2F8FBB71979B}"/>
              </a:ext>
            </a:extLst>
          </p:cNvPr>
          <p:cNvSpPr/>
          <p:nvPr/>
        </p:nvSpPr>
        <p:spPr>
          <a:xfrm>
            <a:off x="4801831" y="9330456"/>
            <a:ext cx="574841" cy="386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43A0F551-CC10-46CB-BD07-5746FA2FD698}"/>
              </a:ext>
            </a:extLst>
          </p:cNvPr>
          <p:cNvSpPr/>
          <p:nvPr/>
        </p:nvSpPr>
        <p:spPr>
          <a:xfrm>
            <a:off x="4867100" y="6104945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7C2321-2972-441E-B9BC-CCCFC6A86415}"/>
              </a:ext>
            </a:extLst>
          </p:cNvPr>
          <p:cNvSpPr/>
          <p:nvPr/>
        </p:nvSpPr>
        <p:spPr>
          <a:xfrm>
            <a:off x="3086321" y="6217920"/>
            <a:ext cx="668518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077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844B35A-361C-423E-95EA-C4D1C3314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09" y="3218943"/>
            <a:ext cx="3057952" cy="46583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60E1469-808B-4D28-9FC6-6D0658420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885" y="5150324"/>
            <a:ext cx="3972255" cy="43943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CFABA4-C45A-4ED1-90ED-712A65DA6F20}"/>
              </a:ext>
            </a:extLst>
          </p:cNvPr>
          <p:cNvSpPr/>
          <p:nvPr/>
        </p:nvSpPr>
        <p:spPr>
          <a:xfrm>
            <a:off x="1278754" y="4423643"/>
            <a:ext cx="1748262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CF55402E-2259-4213-BFF7-8AA7AE271767}"/>
              </a:ext>
            </a:extLst>
          </p:cNvPr>
          <p:cNvSpPr/>
          <p:nvPr/>
        </p:nvSpPr>
        <p:spPr>
          <a:xfrm>
            <a:off x="3149229" y="4726598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F01759-AFD0-489F-A13E-CDEDF63C9F47}"/>
              </a:ext>
            </a:extLst>
          </p:cNvPr>
          <p:cNvSpPr/>
          <p:nvPr/>
        </p:nvSpPr>
        <p:spPr>
          <a:xfrm>
            <a:off x="4211094" y="6045217"/>
            <a:ext cx="277989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343735-2FD8-49DE-B295-2F8FBB71979B}"/>
              </a:ext>
            </a:extLst>
          </p:cNvPr>
          <p:cNvSpPr/>
          <p:nvPr/>
        </p:nvSpPr>
        <p:spPr>
          <a:xfrm>
            <a:off x="4489083" y="9158639"/>
            <a:ext cx="574841" cy="386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43A0F551-CC10-46CB-BD07-5746FA2FD698}"/>
              </a:ext>
            </a:extLst>
          </p:cNvPr>
          <p:cNvSpPr/>
          <p:nvPr/>
        </p:nvSpPr>
        <p:spPr>
          <a:xfrm>
            <a:off x="4186235" y="5407179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7C2321-2972-441E-B9BC-CCCFC6A86415}"/>
              </a:ext>
            </a:extLst>
          </p:cNvPr>
          <p:cNvSpPr/>
          <p:nvPr/>
        </p:nvSpPr>
        <p:spPr>
          <a:xfrm>
            <a:off x="2657259" y="5569780"/>
            <a:ext cx="668518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72EA5C-E40B-4391-9829-046035AF7BBF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손잡이축에</a:t>
            </a:r>
            <a:r>
              <a:rPr lang="ko-KR" altLang="en-US" dirty="0">
                <a:latin typeface="+mn-ea"/>
              </a:rPr>
              <a:t> 색상을 부여하기 위해 이름 위에서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오른쪽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버튼을 눌러 설정창을 활성화한다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Graphic </a:t>
            </a:r>
            <a:r>
              <a:rPr lang="ko-KR" altLang="en-US" dirty="0">
                <a:latin typeface="+mn-ea"/>
              </a:rPr>
              <a:t>탭에서 원하는 색상을 선택한다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454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2764939B-4A74-4D26-8B4B-A22D424F1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2" y="3178671"/>
            <a:ext cx="2781688" cy="478221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67CB5FC-8C0E-4304-92ED-823F6CC03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472" y="5277071"/>
            <a:ext cx="4081221" cy="452264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CFABA4-C45A-4ED1-90ED-712A65DA6F20}"/>
              </a:ext>
            </a:extLst>
          </p:cNvPr>
          <p:cNvSpPr/>
          <p:nvPr/>
        </p:nvSpPr>
        <p:spPr>
          <a:xfrm>
            <a:off x="1534166" y="4661829"/>
            <a:ext cx="1748262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CF55402E-2259-4213-BFF7-8AA7AE271767}"/>
              </a:ext>
            </a:extLst>
          </p:cNvPr>
          <p:cNvSpPr/>
          <p:nvPr/>
        </p:nvSpPr>
        <p:spPr>
          <a:xfrm>
            <a:off x="3116518" y="499092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F01759-AFD0-489F-A13E-CDEDF63C9F47}"/>
              </a:ext>
            </a:extLst>
          </p:cNvPr>
          <p:cNvSpPr/>
          <p:nvPr/>
        </p:nvSpPr>
        <p:spPr>
          <a:xfrm>
            <a:off x="4558268" y="6193612"/>
            <a:ext cx="277989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343735-2FD8-49DE-B295-2F8FBB71979B}"/>
              </a:ext>
            </a:extLst>
          </p:cNvPr>
          <p:cNvSpPr/>
          <p:nvPr/>
        </p:nvSpPr>
        <p:spPr>
          <a:xfrm>
            <a:off x="4839014" y="9413675"/>
            <a:ext cx="574841" cy="386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43A0F551-CC10-46CB-BD07-5746FA2FD698}"/>
              </a:ext>
            </a:extLst>
          </p:cNvPr>
          <p:cNvSpPr/>
          <p:nvPr/>
        </p:nvSpPr>
        <p:spPr>
          <a:xfrm>
            <a:off x="4574083" y="5518181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7C2321-2972-441E-B9BC-CCCFC6A86415}"/>
              </a:ext>
            </a:extLst>
          </p:cNvPr>
          <p:cNvSpPr/>
          <p:nvPr/>
        </p:nvSpPr>
        <p:spPr>
          <a:xfrm>
            <a:off x="2949761" y="5691910"/>
            <a:ext cx="668518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72EA5C-E40B-4391-9829-046035AF7BBF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지지대에 색상을 부여하기 위해 이름 위에서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오른쪽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버튼을 눌러 설정창을 활성화한다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Graphic </a:t>
            </a:r>
            <a:r>
              <a:rPr lang="ko-KR" altLang="en-US" dirty="0">
                <a:latin typeface="+mn-ea"/>
              </a:rPr>
              <a:t>탭에서 원하는 색상을 선택한다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5246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22BDC8E-5946-4381-B986-DA278297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21" y="3326958"/>
            <a:ext cx="3205228" cy="4451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BB9846-59E3-47BA-81E2-520795B79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269" y="5691910"/>
            <a:ext cx="3675634" cy="4080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CFABA4-C45A-4ED1-90ED-712A65DA6F20}"/>
              </a:ext>
            </a:extLst>
          </p:cNvPr>
          <p:cNvSpPr/>
          <p:nvPr/>
        </p:nvSpPr>
        <p:spPr>
          <a:xfrm>
            <a:off x="1964357" y="4846988"/>
            <a:ext cx="1748262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CF55402E-2259-4213-BFF7-8AA7AE271767}"/>
              </a:ext>
            </a:extLst>
          </p:cNvPr>
          <p:cNvSpPr/>
          <p:nvPr/>
        </p:nvSpPr>
        <p:spPr>
          <a:xfrm>
            <a:off x="2866724" y="524073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F01759-AFD0-489F-A13E-CDEDF63C9F47}"/>
              </a:ext>
            </a:extLst>
          </p:cNvPr>
          <p:cNvSpPr/>
          <p:nvPr/>
        </p:nvSpPr>
        <p:spPr>
          <a:xfrm>
            <a:off x="4837520" y="6450964"/>
            <a:ext cx="277989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343735-2FD8-49DE-B295-2F8FBB71979B}"/>
              </a:ext>
            </a:extLst>
          </p:cNvPr>
          <p:cNvSpPr/>
          <p:nvPr/>
        </p:nvSpPr>
        <p:spPr>
          <a:xfrm>
            <a:off x="5111543" y="9390394"/>
            <a:ext cx="572230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43A0F551-CC10-46CB-BD07-5746FA2FD698}"/>
              </a:ext>
            </a:extLst>
          </p:cNvPr>
          <p:cNvSpPr/>
          <p:nvPr/>
        </p:nvSpPr>
        <p:spPr>
          <a:xfrm>
            <a:off x="4833086" y="5842390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7C2321-2972-441E-B9BC-CCCFC6A86415}"/>
              </a:ext>
            </a:extLst>
          </p:cNvPr>
          <p:cNvSpPr/>
          <p:nvPr/>
        </p:nvSpPr>
        <p:spPr>
          <a:xfrm>
            <a:off x="3469974" y="6073478"/>
            <a:ext cx="668518" cy="325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72EA5C-E40B-4391-9829-046035AF7BBF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V-</a:t>
            </a:r>
            <a:r>
              <a:rPr lang="ko-KR" altLang="en-US" dirty="0">
                <a:latin typeface="+mn-ea"/>
              </a:rPr>
              <a:t>블록베이스에 색상을 부여하기 위해 이름 위에서</a:t>
            </a:r>
            <a:r>
              <a:rPr lang="en-US" altLang="ko-KR" dirty="0">
                <a:latin typeface="+mn-ea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오른쪽 버튼을 눌러 설정창을 활성화한다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Graphic </a:t>
            </a:r>
            <a:r>
              <a:rPr lang="ko-KR" altLang="en-US" dirty="0">
                <a:latin typeface="+mn-ea"/>
              </a:rPr>
              <a:t>탭에서 원하는 색상을 선택한다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205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부여된 색상을 확인한다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48E6E4-F5A4-4CDA-B661-D0F99CD39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14" y="2798150"/>
            <a:ext cx="6461772" cy="50283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681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구속 조건을 이용하여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들의 구속을 시작한다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1419405-2C85-445B-B680-B135C36C5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94" y="2622476"/>
            <a:ext cx="6329502" cy="16081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AAE4B7-6B7C-490D-BB39-C68157750499}"/>
              </a:ext>
            </a:extLst>
          </p:cNvPr>
          <p:cNvSpPr txBox="1"/>
          <p:nvPr/>
        </p:nvSpPr>
        <p:spPr>
          <a:xfrm>
            <a:off x="2621280" y="39997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/>
              <a:t>④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2EDF4-CFFF-4A0B-BE04-0A15C8D5C52A}"/>
              </a:ext>
            </a:extLst>
          </p:cNvPr>
          <p:cNvSpPr txBox="1"/>
          <p:nvPr/>
        </p:nvSpPr>
        <p:spPr>
          <a:xfrm>
            <a:off x="819912" y="3963849"/>
            <a:ext cx="545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①</a:t>
            </a:r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46F1C4-B1F4-4FA3-AA81-8EC1F407CFF6}"/>
              </a:ext>
            </a:extLst>
          </p:cNvPr>
          <p:cNvSpPr txBox="1"/>
          <p:nvPr/>
        </p:nvSpPr>
        <p:spPr>
          <a:xfrm>
            <a:off x="1463040" y="3975407"/>
            <a:ext cx="509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②</a:t>
            </a:r>
            <a:endParaRPr lang="ko-KR" alt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0B291D-A909-4B81-AF76-8F5B8B289135}"/>
              </a:ext>
            </a:extLst>
          </p:cNvPr>
          <p:cNvSpPr txBox="1"/>
          <p:nvPr/>
        </p:nvSpPr>
        <p:spPr>
          <a:xfrm>
            <a:off x="2042160" y="3975406"/>
            <a:ext cx="509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③</a:t>
            </a:r>
            <a:endParaRPr lang="ko-KR" altLang="en-US" sz="2400" dirty="0"/>
          </a:p>
        </p:txBody>
      </p:sp>
      <p:graphicFrame>
        <p:nvGraphicFramePr>
          <p:cNvPr id="17" name="표 17">
            <a:extLst>
              <a:ext uri="{FF2B5EF4-FFF2-40B4-BE49-F238E27FC236}">
                <a16:creationId xmlns:a16="http://schemas.microsoft.com/office/drawing/2014/main" id="{FDB02EB2-4653-4F26-B378-9879639D7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70632"/>
              </p:ext>
            </p:extLst>
          </p:nvPr>
        </p:nvGraphicFramePr>
        <p:xfrm>
          <a:off x="428624" y="4573220"/>
          <a:ext cx="6302070" cy="322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294">
                  <a:extLst>
                    <a:ext uri="{9D8B030D-6E8A-4147-A177-3AD203B41FA5}">
                      <a16:colId xmlns:a16="http://schemas.microsoft.com/office/drawing/2014/main" val="75537260"/>
                    </a:ext>
                  </a:extLst>
                </a:gridCol>
                <a:gridCol w="1287888">
                  <a:extLst>
                    <a:ext uri="{9D8B030D-6E8A-4147-A177-3AD203B41FA5}">
                      <a16:colId xmlns:a16="http://schemas.microsoft.com/office/drawing/2014/main" val="3493986032"/>
                    </a:ext>
                  </a:extLst>
                </a:gridCol>
                <a:gridCol w="4051888">
                  <a:extLst>
                    <a:ext uri="{9D8B030D-6E8A-4147-A177-3AD203B41FA5}">
                      <a16:colId xmlns:a16="http://schemas.microsoft.com/office/drawing/2014/main" val="1735145217"/>
                    </a:ext>
                  </a:extLst>
                </a:gridCol>
              </a:tblGrid>
              <a:tr h="6459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658596"/>
                  </a:ext>
                </a:extLst>
              </a:tr>
              <a:tr h="6459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/>
                        <a:t>①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Coincidence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중심끼리 일치 구속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526238"/>
                  </a:ext>
                </a:extLst>
              </a:tr>
              <a:tr h="6459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/>
                        <a:t>②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Contact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면과 면의 일치 구속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19933"/>
                  </a:ext>
                </a:extLst>
              </a:tr>
              <a:tr h="6459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/>
                        <a:t>③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Offset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평행한 조건으로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거리값을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갖는 구속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277941"/>
                  </a:ext>
                </a:extLst>
              </a:tr>
              <a:tr h="6459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/>
                        <a:t>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Angle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선택한 면과의 평행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직각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각도를 부여하는 구속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135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479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519CED79-73F6-4B1A-B8C2-FE75F55E3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99" y="3991916"/>
            <a:ext cx="3162741" cy="30007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83CFCB0-5836-4B48-891D-3676900A0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282" y="6742605"/>
            <a:ext cx="3467584" cy="30674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en-US" altLang="ko-KR" dirty="0" err="1">
                <a:latin typeface="+mn-ea"/>
              </a:rPr>
              <a:t>Contect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Constraints</a:t>
            </a:r>
            <a:r>
              <a:rPr lang="ko-KR" altLang="en-US" dirty="0">
                <a:latin typeface="+mn-ea"/>
              </a:rPr>
              <a:t> 아이콘을 클릭 후 접촉면을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클릭하여 두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를 구속시킨다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A7284C-D747-4F5D-94BF-095B784CF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57" y="2993973"/>
            <a:ext cx="3019846" cy="809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F49BE6-3CDD-49E8-BAF6-265D625F715D}"/>
              </a:ext>
            </a:extLst>
          </p:cNvPr>
          <p:cNvSpPr/>
          <p:nvPr/>
        </p:nvSpPr>
        <p:spPr>
          <a:xfrm>
            <a:off x="1206152" y="3398842"/>
            <a:ext cx="429465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2F18ED30-EDAB-4A2E-AA24-6747F60B3274}"/>
              </a:ext>
            </a:extLst>
          </p:cNvPr>
          <p:cNvSpPr/>
          <p:nvPr/>
        </p:nvSpPr>
        <p:spPr>
          <a:xfrm>
            <a:off x="1986593" y="5130556"/>
            <a:ext cx="1173480" cy="487680"/>
          </a:xfrm>
          <a:prstGeom prst="wedgeRoundRectCallout">
            <a:avLst>
              <a:gd name="adj1" fmla="val 13609"/>
              <a:gd name="adj2" fmla="val -117568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19" name="말풍선: 모서리가 둥근 사각형 18">
            <a:extLst>
              <a:ext uri="{FF2B5EF4-FFF2-40B4-BE49-F238E27FC236}">
                <a16:creationId xmlns:a16="http://schemas.microsoft.com/office/drawing/2014/main" id="{F5D8AB3D-5CD9-4D74-ABDB-0F5B0A75D3FC}"/>
              </a:ext>
            </a:extLst>
          </p:cNvPr>
          <p:cNvSpPr/>
          <p:nvPr/>
        </p:nvSpPr>
        <p:spPr>
          <a:xfrm>
            <a:off x="4740543" y="6471985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A43CA919-684A-42E8-9599-0A1BEA152DD4}"/>
              </a:ext>
            </a:extLst>
          </p:cNvPr>
          <p:cNvSpPr/>
          <p:nvPr/>
        </p:nvSpPr>
        <p:spPr>
          <a:xfrm>
            <a:off x="1909939" y="3688001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FE61D280-37AD-47E0-ABEE-F307543B0B48}"/>
              </a:ext>
            </a:extLst>
          </p:cNvPr>
          <p:cNvSpPr/>
          <p:nvPr/>
        </p:nvSpPr>
        <p:spPr>
          <a:xfrm>
            <a:off x="3188883" y="6223789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634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1029460-F7F5-4FE4-B18D-B4720E1F6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38" y="3229456"/>
            <a:ext cx="3204379" cy="37024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구속선이 나타나면 </a:t>
            </a:r>
            <a:r>
              <a:rPr lang="en-US" altLang="ko-KR" dirty="0">
                <a:latin typeface="+mn-ea"/>
              </a:rPr>
              <a:t>Update All </a:t>
            </a:r>
            <a:r>
              <a:rPr lang="ko-KR" altLang="en-US" dirty="0">
                <a:latin typeface="+mn-ea"/>
              </a:rPr>
              <a:t>버튼을 눌러 구속결과를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확인한다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17" name="말풍선: 모서리가 둥근 사각형 16">
            <a:extLst>
              <a:ext uri="{FF2B5EF4-FFF2-40B4-BE49-F238E27FC236}">
                <a16:creationId xmlns:a16="http://schemas.microsoft.com/office/drawing/2014/main" id="{B3282D6B-4A24-46DB-AFD4-7462FA7A8D4C}"/>
              </a:ext>
            </a:extLst>
          </p:cNvPr>
          <p:cNvSpPr/>
          <p:nvPr/>
        </p:nvSpPr>
        <p:spPr>
          <a:xfrm>
            <a:off x="993837" y="4048721"/>
            <a:ext cx="1790950" cy="487680"/>
          </a:xfrm>
          <a:prstGeom prst="wedgeRoundRectCallout">
            <a:avLst>
              <a:gd name="adj1" fmla="val 26458"/>
              <a:gd name="adj2" fmla="val 120445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</a:rPr>
              <a:t>구속선</a:t>
            </a:r>
            <a:r>
              <a:rPr lang="ko-KR" altLang="en-US" sz="1400" b="1" dirty="0">
                <a:solidFill>
                  <a:schemeClr val="tx1"/>
                </a:solidFill>
              </a:rPr>
              <a:t>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6B8830-A82D-4229-B192-803CACA43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396" y="3511986"/>
            <a:ext cx="2686425" cy="8192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2C814AC-576C-4EE8-999C-2FF7C5A51E26}"/>
              </a:ext>
            </a:extLst>
          </p:cNvPr>
          <p:cNvSpPr/>
          <p:nvPr/>
        </p:nvSpPr>
        <p:spPr>
          <a:xfrm>
            <a:off x="5003960" y="3748737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8D72703F-3FA3-478E-8B03-11A59F9F729E}"/>
              </a:ext>
            </a:extLst>
          </p:cNvPr>
          <p:cNvSpPr/>
          <p:nvPr/>
        </p:nvSpPr>
        <p:spPr>
          <a:xfrm>
            <a:off x="4834039" y="445660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BD5B7CD-845F-4D8B-9243-9B9FFD670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600" y="5080691"/>
            <a:ext cx="3604506" cy="38112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56B0A7B8-FDC5-4AB1-B877-B0B4651D14DD}"/>
              </a:ext>
            </a:extLst>
          </p:cNvPr>
          <p:cNvSpPr/>
          <p:nvPr/>
        </p:nvSpPr>
        <p:spPr>
          <a:xfrm rot="16200000">
            <a:off x="3396442" y="371021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981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7A0A1A2-EDFD-4525-8FF1-855CFB876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405" y="4282875"/>
            <a:ext cx="2781688" cy="47536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2348A8-D210-4233-BC7A-487B810FF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13" y="4282875"/>
            <a:ext cx="2838846" cy="19910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en-US" altLang="ko-KR" dirty="0" err="1">
                <a:latin typeface="+mn-ea"/>
              </a:rPr>
              <a:t>Contect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Constraints</a:t>
            </a:r>
            <a:r>
              <a:rPr lang="ko-KR" altLang="en-US" dirty="0">
                <a:latin typeface="+mn-ea"/>
              </a:rPr>
              <a:t> 아이콘을 클릭 후 접촉면을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클릭하여 두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를 구속시킨다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A7284C-D747-4F5D-94BF-095B784CF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57" y="2993973"/>
            <a:ext cx="3019846" cy="809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F49BE6-3CDD-49E8-BAF6-265D625F715D}"/>
              </a:ext>
            </a:extLst>
          </p:cNvPr>
          <p:cNvSpPr/>
          <p:nvPr/>
        </p:nvSpPr>
        <p:spPr>
          <a:xfrm>
            <a:off x="1206152" y="3398842"/>
            <a:ext cx="429465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2F18ED30-EDAB-4A2E-AA24-6747F60B3274}"/>
              </a:ext>
            </a:extLst>
          </p:cNvPr>
          <p:cNvSpPr/>
          <p:nvPr/>
        </p:nvSpPr>
        <p:spPr>
          <a:xfrm>
            <a:off x="1951742" y="5147367"/>
            <a:ext cx="1173480" cy="487680"/>
          </a:xfrm>
          <a:prstGeom prst="wedgeRoundRectCallout">
            <a:avLst>
              <a:gd name="adj1" fmla="val 13609"/>
              <a:gd name="adj2" fmla="val -117568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19" name="말풍선: 모서리가 둥근 사각형 18">
            <a:extLst>
              <a:ext uri="{FF2B5EF4-FFF2-40B4-BE49-F238E27FC236}">
                <a16:creationId xmlns:a16="http://schemas.microsoft.com/office/drawing/2014/main" id="{F5D8AB3D-5CD9-4D74-ABDB-0F5B0A75D3FC}"/>
              </a:ext>
            </a:extLst>
          </p:cNvPr>
          <p:cNvSpPr/>
          <p:nvPr/>
        </p:nvSpPr>
        <p:spPr>
          <a:xfrm>
            <a:off x="5159249" y="6415854"/>
            <a:ext cx="1173480" cy="487680"/>
          </a:xfrm>
          <a:prstGeom prst="wedgeRoundRectCallout">
            <a:avLst>
              <a:gd name="adj1" fmla="val 5069"/>
              <a:gd name="adj2" fmla="val -12527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A43CA919-684A-42E8-9599-0A1BEA152DD4}"/>
              </a:ext>
            </a:extLst>
          </p:cNvPr>
          <p:cNvSpPr/>
          <p:nvPr/>
        </p:nvSpPr>
        <p:spPr>
          <a:xfrm>
            <a:off x="1909939" y="3688001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FE61D280-37AD-47E0-ABEE-F307543B0B48}"/>
              </a:ext>
            </a:extLst>
          </p:cNvPr>
          <p:cNvSpPr/>
          <p:nvPr/>
        </p:nvSpPr>
        <p:spPr>
          <a:xfrm rot="16200000">
            <a:off x="3246621" y="5200746"/>
            <a:ext cx="745681" cy="38092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644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구속선을 확인한다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OK</a:t>
            </a:r>
            <a:r>
              <a:rPr lang="ko-KR" altLang="en-US" dirty="0">
                <a:latin typeface="+mn-ea"/>
              </a:rPr>
              <a:t>를 눌러 구속시킨다</a:t>
            </a:r>
            <a:r>
              <a:rPr lang="en-US" altLang="ko-KR" dirty="0">
                <a:latin typeface="+mn-ea"/>
              </a:rPr>
              <a:t>.(</a:t>
            </a:r>
            <a:r>
              <a:rPr lang="ko-KR" altLang="en-US" dirty="0">
                <a:latin typeface="+mn-ea"/>
              </a:rPr>
              <a:t>곡면 선택시만 설정창이 나타남</a:t>
            </a:r>
            <a:r>
              <a:rPr lang="en-US" altLang="ko-KR" dirty="0">
                <a:latin typeface="+mn-ea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DDA587-F4EE-4A43-B5DE-5ED0FEAAB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94" y="2899874"/>
            <a:ext cx="2772162" cy="46107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EBFAB17-53A9-4310-A9C5-B752CDA50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144" y="7013752"/>
            <a:ext cx="5268060" cy="2610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9B4CFA21-310C-4892-91C6-16849A4CCE0E}"/>
              </a:ext>
            </a:extLst>
          </p:cNvPr>
          <p:cNvSpPr/>
          <p:nvPr/>
        </p:nvSpPr>
        <p:spPr>
          <a:xfrm>
            <a:off x="833494" y="3635578"/>
            <a:ext cx="1790950" cy="487680"/>
          </a:xfrm>
          <a:prstGeom prst="wedgeRoundRectCallout">
            <a:avLst>
              <a:gd name="adj1" fmla="val 26458"/>
              <a:gd name="adj2" fmla="val 120445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</a:rPr>
              <a:t>구속선</a:t>
            </a:r>
            <a:r>
              <a:rPr lang="ko-KR" altLang="en-US" sz="1400" b="1" dirty="0">
                <a:solidFill>
                  <a:schemeClr val="tx1"/>
                </a:solidFill>
              </a:rPr>
              <a:t>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0A2DF7-409D-47CA-A038-9A7630EAABBC}"/>
              </a:ext>
            </a:extLst>
          </p:cNvPr>
          <p:cNvSpPr/>
          <p:nvPr/>
        </p:nvSpPr>
        <p:spPr>
          <a:xfrm>
            <a:off x="5197343" y="9231204"/>
            <a:ext cx="727468" cy="3426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3439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Update All </a:t>
            </a:r>
            <a:r>
              <a:rPr lang="ko-KR" altLang="en-US" dirty="0">
                <a:latin typeface="+mn-ea"/>
              </a:rPr>
              <a:t>버튼을 눌러 구속결과를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확인한다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23190C-2E11-41D3-8CD1-B51B7FA65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672" y="4448146"/>
            <a:ext cx="3753374" cy="42868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02307A-C57C-4CF2-A453-E8CB975E3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787" y="2622477"/>
            <a:ext cx="2686425" cy="8192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82495968-3DD7-48CD-9EB2-407F6AB8126D}"/>
              </a:ext>
            </a:extLst>
          </p:cNvPr>
          <p:cNvSpPr/>
          <p:nvPr/>
        </p:nvSpPr>
        <p:spPr>
          <a:xfrm>
            <a:off x="3056158" y="369674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868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03D871D-86DE-4A5E-A6C5-D6AD2408D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809" y="4070260"/>
            <a:ext cx="2220803" cy="29215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AB5F820-187C-4C61-8AFA-88467A913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69" y="4102305"/>
            <a:ext cx="2256624" cy="29290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Coincidence Constraints</a:t>
            </a:r>
            <a:r>
              <a:rPr lang="ko-KR" altLang="en-US" dirty="0">
                <a:latin typeface="+mn-ea"/>
              </a:rPr>
              <a:t> 아이콘을 클릭 후 </a:t>
            </a:r>
            <a:r>
              <a:rPr lang="en-US" altLang="ko-KR" dirty="0">
                <a:latin typeface="+mn-ea"/>
              </a:rPr>
              <a:t>Component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위에 마우스를 가져다 댄다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중심선이 나타나면 클릭한다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A7284C-D747-4F5D-94BF-095B784CF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57" y="2993973"/>
            <a:ext cx="3019846" cy="809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F49BE6-3CDD-49E8-BAF6-265D625F715D}"/>
              </a:ext>
            </a:extLst>
          </p:cNvPr>
          <p:cNvSpPr/>
          <p:nvPr/>
        </p:nvSpPr>
        <p:spPr>
          <a:xfrm>
            <a:off x="906224" y="3323433"/>
            <a:ext cx="429465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2F18ED30-EDAB-4A2E-AA24-6747F60B3274}"/>
              </a:ext>
            </a:extLst>
          </p:cNvPr>
          <p:cNvSpPr/>
          <p:nvPr/>
        </p:nvSpPr>
        <p:spPr>
          <a:xfrm>
            <a:off x="2150738" y="4516603"/>
            <a:ext cx="2138909" cy="487680"/>
          </a:xfrm>
          <a:prstGeom prst="wedgeRoundRectCallout">
            <a:avLst>
              <a:gd name="adj1" fmla="val -37627"/>
              <a:gd name="adj2" fmla="val 105891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중심선이 나타나면 클릭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말풍선: 모서리가 둥근 사각형 18">
            <a:extLst>
              <a:ext uri="{FF2B5EF4-FFF2-40B4-BE49-F238E27FC236}">
                <a16:creationId xmlns:a16="http://schemas.microsoft.com/office/drawing/2014/main" id="{F5D8AB3D-5CD9-4D74-ABDB-0F5B0A75D3FC}"/>
              </a:ext>
            </a:extLst>
          </p:cNvPr>
          <p:cNvSpPr/>
          <p:nvPr/>
        </p:nvSpPr>
        <p:spPr>
          <a:xfrm>
            <a:off x="-2249209" y="6072813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A43CA919-684A-42E8-9599-0A1BEA152DD4}"/>
              </a:ext>
            </a:extLst>
          </p:cNvPr>
          <p:cNvSpPr/>
          <p:nvPr/>
        </p:nvSpPr>
        <p:spPr>
          <a:xfrm>
            <a:off x="1909939" y="3688001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FE61D280-37AD-47E0-ABEE-F307543B0B48}"/>
              </a:ext>
            </a:extLst>
          </p:cNvPr>
          <p:cNvSpPr/>
          <p:nvPr/>
        </p:nvSpPr>
        <p:spPr>
          <a:xfrm rot="16200000">
            <a:off x="3095548" y="5468978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2C3DDE-1B26-4BF4-A88C-E23810A2A79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9297"/>
          <a:stretch/>
        </p:blipFill>
        <p:spPr>
          <a:xfrm>
            <a:off x="2075607" y="7258351"/>
            <a:ext cx="2256624" cy="2393340"/>
          </a:xfrm>
          <a:prstGeom prst="rect">
            <a:avLst/>
          </a:prstGeom>
        </p:spPr>
      </p:pic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2A1116EB-89FA-4B78-A828-C02A82469B7E}"/>
              </a:ext>
            </a:extLst>
          </p:cNvPr>
          <p:cNvSpPr/>
          <p:nvPr/>
        </p:nvSpPr>
        <p:spPr>
          <a:xfrm rot="1800000">
            <a:off x="3668231" y="6876880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말풍선: 모서리가 둥근 사각형 24">
            <a:extLst>
              <a:ext uri="{FF2B5EF4-FFF2-40B4-BE49-F238E27FC236}">
                <a16:creationId xmlns:a16="http://schemas.microsoft.com/office/drawing/2014/main" id="{B01EB6B1-0AFB-4DD1-B21C-C5445712D963}"/>
              </a:ext>
            </a:extLst>
          </p:cNvPr>
          <p:cNvSpPr/>
          <p:nvPr/>
        </p:nvSpPr>
        <p:spPr>
          <a:xfrm>
            <a:off x="3203919" y="7526442"/>
            <a:ext cx="2138909" cy="487680"/>
          </a:xfrm>
          <a:prstGeom prst="wedgeRoundRectCallout">
            <a:avLst>
              <a:gd name="adj1" fmla="val -37627"/>
              <a:gd name="adj2" fmla="val 105891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중심선이 나타나면 클릭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790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8797EA8-12F6-4AA6-9E1D-CD9D022BA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877" y="4568001"/>
            <a:ext cx="2896004" cy="4829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구속선이 나타나면 </a:t>
            </a:r>
            <a:r>
              <a:rPr lang="en-US" altLang="ko-KR" dirty="0">
                <a:latin typeface="+mn-ea"/>
              </a:rPr>
              <a:t>Update All </a:t>
            </a:r>
            <a:r>
              <a:rPr lang="ko-KR" altLang="en-US" dirty="0">
                <a:latin typeface="+mn-ea"/>
              </a:rPr>
              <a:t>버튼을 눌러 구속결과를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확인한다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F5BD70-231A-421E-A798-C0B486710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92" y="3386093"/>
            <a:ext cx="2810267" cy="49727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말풍선: 모서리가 둥근 사각형 16">
            <a:extLst>
              <a:ext uri="{FF2B5EF4-FFF2-40B4-BE49-F238E27FC236}">
                <a16:creationId xmlns:a16="http://schemas.microsoft.com/office/drawing/2014/main" id="{E810DAF1-22E2-4539-8491-93FCD84D1CD5}"/>
              </a:ext>
            </a:extLst>
          </p:cNvPr>
          <p:cNvSpPr/>
          <p:nvPr/>
        </p:nvSpPr>
        <p:spPr>
          <a:xfrm>
            <a:off x="743654" y="3921618"/>
            <a:ext cx="1790950" cy="487680"/>
          </a:xfrm>
          <a:prstGeom prst="wedgeRoundRectCallout">
            <a:avLst>
              <a:gd name="adj1" fmla="val 26458"/>
              <a:gd name="adj2" fmla="val 120445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</a:rPr>
              <a:t>구속선</a:t>
            </a:r>
            <a:r>
              <a:rPr lang="ko-KR" altLang="en-US" sz="1400" b="1" dirty="0">
                <a:solidFill>
                  <a:schemeClr val="tx1"/>
                </a:solidFill>
              </a:rPr>
              <a:t> 확인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EF85350-C3A9-4B7E-B931-2B0A86E2A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396" y="3511986"/>
            <a:ext cx="2686425" cy="8192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40DAA3-CA29-492A-8570-15B85140B072}"/>
              </a:ext>
            </a:extLst>
          </p:cNvPr>
          <p:cNvSpPr/>
          <p:nvPr/>
        </p:nvSpPr>
        <p:spPr>
          <a:xfrm>
            <a:off x="5003960" y="3748737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5F7BF28F-AB2F-488E-9F16-0A37F51D9838}"/>
              </a:ext>
            </a:extLst>
          </p:cNvPr>
          <p:cNvSpPr/>
          <p:nvPr/>
        </p:nvSpPr>
        <p:spPr>
          <a:xfrm>
            <a:off x="4834039" y="445660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C3B355A5-6EE6-45A5-A01E-34F0A55DF3E1}"/>
              </a:ext>
            </a:extLst>
          </p:cNvPr>
          <p:cNvSpPr/>
          <p:nvPr/>
        </p:nvSpPr>
        <p:spPr>
          <a:xfrm rot="16200000">
            <a:off x="3396442" y="371021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268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17CAC78-D59F-4BE7-A6AD-E7D9A29FF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99" y="2862489"/>
            <a:ext cx="1362265" cy="7430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312961-5FDD-40E0-B3D4-A04F7FEF2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359" y="6409516"/>
            <a:ext cx="2695951" cy="32675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67CCE4-0A98-4C42-A85E-FF16E885A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50" y="4071107"/>
            <a:ext cx="2753109" cy="3229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en-US" altLang="ko-KR" dirty="0" err="1">
                <a:latin typeface="+mn-ea"/>
              </a:rPr>
              <a:t>Contect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Constraints</a:t>
            </a:r>
            <a:r>
              <a:rPr lang="ko-KR" altLang="en-US" dirty="0">
                <a:latin typeface="+mn-ea"/>
              </a:rPr>
              <a:t> 아이콘을 클릭 후 접촉면을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클릭하여 두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를 구속시킨다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F49BE6-3CDD-49E8-BAF6-265D625F715D}"/>
              </a:ext>
            </a:extLst>
          </p:cNvPr>
          <p:cNvSpPr/>
          <p:nvPr/>
        </p:nvSpPr>
        <p:spPr>
          <a:xfrm>
            <a:off x="1093416" y="3196016"/>
            <a:ext cx="429465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2F18ED30-EDAB-4A2E-AA24-6747F60B3274}"/>
              </a:ext>
            </a:extLst>
          </p:cNvPr>
          <p:cNvSpPr/>
          <p:nvPr/>
        </p:nvSpPr>
        <p:spPr>
          <a:xfrm>
            <a:off x="1909939" y="5873336"/>
            <a:ext cx="1173480" cy="487680"/>
          </a:xfrm>
          <a:prstGeom prst="wedgeRoundRectCallout">
            <a:avLst>
              <a:gd name="adj1" fmla="val 13609"/>
              <a:gd name="adj2" fmla="val -117568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19" name="말풍선: 모서리가 둥근 사각형 18">
            <a:extLst>
              <a:ext uri="{FF2B5EF4-FFF2-40B4-BE49-F238E27FC236}">
                <a16:creationId xmlns:a16="http://schemas.microsoft.com/office/drawing/2014/main" id="{F5D8AB3D-5CD9-4D74-ABDB-0F5B0A75D3FC}"/>
              </a:ext>
            </a:extLst>
          </p:cNvPr>
          <p:cNvSpPr/>
          <p:nvPr/>
        </p:nvSpPr>
        <p:spPr>
          <a:xfrm>
            <a:off x="4768512" y="6072813"/>
            <a:ext cx="1173480" cy="487680"/>
          </a:xfrm>
          <a:prstGeom prst="wedgeRoundRectCallout">
            <a:avLst>
              <a:gd name="adj1" fmla="val -31223"/>
              <a:gd name="adj2" fmla="val 72500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A43CA919-684A-42E8-9599-0A1BEA152DD4}"/>
              </a:ext>
            </a:extLst>
          </p:cNvPr>
          <p:cNvSpPr/>
          <p:nvPr/>
        </p:nvSpPr>
        <p:spPr>
          <a:xfrm>
            <a:off x="1909939" y="3688001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FE61D280-37AD-47E0-ABEE-F307543B0B48}"/>
              </a:ext>
            </a:extLst>
          </p:cNvPr>
          <p:cNvSpPr/>
          <p:nvPr/>
        </p:nvSpPr>
        <p:spPr>
          <a:xfrm rot="18900000">
            <a:off x="3286492" y="675259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4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DFAF9DD-264F-4C2C-B001-BC92639D0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70" y="3349515"/>
            <a:ext cx="3191320" cy="52775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구속선이 나타나면 </a:t>
            </a:r>
            <a:r>
              <a:rPr lang="en-US" altLang="ko-KR" dirty="0">
                <a:latin typeface="+mn-ea"/>
              </a:rPr>
              <a:t>Update All </a:t>
            </a:r>
            <a:r>
              <a:rPr lang="ko-KR" altLang="en-US" dirty="0">
                <a:latin typeface="+mn-ea"/>
              </a:rPr>
              <a:t>버튼을 눌러 구속결과를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확인한다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17" name="말풍선: 모서리가 둥근 사각형 16">
            <a:extLst>
              <a:ext uri="{FF2B5EF4-FFF2-40B4-BE49-F238E27FC236}">
                <a16:creationId xmlns:a16="http://schemas.microsoft.com/office/drawing/2014/main" id="{B3282D6B-4A24-46DB-AFD4-7462FA7A8D4C}"/>
              </a:ext>
            </a:extLst>
          </p:cNvPr>
          <p:cNvSpPr/>
          <p:nvPr/>
        </p:nvSpPr>
        <p:spPr>
          <a:xfrm>
            <a:off x="643443" y="3433938"/>
            <a:ext cx="1790950" cy="487680"/>
          </a:xfrm>
          <a:prstGeom prst="wedgeRoundRectCallout">
            <a:avLst>
              <a:gd name="adj1" fmla="val 26458"/>
              <a:gd name="adj2" fmla="val 120445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</a:rPr>
              <a:t>구속선</a:t>
            </a:r>
            <a:r>
              <a:rPr lang="ko-KR" altLang="en-US" sz="1400" b="1" dirty="0">
                <a:solidFill>
                  <a:schemeClr val="tx1"/>
                </a:solidFill>
              </a:rPr>
              <a:t>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6B8830-A82D-4229-B192-803CACA43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479" y="3349515"/>
            <a:ext cx="2686425" cy="8341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2C814AC-576C-4EE8-999C-2FF7C5A51E26}"/>
              </a:ext>
            </a:extLst>
          </p:cNvPr>
          <p:cNvSpPr/>
          <p:nvPr/>
        </p:nvSpPr>
        <p:spPr>
          <a:xfrm>
            <a:off x="5129178" y="3585569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8D72703F-3FA3-478E-8B03-11A59F9F729E}"/>
              </a:ext>
            </a:extLst>
          </p:cNvPr>
          <p:cNvSpPr/>
          <p:nvPr/>
        </p:nvSpPr>
        <p:spPr>
          <a:xfrm>
            <a:off x="4996429" y="4264068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56B0A7B8-FDC5-4AB1-B877-B0B4651D14DD}"/>
              </a:ext>
            </a:extLst>
          </p:cNvPr>
          <p:cNvSpPr/>
          <p:nvPr/>
        </p:nvSpPr>
        <p:spPr>
          <a:xfrm rot="16200000">
            <a:off x="3396442" y="371021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7D70BB3-26B8-430F-98B6-325962630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899" y="4837829"/>
            <a:ext cx="3620005" cy="43725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2800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Assembly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Design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완성된 어셈블리를 확인한다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C4C60D-D918-4603-B6E3-1D35F4FA6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33" y="2811710"/>
            <a:ext cx="6489734" cy="5097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1473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5CFF6C6-B250-449A-B1F8-784562D0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777" y="3640560"/>
            <a:ext cx="2602674" cy="33452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225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2. Component</a:t>
            </a:r>
            <a:r>
              <a:rPr lang="ko-KR" altLang="en-US" sz="2400" b="1" dirty="0">
                <a:latin typeface="+mn-ea"/>
              </a:rPr>
              <a:t> 이동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단순히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를 </a:t>
            </a:r>
            <a:r>
              <a:rPr lang="ko-KR" altLang="en-US" dirty="0" err="1">
                <a:latin typeface="+mn-ea"/>
              </a:rPr>
              <a:t>이동시키고싶으면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Manipulation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아이콘을 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Manipulation</a:t>
            </a:r>
            <a:r>
              <a:rPr lang="ko-KR" altLang="en-US" dirty="0">
                <a:latin typeface="+mn-ea"/>
              </a:rPr>
              <a:t> 창이 활성화 되면 이동하고 싶은 방식을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선택 후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를 선택하여 마우스로 이동시킨다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9DD157-FAFE-4812-B4FD-FB8FF349F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64" y="3909036"/>
            <a:ext cx="1362265" cy="7621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2C99F51-EB84-4E6B-8E15-CD7D04C3260B}"/>
              </a:ext>
            </a:extLst>
          </p:cNvPr>
          <p:cNvSpPr/>
          <p:nvPr/>
        </p:nvSpPr>
        <p:spPr>
          <a:xfrm>
            <a:off x="742182" y="4251633"/>
            <a:ext cx="429465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0F15049-39C9-43C2-AFAF-8A4890D0E364}"/>
              </a:ext>
            </a:extLst>
          </p:cNvPr>
          <p:cNvSpPr/>
          <p:nvPr/>
        </p:nvSpPr>
        <p:spPr>
          <a:xfrm>
            <a:off x="1124863" y="4711092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2E187A0-143D-41A3-9DC2-381AC99D9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30" y="5234859"/>
            <a:ext cx="1829055" cy="21148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C97D90-4B59-4DD5-966F-FA004B95245B}"/>
              </a:ext>
            </a:extLst>
          </p:cNvPr>
          <p:cNvSpPr/>
          <p:nvPr/>
        </p:nvSpPr>
        <p:spPr>
          <a:xfrm>
            <a:off x="630464" y="5821175"/>
            <a:ext cx="429465" cy="392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F4339EF-7B9F-4EF6-871B-EEA74B2EE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2509" y="6265440"/>
            <a:ext cx="3467584" cy="32484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A7BC16A9-FEA9-4D86-9652-D276A5AF8AC0}"/>
              </a:ext>
            </a:extLst>
          </p:cNvPr>
          <p:cNvSpPr/>
          <p:nvPr/>
        </p:nvSpPr>
        <p:spPr>
          <a:xfrm rot="14400000">
            <a:off x="2353965" y="4728718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94C4ABB8-AB2B-4A1C-8516-267ADBD7CD5C}"/>
              </a:ext>
            </a:extLst>
          </p:cNvPr>
          <p:cNvSpPr/>
          <p:nvPr/>
        </p:nvSpPr>
        <p:spPr>
          <a:xfrm>
            <a:off x="4254273" y="601724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090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2. Component</a:t>
            </a:r>
            <a:r>
              <a:rPr lang="ko-KR" altLang="en-US" sz="2400" b="1" dirty="0">
                <a:latin typeface="+mn-ea"/>
              </a:rPr>
              <a:t> 이동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Update All </a:t>
            </a:r>
            <a:r>
              <a:rPr lang="ko-KR" altLang="en-US" dirty="0">
                <a:latin typeface="+mn-ea"/>
              </a:rPr>
              <a:t>버튼을 누르면 다시 구속 상태로 돌아간다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위치가 잘못되면 </a:t>
            </a:r>
            <a:r>
              <a:rPr lang="en-US" altLang="ko-KR" dirty="0">
                <a:latin typeface="+mn-ea"/>
              </a:rPr>
              <a:t>Manipulation</a:t>
            </a:r>
            <a:r>
              <a:rPr lang="ko-KR" altLang="en-US" dirty="0">
                <a:latin typeface="+mn-ea"/>
              </a:rPr>
              <a:t>을 이용하여 위치 조정 후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Update All </a:t>
            </a:r>
            <a:r>
              <a:rPr lang="ko-KR" altLang="en-US" dirty="0">
                <a:latin typeface="+mn-ea"/>
              </a:rPr>
              <a:t>버튼을 누른다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EF85350-C3A9-4B7E-B931-2B0A86E2A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396" y="3511986"/>
            <a:ext cx="2686425" cy="8192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40DAA3-CA29-492A-8570-15B85140B072}"/>
              </a:ext>
            </a:extLst>
          </p:cNvPr>
          <p:cNvSpPr/>
          <p:nvPr/>
        </p:nvSpPr>
        <p:spPr>
          <a:xfrm>
            <a:off x="5003960" y="3748737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5F7BF28F-AB2F-488E-9F16-0A37F51D9838}"/>
              </a:ext>
            </a:extLst>
          </p:cNvPr>
          <p:cNvSpPr/>
          <p:nvPr/>
        </p:nvSpPr>
        <p:spPr>
          <a:xfrm>
            <a:off x="4834039" y="445660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C3B355A5-6EE6-45A5-A01E-34F0A55DF3E1}"/>
              </a:ext>
            </a:extLst>
          </p:cNvPr>
          <p:cNvSpPr/>
          <p:nvPr/>
        </p:nvSpPr>
        <p:spPr>
          <a:xfrm rot="16200000">
            <a:off x="3262292" y="371021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A891E2-2407-42AD-BD9A-15EED4771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86" y="3511986"/>
            <a:ext cx="2905530" cy="402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AF7A31A-4BD7-4942-AE69-22BF81C2C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133" y="5078357"/>
            <a:ext cx="2962688" cy="36009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5297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2. Component</a:t>
            </a:r>
            <a:r>
              <a:rPr lang="ko-KR" altLang="en-US" sz="2400" b="1" dirty="0">
                <a:latin typeface="+mn-ea"/>
              </a:rPr>
              <a:t> 이동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Compass</a:t>
            </a:r>
            <a:r>
              <a:rPr lang="ko-KR" altLang="en-US" dirty="0">
                <a:latin typeface="+mn-ea"/>
              </a:rPr>
              <a:t>를 형상이 있는 위치로 이동한다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0665A3F-286E-4F1C-8299-F3C22D5B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88" y="2771001"/>
            <a:ext cx="1047896" cy="1076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말풍선: 모서리가 둥근 사각형 16">
            <a:extLst>
              <a:ext uri="{FF2B5EF4-FFF2-40B4-BE49-F238E27FC236}">
                <a16:creationId xmlns:a16="http://schemas.microsoft.com/office/drawing/2014/main" id="{1AAFA9AA-DE1D-4490-9295-B8086ABA98AF}"/>
              </a:ext>
            </a:extLst>
          </p:cNvPr>
          <p:cNvSpPr/>
          <p:nvPr/>
        </p:nvSpPr>
        <p:spPr>
          <a:xfrm>
            <a:off x="265043" y="4088508"/>
            <a:ext cx="1790950" cy="487680"/>
          </a:xfrm>
          <a:prstGeom prst="wedgeRoundRectCallout">
            <a:avLst>
              <a:gd name="adj1" fmla="val -5015"/>
              <a:gd name="adj2" fmla="val -138973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점 위에 마우스 </a:t>
            </a:r>
            <a:r>
              <a:rPr lang="ko-KR" altLang="en-US" sz="1400" b="1" dirty="0" err="1">
                <a:solidFill>
                  <a:schemeClr val="tx1"/>
                </a:solidFill>
              </a:rPr>
              <a:t>호버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3F334CA-D83F-4B8F-9354-EF33499118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465"/>
          <a:stretch/>
        </p:blipFill>
        <p:spPr>
          <a:xfrm>
            <a:off x="2217759" y="2756100"/>
            <a:ext cx="2048161" cy="20816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말풍선: 모서리가 둥근 사각형 20">
            <a:extLst>
              <a:ext uri="{FF2B5EF4-FFF2-40B4-BE49-F238E27FC236}">
                <a16:creationId xmlns:a16="http://schemas.microsoft.com/office/drawing/2014/main" id="{4F3C5539-B64A-4664-A3CE-42B34244B7BA}"/>
              </a:ext>
            </a:extLst>
          </p:cNvPr>
          <p:cNvSpPr/>
          <p:nvPr/>
        </p:nvSpPr>
        <p:spPr>
          <a:xfrm>
            <a:off x="3728401" y="2821559"/>
            <a:ext cx="2139477" cy="487680"/>
          </a:xfrm>
          <a:prstGeom prst="wedgeRoundRectCallout">
            <a:avLst>
              <a:gd name="adj1" fmla="val -64465"/>
              <a:gd name="adj2" fmla="val 5366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마우스로 </a:t>
            </a:r>
            <a:r>
              <a:rPr lang="en-US" altLang="ko-KR" sz="1400" b="1" dirty="0">
                <a:solidFill>
                  <a:schemeClr val="tx1"/>
                </a:solidFill>
              </a:rPr>
              <a:t>Compass </a:t>
            </a:r>
            <a:r>
              <a:rPr lang="ko-KR" altLang="en-US" sz="1400" b="1" dirty="0">
                <a:solidFill>
                  <a:schemeClr val="tx1"/>
                </a:solidFill>
              </a:rPr>
              <a:t>이동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886B5F1-7BD2-4988-B061-F52C7E152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840" y="4662031"/>
            <a:ext cx="3553321" cy="42582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02CDD30F-9B91-4E82-9CF5-FE558483B2EB}"/>
              </a:ext>
            </a:extLst>
          </p:cNvPr>
          <p:cNvSpPr/>
          <p:nvPr/>
        </p:nvSpPr>
        <p:spPr>
          <a:xfrm rot="16200000">
            <a:off x="1539566" y="2974115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8D3A72AD-63E7-4C43-9692-9DC98C2E302A}"/>
              </a:ext>
            </a:extLst>
          </p:cNvPr>
          <p:cNvSpPr/>
          <p:nvPr/>
        </p:nvSpPr>
        <p:spPr>
          <a:xfrm rot="19800000">
            <a:off x="3664720" y="4413834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946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2. Component</a:t>
            </a:r>
            <a:r>
              <a:rPr lang="ko-KR" altLang="en-US" sz="2400" b="1" dirty="0">
                <a:latin typeface="+mn-ea"/>
              </a:rPr>
              <a:t> 이동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이동시킬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들을 선택한다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움직일 축을 </a:t>
            </a:r>
            <a:r>
              <a:rPr lang="ko-KR" altLang="en-US" dirty="0" err="1">
                <a:latin typeface="+mn-ea"/>
              </a:rPr>
              <a:t>누른상태로</a:t>
            </a:r>
            <a:r>
              <a:rPr lang="ko-KR" altLang="en-US" dirty="0">
                <a:latin typeface="+mn-ea"/>
              </a:rPr>
              <a:t> 마우스를 움직여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들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을 이동시킨다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4C82F6-423E-47E3-9EF4-701645EA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70" y="3402674"/>
            <a:ext cx="2905530" cy="3210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5A10A1-8D24-4FC5-8FC0-E1A946F64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606" y="3402674"/>
            <a:ext cx="1695687" cy="2067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C142EB7F-BFF4-4336-B097-461581921D1B}"/>
              </a:ext>
            </a:extLst>
          </p:cNvPr>
          <p:cNvSpPr/>
          <p:nvPr/>
        </p:nvSpPr>
        <p:spPr>
          <a:xfrm rot="16200000">
            <a:off x="3435034" y="408921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C77DCD1-68C7-4121-B3D7-7436D0DAA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9734" y="5761684"/>
            <a:ext cx="1849429" cy="29403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A37BC8C7-193A-48E4-8FD3-4F9F7D577409}"/>
              </a:ext>
            </a:extLst>
          </p:cNvPr>
          <p:cNvSpPr/>
          <p:nvPr/>
        </p:nvSpPr>
        <p:spPr>
          <a:xfrm>
            <a:off x="4751607" y="5367589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007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2. Component</a:t>
            </a:r>
            <a:r>
              <a:rPr lang="ko-KR" altLang="en-US" sz="2400" b="1" dirty="0">
                <a:latin typeface="+mn-ea"/>
              </a:rPr>
              <a:t> 이동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Update All </a:t>
            </a:r>
            <a:r>
              <a:rPr lang="ko-KR" altLang="en-US" dirty="0">
                <a:latin typeface="+mn-ea"/>
              </a:rPr>
              <a:t>버튼을 누르면 다시 구속 상태로 돌아간다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EF85350-C3A9-4B7E-B931-2B0A86E2A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668" y="3139145"/>
            <a:ext cx="2686425" cy="8192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40DAA3-CA29-492A-8570-15B85140B072}"/>
              </a:ext>
            </a:extLst>
          </p:cNvPr>
          <p:cNvSpPr/>
          <p:nvPr/>
        </p:nvSpPr>
        <p:spPr>
          <a:xfrm>
            <a:off x="4956232" y="3375896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5F7BF28F-AB2F-488E-9F16-0A37F51D9838}"/>
              </a:ext>
            </a:extLst>
          </p:cNvPr>
          <p:cNvSpPr/>
          <p:nvPr/>
        </p:nvSpPr>
        <p:spPr>
          <a:xfrm>
            <a:off x="4926094" y="452486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C3B355A5-6EE6-45A5-A01E-34F0A55DF3E1}"/>
              </a:ext>
            </a:extLst>
          </p:cNvPr>
          <p:cNvSpPr/>
          <p:nvPr/>
        </p:nvSpPr>
        <p:spPr>
          <a:xfrm rot="16200000">
            <a:off x="2807963" y="3300581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6E15C28-BCF6-4D7B-A72A-12A04592A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09" y="2986455"/>
            <a:ext cx="1849429" cy="29403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F2DDA74-58DF-4EC7-85E0-51E30C9C4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9382" y="5479639"/>
            <a:ext cx="5206966" cy="40560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8850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308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3. Scene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원활한 도면작업을 위해 </a:t>
            </a:r>
            <a:r>
              <a:rPr lang="en-US" altLang="ko-KR" dirty="0">
                <a:latin typeface="+mn-ea"/>
              </a:rPr>
              <a:t>Scene</a:t>
            </a:r>
            <a:r>
              <a:rPr lang="ko-KR" altLang="en-US" dirty="0">
                <a:latin typeface="+mn-ea"/>
              </a:rPr>
              <a:t>을 생성한다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Compass</a:t>
            </a:r>
            <a:r>
              <a:rPr lang="ko-KR" altLang="en-US" dirty="0">
                <a:latin typeface="+mn-ea"/>
              </a:rPr>
              <a:t>를 이용하여 </a:t>
            </a:r>
            <a:r>
              <a:rPr lang="en-US" altLang="ko-KR" dirty="0">
                <a:latin typeface="+mn-ea"/>
              </a:rPr>
              <a:t>Assembly</a:t>
            </a:r>
            <a:r>
              <a:rPr lang="ko-KR" altLang="en-US" dirty="0">
                <a:latin typeface="+mn-ea"/>
              </a:rPr>
              <a:t>된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를 분리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시킨다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Enhanced Scene</a:t>
            </a:r>
            <a:r>
              <a:rPr lang="ko-KR" altLang="en-US" dirty="0">
                <a:latin typeface="+mn-ea"/>
              </a:rPr>
              <a:t>을 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씬 이름을 입력한다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OK</a:t>
            </a:r>
            <a:r>
              <a:rPr lang="ko-KR" altLang="en-US" dirty="0">
                <a:latin typeface="+mn-ea"/>
              </a:rPr>
              <a:t>를 눌러 씬 환경으로 들어간다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824F4A-0E7A-4C92-ABFB-7C11EC060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554" y="4642877"/>
            <a:ext cx="485843" cy="1086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A4182D-B6E0-47FF-80BF-884D869C506C}"/>
              </a:ext>
            </a:extLst>
          </p:cNvPr>
          <p:cNvSpPr/>
          <p:nvPr/>
        </p:nvSpPr>
        <p:spPr>
          <a:xfrm>
            <a:off x="5268554" y="4657268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852207-DBA8-4E30-821F-71E9C532D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43" y="4642877"/>
            <a:ext cx="4029637" cy="3991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1B4A2C7-317D-4487-9E2A-FF103A147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3652" y="6567196"/>
            <a:ext cx="3372321" cy="2067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3620855C-2948-4783-A712-2DE322462788}"/>
              </a:ext>
            </a:extLst>
          </p:cNvPr>
          <p:cNvSpPr/>
          <p:nvPr/>
        </p:nvSpPr>
        <p:spPr>
          <a:xfrm rot="16200000">
            <a:off x="4408776" y="484953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C3084AA3-D072-45AF-803B-C2AE0871A7AE}"/>
              </a:ext>
            </a:extLst>
          </p:cNvPr>
          <p:cNvSpPr/>
          <p:nvPr/>
        </p:nvSpPr>
        <p:spPr>
          <a:xfrm>
            <a:off x="5138635" y="5989460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405925-D569-4CF4-89E3-3764EFF0869C}"/>
              </a:ext>
            </a:extLst>
          </p:cNvPr>
          <p:cNvSpPr/>
          <p:nvPr/>
        </p:nvSpPr>
        <p:spPr>
          <a:xfrm>
            <a:off x="3649304" y="7430123"/>
            <a:ext cx="303571" cy="2923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78DA62-6954-4C74-9A0A-0BD62FD72525}"/>
              </a:ext>
            </a:extLst>
          </p:cNvPr>
          <p:cNvSpPr/>
          <p:nvPr/>
        </p:nvSpPr>
        <p:spPr>
          <a:xfrm>
            <a:off x="5742401" y="7855663"/>
            <a:ext cx="553623" cy="3762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DCFC51A-3D7A-4940-9D09-513421593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7788" y="3971788"/>
            <a:ext cx="1962424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30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2670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3. Scene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씬 환경으로 들어가면 </a:t>
            </a:r>
            <a:r>
              <a:rPr lang="en-US" altLang="ko-KR" dirty="0">
                <a:latin typeface="+mn-ea"/>
              </a:rPr>
              <a:t>Enhanced Scenes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툴바가</a:t>
            </a:r>
            <a:r>
              <a:rPr lang="ko-KR" altLang="en-US" dirty="0">
                <a:latin typeface="+mn-ea"/>
              </a:rPr>
              <a:t> 활성화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Save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Wiewpoint</a:t>
            </a:r>
            <a:r>
              <a:rPr lang="ko-KR" altLang="en-US" dirty="0">
                <a:latin typeface="+mn-ea"/>
              </a:rPr>
              <a:t> 아이콘을 클릭하여 현재 상태로 저장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Exit </a:t>
            </a:r>
            <a:r>
              <a:rPr lang="ko-KR" altLang="en-US" dirty="0">
                <a:latin typeface="+mn-ea"/>
              </a:rPr>
              <a:t>아이콘을 클릭하여 </a:t>
            </a:r>
            <a:r>
              <a:rPr lang="en-US" altLang="ko-KR" dirty="0">
                <a:latin typeface="+mn-ea"/>
              </a:rPr>
              <a:t>Scene </a:t>
            </a:r>
            <a:r>
              <a:rPr lang="ko-KR" altLang="en-US" dirty="0">
                <a:latin typeface="+mn-ea"/>
              </a:rPr>
              <a:t>환경을 나온다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50D499-8A37-4B87-8D23-5B8072DCD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26" y="4418092"/>
            <a:ext cx="1886213" cy="8002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E40ABA-EF37-486A-AD9A-529E8494D35A}"/>
              </a:ext>
            </a:extLst>
          </p:cNvPr>
          <p:cNvSpPr/>
          <p:nvPr/>
        </p:nvSpPr>
        <p:spPr>
          <a:xfrm>
            <a:off x="1077554" y="4743596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F8EECC-868F-4177-909C-576BDF8831E7}"/>
              </a:ext>
            </a:extLst>
          </p:cNvPr>
          <p:cNvSpPr/>
          <p:nvPr/>
        </p:nvSpPr>
        <p:spPr>
          <a:xfrm>
            <a:off x="2123813" y="4743596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8A1017-A4F7-46F1-8F6F-774F6D46BDA3}"/>
              </a:ext>
            </a:extLst>
          </p:cNvPr>
          <p:cNvSpPr txBox="1"/>
          <p:nvPr/>
        </p:nvSpPr>
        <p:spPr>
          <a:xfrm>
            <a:off x="967819" y="4327141"/>
            <a:ext cx="545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①</a:t>
            </a:r>
            <a:endParaRPr lang="ko-KR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124074-D657-475D-B29C-545A686C7F85}"/>
              </a:ext>
            </a:extLst>
          </p:cNvPr>
          <p:cNvSpPr txBox="1"/>
          <p:nvPr/>
        </p:nvSpPr>
        <p:spPr>
          <a:xfrm>
            <a:off x="2077823" y="4327142"/>
            <a:ext cx="509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②</a:t>
            </a:r>
            <a:endParaRPr lang="ko-KR" altLang="en-US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63605F1-94D6-45A1-9872-A26006E23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26" y="5834222"/>
            <a:ext cx="3093878" cy="30938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687E11-80F1-45D1-89E5-9A4D2A74FE6D}"/>
              </a:ext>
            </a:extLst>
          </p:cNvPr>
          <p:cNvSpPr/>
          <p:nvPr/>
        </p:nvSpPr>
        <p:spPr>
          <a:xfrm>
            <a:off x="777588" y="7689996"/>
            <a:ext cx="2295811" cy="1238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7444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4. Split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내부 구조를 살펴볼 수 있도록 </a:t>
            </a:r>
            <a:r>
              <a:rPr lang="en-US" altLang="ko-KR" dirty="0">
                <a:latin typeface="+mn-ea"/>
              </a:rPr>
              <a:t>Split</a:t>
            </a:r>
            <a:r>
              <a:rPr lang="ko-KR" altLang="en-US" dirty="0">
                <a:latin typeface="+mn-ea"/>
              </a:rPr>
              <a:t>를 생성할 수 있다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Split </a:t>
            </a:r>
            <a:r>
              <a:rPr lang="ko-KR" altLang="en-US" dirty="0">
                <a:latin typeface="+mn-ea"/>
              </a:rPr>
              <a:t>선택한 후 원하는 평면을 선택한다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자를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들을 선택한다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585D10-673B-416E-B509-92A760AF7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36" y="3656959"/>
            <a:ext cx="552527" cy="18385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97EF4A-A9D9-4172-B0A5-F60D9BCFBF0E}"/>
              </a:ext>
            </a:extLst>
          </p:cNvPr>
          <p:cNvSpPr/>
          <p:nvPr/>
        </p:nvSpPr>
        <p:spPr>
          <a:xfrm>
            <a:off x="714937" y="3806368"/>
            <a:ext cx="463026" cy="47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7A4BB0-D49E-421B-866B-A9585B74B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344" y="3656959"/>
            <a:ext cx="3658111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D48DD8-E6A5-4097-A7C7-1C75C80A73D5}"/>
              </a:ext>
            </a:extLst>
          </p:cNvPr>
          <p:cNvSpPr/>
          <p:nvPr/>
        </p:nvSpPr>
        <p:spPr>
          <a:xfrm>
            <a:off x="3325776" y="4331876"/>
            <a:ext cx="725523" cy="849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E69C7721-E566-42E1-819C-41706F4384C1}"/>
              </a:ext>
            </a:extLst>
          </p:cNvPr>
          <p:cNvSpPr/>
          <p:nvPr/>
        </p:nvSpPr>
        <p:spPr>
          <a:xfrm rot="16200000">
            <a:off x="1379503" y="4032879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3A23B6C-7EAA-487C-90F8-09B7077E1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9" y="6170458"/>
            <a:ext cx="6670641" cy="33479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3F186AEA-42E9-4530-8F0E-C2F00FF7F68B}"/>
              </a:ext>
            </a:extLst>
          </p:cNvPr>
          <p:cNvSpPr/>
          <p:nvPr/>
        </p:nvSpPr>
        <p:spPr>
          <a:xfrm>
            <a:off x="3513135" y="585651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9F08D70-660E-4DF7-9A84-5C04A18E4D01}"/>
              </a:ext>
            </a:extLst>
          </p:cNvPr>
          <p:cNvSpPr/>
          <p:nvPr/>
        </p:nvSpPr>
        <p:spPr>
          <a:xfrm>
            <a:off x="3688537" y="7582365"/>
            <a:ext cx="1975663" cy="5741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34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4. Split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Add </a:t>
            </a:r>
            <a:r>
              <a:rPr lang="ko-KR" altLang="en-US" dirty="0">
                <a:latin typeface="+mn-ea"/>
              </a:rPr>
              <a:t>아이콘을 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선택이 완료되면 </a:t>
            </a:r>
            <a:r>
              <a:rPr lang="en-US" altLang="ko-KR" dirty="0">
                <a:latin typeface="+mn-ea"/>
              </a:rPr>
              <a:t>OK </a:t>
            </a:r>
            <a:r>
              <a:rPr lang="ko-KR" altLang="en-US" dirty="0">
                <a:latin typeface="+mn-ea"/>
              </a:rPr>
              <a:t>버튼을 누른다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0CC73D-F770-43DD-BE93-29B5821DF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89" y="2938731"/>
            <a:ext cx="4521797" cy="29249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B5753A-EDB4-437B-A11C-C34C56F8750A}"/>
              </a:ext>
            </a:extLst>
          </p:cNvPr>
          <p:cNvSpPr/>
          <p:nvPr/>
        </p:nvSpPr>
        <p:spPr>
          <a:xfrm>
            <a:off x="2333163" y="4182644"/>
            <a:ext cx="458824" cy="481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7FFF0-6B18-4E6A-9D75-919A915A2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6107074"/>
            <a:ext cx="4499412" cy="290260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2DFC286-B8BA-45D6-A589-D2D063D69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859" y="8250666"/>
            <a:ext cx="3791479" cy="1047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A338D900-F42C-4221-BADA-585617F26301}"/>
              </a:ext>
            </a:extLst>
          </p:cNvPr>
          <p:cNvSpPr/>
          <p:nvPr/>
        </p:nvSpPr>
        <p:spPr>
          <a:xfrm>
            <a:off x="2333163" y="5737202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E31ACF-55CF-423C-9E58-B8AF23F9AD95}"/>
              </a:ext>
            </a:extLst>
          </p:cNvPr>
          <p:cNvSpPr/>
          <p:nvPr/>
        </p:nvSpPr>
        <p:spPr>
          <a:xfrm>
            <a:off x="453588" y="7918245"/>
            <a:ext cx="2137211" cy="496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B6385C04-FFF6-4359-8F3E-43878EF3A1A4}"/>
              </a:ext>
            </a:extLst>
          </p:cNvPr>
          <p:cNvSpPr/>
          <p:nvPr/>
        </p:nvSpPr>
        <p:spPr>
          <a:xfrm rot="19266611">
            <a:off x="2714487" y="7918245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6037F2-C145-4A1B-A997-1A9BFA99E825}"/>
              </a:ext>
            </a:extLst>
          </p:cNvPr>
          <p:cNvSpPr/>
          <p:nvPr/>
        </p:nvSpPr>
        <p:spPr>
          <a:xfrm>
            <a:off x="5188259" y="8915400"/>
            <a:ext cx="729942" cy="3831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2140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Assembly Design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4. Split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잘린 형상을 확인하고 저장한다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8BF1D6-0E1A-473A-A307-DCEB219D5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616" y="2890549"/>
            <a:ext cx="3372321" cy="41249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8152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98238-20C7-4F7C-8A86-37DFF86F3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855876"/>
            <a:ext cx="5829300" cy="1793522"/>
          </a:xfrm>
        </p:spPr>
        <p:txBody>
          <a:bodyPr/>
          <a:lstStyle/>
          <a:p>
            <a:r>
              <a:rPr lang="en-US" altLang="ko-KR" b="1" dirty="0">
                <a:latin typeface="+mj-ea"/>
              </a:rPr>
              <a:t>Drafting</a:t>
            </a:r>
            <a:endParaRPr lang="ko-KR" altLang="en-US" b="1" dirty="0">
              <a:latin typeface="+mj-ea"/>
            </a:endParaRPr>
          </a:p>
        </p:txBody>
      </p:sp>
      <p:pic>
        <p:nvPicPr>
          <p:cNvPr id="4" name="그림 1">
            <a:extLst>
              <a:ext uri="{FF2B5EF4-FFF2-40B4-BE49-F238E27FC236}">
                <a16:creationId xmlns:a16="http://schemas.microsoft.com/office/drawing/2014/main" id="{2D4EFEFB-8BB9-4840-A653-37DD7E6B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9" y="4"/>
            <a:ext cx="1089025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2780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그림과 같이 </a:t>
            </a:r>
            <a:r>
              <a:rPr lang="en-US" altLang="ko-KR" dirty="0">
                <a:latin typeface="+mn-ea"/>
              </a:rPr>
              <a:t>Drafting</a:t>
            </a:r>
            <a:r>
              <a:rPr lang="ko-KR" altLang="en-US" dirty="0">
                <a:latin typeface="+mn-ea"/>
              </a:rPr>
              <a:t>을 생성한다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4E9B04-A468-4180-808F-FD857309A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69" y="2838091"/>
            <a:ext cx="5811061" cy="51442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DC09F77-E35E-4931-BC82-64AC204F2907}"/>
              </a:ext>
            </a:extLst>
          </p:cNvPr>
          <p:cNvSpPr/>
          <p:nvPr/>
        </p:nvSpPr>
        <p:spPr>
          <a:xfrm>
            <a:off x="523469" y="3187700"/>
            <a:ext cx="2588031" cy="388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5B1DD4-712D-4C14-8FEA-C9AA9E8738D6}"/>
              </a:ext>
            </a:extLst>
          </p:cNvPr>
          <p:cNvSpPr/>
          <p:nvPr/>
        </p:nvSpPr>
        <p:spPr>
          <a:xfrm>
            <a:off x="2923769" y="5029200"/>
            <a:ext cx="3410761" cy="388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1575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2C95BB37-9CA2-47E1-8708-294F66089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07" y="4953000"/>
            <a:ext cx="5391902" cy="27531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Modify</a:t>
            </a:r>
            <a:r>
              <a:rPr lang="ko-KR" altLang="en-US" dirty="0">
                <a:latin typeface="+mn-ea"/>
              </a:rPr>
              <a:t> 버튼을 눌러 기본 설정을 일부 변경한다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9C0D1D-259D-481B-B1E4-C9FDF636A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482704"/>
            <a:ext cx="5973009" cy="20957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C2C8CC3B-33F8-4F66-87DB-E832ACBC1290}"/>
              </a:ext>
            </a:extLst>
          </p:cNvPr>
          <p:cNvSpPr/>
          <p:nvPr/>
        </p:nvSpPr>
        <p:spPr>
          <a:xfrm>
            <a:off x="3116518" y="4578496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7CF19B-CA06-48C9-BEF7-AB1738BBB594}"/>
              </a:ext>
            </a:extLst>
          </p:cNvPr>
          <p:cNvSpPr/>
          <p:nvPr/>
        </p:nvSpPr>
        <p:spPr>
          <a:xfrm>
            <a:off x="4689069" y="4183391"/>
            <a:ext cx="848131" cy="388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01D6D9-E85C-4E58-8A19-40E3B443B355}"/>
              </a:ext>
            </a:extLst>
          </p:cNvPr>
          <p:cNvSpPr/>
          <p:nvPr/>
        </p:nvSpPr>
        <p:spPr>
          <a:xfrm>
            <a:off x="899771" y="5428361"/>
            <a:ext cx="848131" cy="2862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BA51B62-F041-4BBC-8B4D-B899565A4442}"/>
              </a:ext>
            </a:extLst>
          </p:cNvPr>
          <p:cNvSpPr/>
          <p:nvPr/>
        </p:nvSpPr>
        <p:spPr>
          <a:xfrm>
            <a:off x="899771" y="5853666"/>
            <a:ext cx="848131" cy="260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9DE45F-D898-4A32-AAA6-4649C9C67902}"/>
              </a:ext>
            </a:extLst>
          </p:cNvPr>
          <p:cNvSpPr/>
          <p:nvPr/>
        </p:nvSpPr>
        <p:spPr>
          <a:xfrm>
            <a:off x="4666705" y="7346450"/>
            <a:ext cx="743495" cy="260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8BC0EC-9EC5-4194-B277-453E989B8434}"/>
              </a:ext>
            </a:extLst>
          </p:cNvPr>
          <p:cNvSpPr/>
          <p:nvPr/>
        </p:nvSpPr>
        <p:spPr>
          <a:xfrm>
            <a:off x="1199605" y="3507462"/>
            <a:ext cx="908595" cy="298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1515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E46E290F-43B3-489C-AE54-9274CDE76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999045"/>
            <a:ext cx="6001588" cy="211484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OK </a:t>
            </a:r>
            <a:r>
              <a:rPr lang="ko-KR" altLang="en-US" dirty="0">
                <a:latin typeface="+mn-ea"/>
              </a:rPr>
              <a:t>버튼을 </a:t>
            </a:r>
            <a:r>
              <a:rPr lang="ko-KR" altLang="en-US" dirty="0" err="1">
                <a:latin typeface="+mn-ea"/>
              </a:rPr>
              <a:t>클릭후</a:t>
            </a:r>
            <a:r>
              <a:rPr lang="ko-KR" altLang="en-US" dirty="0">
                <a:latin typeface="+mn-ea"/>
              </a:rPr>
              <a:t> 그림과 같이 화면을 준비한다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Views, Dimensioning, Drawing, Annotations, Dress-up</a:t>
            </a: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F5D20795-E2EA-4E9C-B0A9-F04D7610CB20}"/>
              </a:ext>
            </a:extLst>
          </p:cNvPr>
          <p:cNvSpPr/>
          <p:nvPr/>
        </p:nvSpPr>
        <p:spPr>
          <a:xfrm>
            <a:off x="3049877" y="5094884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62AC08-E862-41FE-A906-3D1EEE6A9163}"/>
              </a:ext>
            </a:extLst>
          </p:cNvPr>
          <p:cNvSpPr/>
          <p:nvPr/>
        </p:nvSpPr>
        <p:spPr>
          <a:xfrm>
            <a:off x="1237705" y="4147077"/>
            <a:ext cx="908595" cy="298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CA1E96-604E-453B-8CC1-DBA4B98AD592}"/>
              </a:ext>
            </a:extLst>
          </p:cNvPr>
          <p:cNvSpPr/>
          <p:nvPr/>
        </p:nvSpPr>
        <p:spPr>
          <a:xfrm>
            <a:off x="3833658" y="4736442"/>
            <a:ext cx="908595" cy="298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B93677-EF58-4FA6-A14E-D83DCEF77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71" y="6261922"/>
            <a:ext cx="5895941" cy="33710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94343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en-US" altLang="ko-KR" dirty="0" err="1">
                <a:latin typeface="+mn-ea"/>
              </a:rPr>
              <a:t>Edit→Sheet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Background</a:t>
            </a:r>
            <a:r>
              <a:rPr lang="ko-KR" altLang="en-US" dirty="0">
                <a:latin typeface="+mn-ea"/>
              </a:rPr>
              <a:t> 환경으로 들어가서 도면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양식을 설정한다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Frame and Title Block</a:t>
            </a:r>
            <a:r>
              <a:rPr lang="ko-KR" altLang="en-US" dirty="0">
                <a:latin typeface="+mn-ea"/>
              </a:rPr>
              <a:t>을 선택한다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DD6BA0-B524-41EE-B8AE-E78145697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09" y="3453474"/>
            <a:ext cx="2381582" cy="55729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E088BF-5805-4D67-BB5D-E15D9AE5A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82" y="4587355"/>
            <a:ext cx="600159" cy="1333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A2C90B47-F241-4375-9F81-86B8DBEF5853}"/>
              </a:ext>
            </a:extLst>
          </p:cNvPr>
          <p:cNvSpPr/>
          <p:nvPr/>
        </p:nvSpPr>
        <p:spPr>
          <a:xfrm rot="16200000">
            <a:off x="3172146" y="470480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FB1C5B-05CF-4C4D-8588-AD50258C5FFC}"/>
              </a:ext>
            </a:extLst>
          </p:cNvPr>
          <p:cNvSpPr/>
          <p:nvPr/>
        </p:nvSpPr>
        <p:spPr>
          <a:xfrm>
            <a:off x="4317844" y="4803524"/>
            <a:ext cx="454298" cy="3018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50520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원하는 양식을 선택 후 </a:t>
            </a:r>
            <a:r>
              <a:rPr lang="en-US" altLang="ko-KR" dirty="0">
                <a:latin typeface="+mn-ea"/>
              </a:rPr>
              <a:t>OK </a:t>
            </a:r>
            <a:r>
              <a:rPr lang="ko-KR" altLang="en-US" dirty="0">
                <a:latin typeface="+mn-ea"/>
              </a:rPr>
              <a:t>버튼을 클릭한다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6EA2CC-5BD8-4F81-A458-5A724B808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43" y="2622477"/>
            <a:ext cx="6380101" cy="26632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C3B489B-6EAF-4A58-BA4B-B836F50824D2}"/>
              </a:ext>
            </a:extLst>
          </p:cNvPr>
          <p:cNvSpPr/>
          <p:nvPr/>
        </p:nvSpPr>
        <p:spPr>
          <a:xfrm>
            <a:off x="265042" y="3025524"/>
            <a:ext cx="1716157" cy="327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84B80A-BB35-4B53-BD51-8EB1B35C1628}"/>
              </a:ext>
            </a:extLst>
          </p:cNvPr>
          <p:cNvSpPr/>
          <p:nvPr/>
        </p:nvSpPr>
        <p:spPr>
          <a:xfrm>
            <a:off x="265042" y="3531759"/>
            <a:ext cx="1716157" cy="327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7CDDF6-4BAA-47A3-B9F2-390D5595E22A}"/>
              </a:ext>
            </a:extLst>
          </p:cNvPr>
          <p:cNvSpPr/>
          <p:nvPr/>
        </p:nvSpPr>
        <p:spPr>
          <a:xfrm>
            <a:off x="4833937" y="4958493"/>
            <a:ext cx="563564" cy="327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2AC84DF-167C-4DF4-904F-90C40287E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92" y="5892756"/>
            <a:ext cx="4715533" cy="34580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37783062-8F11-424E-8A51-3AEA9DC9B85F}"/>
              </a:ext>
            </a:extLst>
          </p:cNvPr>
          <p:cNvSpPr/>
          <p:nvPr/>
        </p:nvSpPr>
        <p:spPr>
          <a:xfrm>
            <a:off x="2952936" y="5341066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332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690EFB84-72FA-43FA-9DC5-A92DBAE26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12" y="3219719"/>
            <a:ext cx="5020376" cy="19814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도면 범례를 다음과 같이 입력한다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입력이 완료되면 </a:t>
            </a:r>
            <a:r>
              <a:rPr lang="en-US" altLang="ko-KR" dirty="0" err="1">
                <a:latin typeface="+mn-ea"/>
              </a:rPr>
              <a:t>Edit→Working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Wiews</a:t>
            </a:r>
            <a:r>
              <a:rPr lang="ko-KR" altLang="en-US" dirty="0">
                <a:latin typeface="+mn-ea"/>
              </a:rPr>
              <a:t>를 클릭하여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</a:t>
            </a:r>
            <a:r>
              <a:rPr lang="ko-KR" altLang="en-US" dirty="0">
                <a:latin typeface="+mn-ea"/>
              </a:rPr>
              <a:t>작업창으로 돌아온다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99823E3-B503-4E84-BF75-B6093728F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859" y="5220322"/>
            <a:ext cx="2049833" cy="45243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B4BFB010-FE28-49F1-ABCD-AE166FB55775}"/>
              </a:ext>
            </a:extLst>
          </p:cNvPr>
          <p:cNvSpPr/>
          <p:nvPr/>
        </p:nvSpPr>
        <p:spPr>
          <a:xfrm>
            <a:off x="2952934" y="4953000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43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225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Sheet </a:t>
            </a:r>
            <a:r>
              <a:rPr lang="ko-KR" altLang="en-US" dirty="0">
                <a:latin typeface="+mn-ea"/>
              </a:rPr>
              <a:t>위에서 마우스 오른쪽 버튼으로 설정창을 활성화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시킨다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Third angle standard</a:t>
            </a:r>
            <a:r>
              <a:rPr lang="ko-KR" altLang="en-US" dirty="0">
                <a:latin typeface="+mn-ea"/>
              </a:rPr>
              <a:t>를 선택하여 반드시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각법으로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변경한다</a:t>
            </a:r>
            <a:r>
              <a:rPr lang="en-US" altLang="ko-KR" dirty="0">
                <a:latin typeface="+mn-ea"/>
              </a:rPr>
              <a:t>.(</a:t>
            </a:r>
            <a:r>
              <a:rPr lang="ko-KR" altLang="en-US" dirty="0">
                <a:latin typeface="+mn-ea"/>
              </a:rPr>
              <a:t>우리나라에서는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각법으로 도면을 표현</a:t>
            </a:r>
            <a:r>
              <a:rPr lang="en-US" altLang="ko-KR" dirty="0">
                <a:latin typeface="+mn-ea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C9AFAE-EEA3-4847-87B5-34FE32654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48" y="3698809"/>
            <a:ext cx="2876951" cy="43916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EAC85C-B6D9-4A06-8130-A12D64273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882" y="3698809"/>
            <a:ext cx="2943636" cy="1676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6CAFEC-5585-41AE-A604-922CB4E043A4}"/>
              </a:ext>
            </a:extLst>
          </p:cNvPr>
          <p:cNvSpPr/>
          <p:nvPr/>
        </p:nvSpPr>
        <p:spPr>
          <a:xfrm>
            <a:off x="4025744" y="4537125"/>
            <a:ext cx="1384456" cy="3116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F8BB5F73-BF87-49EF-B403-963A3F802DD1}"/>
              </a:ext>
            </a:extLst>
          </p:cNvPr>
          <p:cNvSpPr/>
          <p:nvPr/>
        </p:nvSpPr>
        <p:spPr>
          <a:xfrm rot="16200000">
            <a:off x="3201133" y="4661769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994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New Sheet </a:t>
            </a:r>
            <a:r>
              <a:rPr lang="ko-KR" altLang="en-US" dirty="0">
                <a:latin typeface="+mn-ea"/>
              </a:rPr>
              <a:t>아이콘을 클릭하여 새로운 </a:t>
            </a:r>
            <a:r>
              <a:rPr lang="en-US" altLang="ko-KR" dirty="0">
                <a:latin typeface="+mn-ea"/>
              </a:rPr>
              <a:t>Sheet</a:t>
            </a:r>
            <a:r>
              <a:rPr lang="ko-KR" altLang="en-US" dirty="0">
                <a:latin typeface="+mn-ea"/>
              </a:rPr>
              <a:t>를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생성한다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도면 범래를 그림과 같이 수정한다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FC79DA-B55D-4111-93A5-A5A3ABBFF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01" y="3453474"/>
            <a:ext cx="1057423" cy="743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782291-43E5-458F-A91C-DD3EEC08051A}"/>
              </a:ext>
            </a:extLst>
          </p:cNvPr>
          <p:cNvSpPr/>
          <p:nvPr/>
        </p:nvSpPr>
        <p:spPr>
          <a:xfrm>
            <a:off x="653701" y="3825001"/>
            <a:ext cx="438499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EA2BD4-789B-40BD-AF20-8D80CAAB6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01" y="5159640"/>
            <a:ext cx="4839375" cy="18481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4E3E81C4-4FB0-4283-8B41-C49E10C60B9D}"/>
              </a:ext>
            </a:extLst>
          </p:cNvPr>
          <p:cNvSpPr/>
          <p:nvPr/>
        </p:nvSpPr>
        <p:spPr>
          <a:xfrm>
            <a:off x="809571" y="442988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6861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Front View</a:t>
            </a:r>
            <a:r>
              <a:rPr lang="ko-KR" altLang="en-US" dirty="0">
                <a:latin typeface="+mn-ea"/>
              </a:rPr>
              <a:t> 아이콘을 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Assembly</a:t>
            </a:r>
            <a:r>
              <a:rPr lang="ko-KR" altLang="en-US" dirty="0">
                <a:latin typeface="+mn-ea"/>
              </a:rPr>
              <a:t>에서 적당한 면을 선택한다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B0FC35-A18F-46A0-A7EC-20C4234D8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67" y="3311473"/>
            <a:ext cx="2086266" cy="743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45FB512-E638-41D0-912E-A361E042696E}"/>
              </a:ext>
            </a:extLst>
          </p:cNvPr>
          <p:cNvSpPr/>
          <p:nvPr/>
        </p:nvSpPr>
        <p:spPr>
          <a:xfrm>
            <a:off x="818801" y="3683000"/>
            <a:ext cx="438499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12F884-967A-45F4-893F-C1CEED45A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67" y="4953000"/>
            <a:ext cx="4753638" cy="29722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47D58B4A-7818-4155-9708-6C7869713A39}"/>
              </a:ext>
            </a:extLst>
          </p:cNvPr>
          <p:cNvSpPr/>
          <p:nvPr/>
        </p:nvSpPr>
        <p:spPr>
          <a:xfrm>
            <a:off x="1038050" y="431110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BCE7852D-2BDB-4BC5-9B0A-267FAE324E63}"/>
              </a:ext>
            </a:extLst>
          </p:cNvPr>
          <p:cNvSpPr/>
          <p:nvPr/>
        </p:nvSpPr>
        <p:spPr>
          <a:xfrm>
            <a:off x="3202133" y="5951427"/>
            <a:ext cx="1065067" cy="487680"/>
          </a:xfrm>
          <a:prstGeom prst="wedgeRoundRectCallout">
            <a:avLst>
              <a:gd name="adj1" fmla="val -33598"/>
              <a:gd name="adj2" fmla="val 8491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8482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적절한 화면으로 움직여가며 </a:t>
            </a:r>
            <a:r>
              <a:rPr lang="en-US" altLang="ko-KR" dirty="0">
                <a:latin typeface="+mn-ea"/>
              </a:rPr>
              <a:t>Front View</a:t>
            </a:r>
            <a:r>
              <a:rPr lang="ko-KR" altLang="en-US" dirty="0">
                <a:latin typeface="+mn-ea"/>
              </a:rPr>
              <a:t>를 생성한다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Front View</a:t>
            </a:r>
            <a:r>
              <a:rPr lang="ko-KR" altLang="en-US" dirty="0">
                <a:latin typeface="+mn-ea"/>
              </a:rPr>
              <a:t>가 완료되면 빈화면을 클릭하여 확정한다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0208154-9F85-448D-9BC3-040699C2B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68" y="3037976"/>
            <a:ext cx="4963218" cy="442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620136-BA75-4B41-9782-AA0E69E5115C}"/>
              </a:ext>
            </a:extLst>
          </p:cNvPr>
          <p:cNvSpPr/>
          <p:nvPr/>
        </p:nvSpPr>
        <p:spPr>
          <a:xfrm>
            <a:off x="4178300" y="3157141"/>
            <a:ext cx="1438586" cy="1346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85560D7-21F9-4178-A251-12BEACBA8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5266401"/>
            <a:ext cx="3071812" cy="43669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8FCD59-3D0D-45D6-909F-2A9EEB81A70B}"/>
              </a:ext>
            </a:extLst>
          </p:cNvPr>
          <p:cNvSpPr/>
          <p:nvPr/>
        </p:nvSpPr>
        <p:spPr>
          <a:xfrm>
            <a:off x="4660900" y="8940799"/>
            <a:ext cx="800100" cy="3413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6718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5" y="1271591"/>
            <a:ext cx="6121468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Isometric View</a:t>
            </a:r>
            <a:r>
              <a:rPr lang="ko-KR" altLang="en-US" dirty="0">
                <a:latin typeface="+mn-ea"/>
              </a:rPr>
              <a:t>를 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분해도 위치를 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적당한 면을 클릭한다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0FEA2A-6F3F-454A-9B65-1DA89CE8B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45" y="3453474"/>
            <a:ext cx="2572109" cy="10955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620136-BA75-4B41-9782-AA0E69E5115C}"/>
              </a:ext>
            </a:extLst>
          </p:cNvPr>
          <p:cNvSpPr/>
          <p:nvPr/>
        </p:nvSpPr>
        <p:spPr>
          <a:xfrm>
            <a:off x="2417607" y="4128238"/>
            <a:ext cx="389093" cy="382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5ECFFF-CAFA-4A69-A118-4BFF3D83F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80" y="5053271"/>
            <a:ext cx="1943371" cy="23339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6E0CF98-D3E5-4935-88FD-4D7166ED1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159" y="6949133"/>
            <a:ext cx="2867425" cy="2400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63F98E16-75C2-4DCB-A772-F993E36E5174}"/>
              </a:ext>
            </a:extLst>
          </p:cNvPr>
          <p:cNvSpPr/>
          <p:nvPr/>
        </p:nvSpPr>
        <p:spPr>
          <a:xfrm>
            <a:off x="2034565" y="6461453"/>
            <a:ext cx="1065067" cy="487680"/>
          </a:xfrm>
          <a:prstGeom prst="wedgeRoundRectCallout">
            <a:avLst>
              <a:gd name="adj1" fmla="val -33598"/>
              <a:gd name="adj2" fmla="val 8491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21" name="말풍선: 모서리가 둥근 사각형 20">
            <a:extLst>
              <a:ext uri="{FF2B5EF4-FFF2-40B4-BE49-F238E27FC236}">
                <a16:creationId xmlns:a16="http://schemas.microsoft.com/office/drawing/2014/main" id="{0EF8540D-EE5D-4BF0-98E7-44D2C91C7595}"/>
              </a:ext>
            </a:extLst>
          </p:cNvPr>
          <p:cNvSpPr/>
          <p:nvPr/>
        </p:nvSpPr>
        <p:spPr>
          <a:xfrm>
            <a:off x="4846871" y="6950628"/>
            <a:ext cx="1065067" cy="487680"/>
          </a:xfrm>
          <a:prstGeom prst="wedgeRoundRectCallout">
            <a:avLst>
              <a:gd name="adj1" fmla="val -33598"/>
              <a:gd name="adj2" fmla="val 8491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클릭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BC26670B-41E5-4190-AB62-CB7585A0495E}"/>
              </a:ext>
            </a:extLst>
          </p:cNvPr>
          <p:cNvSpPr/>
          <p:nvPr/>
        </p:nvSpPr>
        <p:spPr>
          <a:xfrm>
            <a:off x="1571450" y="4646079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57B912ED-2CD6-4F44-ABAC-649894FFB0B1}"/>
              </a:ext>
            </a:extLst>
          </p:cNvPr>
          <p:cNvSpPr/>
          <p:nvPr/>
        </p:nvSpPr>
        <p:spPr>
          <a:xfrm rot="18900000">
            <a:off x="2767414" y="7358070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228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적절한 화면으로 움직여가며 </a:t>
            </a:r>
            <a:r>
              <a:rPr lang="en-US" altLang="ko-KR" dirty="0">
                <a:latin typeface="+mn-ea"/>
              </a:rPr>
              <a:t>Isometric View</a:t>
            </a:r>
            <a:r>
              <a:rPr lang="ko-KR" altLang="en-US" dirty="0">
                <a:latin typeface="+mn-ea"/>
              </a:rPr>
              <a:t>를 생성한다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Isometric View </a:t>
            </a:r>
            <a:r>
              <a:rPr lang="ko-KR" altLang="en-US" dirty="0">
                <a:latin typeface="+mn-ea"/>
              </a:rPr>
              <a:t>가 완료되면 빈화면을 클릭하여 확정한다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B995FF-32AA-406F-9892-85CB50816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61" y="2947707"/>
            <a:ext cx="3886742" cy="40105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5C1DCDF-77D2-49BC-B742-1DF6519A8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510" y="5434990"/>
            <a:ext cx="3298002" cy="36764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8FCD59-3D0D-45D6-909F-2A9EEB81A70B}"/>
              </a:ext>
            </a:extLst>
          </p:cNvPr>
          <p:cNvSpPr/>
          <p:nvPr/>
        </p:nvSpPr>
        <p:spPr>
          <a:xfrm>
            <a:off x="4426361" y="8463754"/>
            <a:ext cx="800100" cy="3413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6541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전체 선택 후 문자크기를 </a:t>
            </a:r>
            <a:r>
              <a:rPr lang="en-US" altLang="ko-KR" dirty="0">
                <a:latin typeface="+mn-ea"/>
              </a:rPr>
              <a:t>7</a:t>
            </a:r>
            <a:r>
              <a:rPr lang="ko-KR" altLang="en-US" dirty="0" err="1">
                <a:latin typeface="+mn-ea"/>
              </a:rPr>
              <a:t>로수정한다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3EA688-F273-46CC-81F5-C9BD9F6AC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23" y="2622477"/>
            <a:ext cx="5115639" cy="3781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C82871-E6A7-4210-9653-663491FB7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887" y="5832218"/>
            <a:ext cx="5106113" cy="36771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3D109948-C32B-4228-8988-A30CDD3ACF25}"/>
              </a:ext>
            </a:extLst>
          </p:cNvPr>
          <p:cNvSpPr/>
          <p:nvPr/>
        </p:nvSpPr>
        <p:spPr>
          <a:xfrm>
            <a:off x="3392076" y="5584021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1499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색상을 넣기 위해 </a:t>
            </a:r>
            <a:r>
              <a:rPr lang="en-US" altLang="ko-KR" dirty="0" err="1">
                <a:latin typeface="+mn-ea"/>
              </a:rPr>
              <a:t>Proerties</a:t>
            </a:r>
            <a:r>
              <a:rPr lang="ko-KR" altLang="en-US" dirty="0">
                <a:latin typeface="+mn-ea"/>
              </a:rPr>
              <a:t>로 들어간다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08BF86-04B3-4F5A-80D5-BB97BDFD8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06" y="2823348"/>
            <a:ext cx="3343742" cy="58110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0316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그림과 같이 옵션을 변경한다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85392F5-FCB5-4847-A152-ACDCC6FE2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89" y="2622477"/>
            <a:ext cx="5020376" cy="5563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CA3D48DE-44BA-40AE-BE35-2D6A5C7AD427}"/>
              </a:ext>
            </a:extLst>
          </p:cNvPr>
          <p:cNvSpPr/>
          <p:nvPr/>
        </p:nvSpPr>
        <p:spPr>
          <a:xfrm>
            <a:off x="3429000" y="3045153"/>
            <a:ext cx="1065067" cy="487680"/>
          </a:xfrm>
          <a:prstGeom prst="wedgeRoundRectCallout">
            <a:avLst>
              <a:gd name="adj1" fmla="val -33598"/>
              <a:gd name="adj2" fmla="val 8491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확인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578AC5CF-CC1F-4BB5-A204-59385465C74C}"/>
              </a:ext>
            </a:extLst>
          </p:cNvPr>
          <p:cNvSpPr/>
          <p:nvPr/>
        </p:nvSpPr>
        <p:spPr>
          <a:xfrm>
            <a:off x="3429000" y="7147253"/>
            <a:ext cx="1065067" cy="487680"/>
          </a:xfrm>
          <a:prstGeom prst="wedgeRoundRectCallout">
            <a:avLst>
              <a:gd name="adj1" fmla="val -33598"/>
              <a:gd name="adj2" fmla="val 8491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373505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Raster</a:t>
            </a:r>
            <a:r>
              <a:rPr lang="ko-KR" altLang="en-US" dirty="0">
                <a:latin typeface="+mn-ea"/>
              </a:rPr>
              <a:t> 적용 후 옵션 버튼을 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Mode</a:t>
            </a:r>
            <a:r>
              <a:rPr lang="ko-KR" altLang="en-US" dirty="0">
                <a:latin typeface="+mn-ea"/>
              </a:rPr>
              <a:t>를 </a:t>
            </a:r>
            <a:r>
              <a:rPr lang="en-US" altLang="ko-KR" dirty="0">
                <a:latin typeface="+mn-ea"/>
              </a:rPr>
              <a:t>Shading with edges</a:t>
            </a:r>
            <a:r>
              <a:rPr lang="ko-KR" altLang="en-US" dirty="0">
                <a:latin typeface="+mn-ea"/>
              </a:rPr>
              <a:t>로 변경한다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4558A5D-CE55-4F88-9623-B9896064A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52" y="2964452"/>
            <a:ext cx="3448531" cy="847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BC9D998-7112-4BB7-8B84-0D5779061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81" y="4112609"/>
            <a:ext cx="5553850" cy="20100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1BFB09-774F-4BF9-B08F-5FC33E012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801" y="6429870"/>
            <a:ext cx="2333951" cy="32580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E4D9132A-3D02-4D22-98BD-27D48E505DC3}"/>
              </a:ext>
            </a:extLst>
          </p:cNvPr>
          <p:cNvSpPr/>
          <p:nvPr/>
        </p:nvSpPr>
        <p:spPr>
          <a:xfrm>
            <a:off x="2247717" y="3793554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D5E23718-2978-4986-A2DD-0EC6E5CBE385}"/>
              </a:ext>
            </a:extLst>
          </p:cNvPr>
          <p:cNvSpPr/>
          <p:nvPr/>
        </p:nvSpPr>
        <p:spPr>
          <a:xfrm>
            <a:off x="2998440" y="604881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8234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분해도도 색깔 적용 후 </a:t>
            </a:r>
            <a:r>
              <a:rPr lang="en-US" altLang="ko-KR" dirty="0">
                <a:latin typeface="+mn-ea"/>
              </a:rPr>
              <a:t>Sheet1</a:t>
            </a:r>
            <a:r>
              <a:rPr lang="ko-KR" altLang="en-US" dirty="0">
                <a:latin typeface="+mn-ea"/>
              </a:rPr>
              <a:t>을 마무리한다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만약 수정이 필요하면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 수정 후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en-US" altLang="ko-KR" dirty="0" err="1">
                <a:latin typeface="+mn-ea"/>
              </a:rPr>
              <a:t>Updata</a:t>
            </a:r>
            <a:r>
              <a:rPr lang="en-US" altLang="ko-KR" dirty="0">
                <a:latin typeface="+mn-ea"/>
              </a:rPr>
              <a:t> current sheet </a:t>
            </a:r>
            <a:r>
              <a:rPr lang="ko-KR" altLang="en-US" dirty="0">
                <a:latin typeface="+mn-ea"/>
              </a:rPr>
              <a:t>아이콘을 클릭하여 반영한다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52003E3-9E09-4750-BD43-F1BB0FF3B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96" y="3558892"/>
            <a:ext cx="5611008" cy="4058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11251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225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각각의 </a:t>
            </a:r>
            <a:r>
              <a:rPr lang="en-US" altLang="ko-KR" dirty="0">
                <a:latin typeface="+mn-ea"/>
              </a:rPr>
              <a:t>Part</a:t>
            </a:r>
            <a:r>
              <a:rPr lang="ko-KR" altLang="en-US" dirty="0">
                <a:latin typeface="+mn-ea"/>
              </a:rPr>
              <a:t> 도면만 생성하기 위해서 </a:t>
            </a:r>
            <a:r>
              <a:rPr lang="en-US" altLang="ko-KR" dirty="0">
                <a:latin typeface="+mn-ea"/>
              </a:rPr>
              <a:t>Front View</a:t>
            </a:r>
            <a:r>
              <a:rPr lang="ko-KR" altLang="en-US" dirty="0">
                <a:latin typeface="+mn-ea"/>
              </a:rPr>
              <a:t>를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생성할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를 클릭한다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선택된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의 면을 클릭하여 정면도를 생성한다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4A4966-3D81-4BF5-8C39-B2745A78C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67" y="3868972"/>
            <a:ext cx="2086266" cy="743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8606C3B-28D5-44B0-B6FB-67BE4576B1FF}"/>
              </a:ext>
            </a:extLst>
          </p:cNvPr>
          <p:cNvSpPr/>
          <p:nvPr/>
        </p:nvSpPr>
        <p:spPr>
          <a:xfrm>
            <a:off x="818801" y="4240499"/>
            <a:ext cx="438499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EE3D16-B922-4889-A818-BC95B60437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8015"/>
          <a:stretch/>
        </p:blipFill>
        <p:spPr>
          <a:xfrm>
            <a:off x="722167" y="5593805"/>
            <a:ext cx="1995819" cy="32770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D365354-E44C-4A7A-B411-01A48D8717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497" r="22482"/>
          <a:stretch/>
        </p:blipFill>
        <p:spPr>
          <a:xfrm>
            <a:off x="3643311" y="5593805"/>
            <a:ext cx="2235200" cy="32770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E4EAAEA9-9778-401D-8D96-12985A7E7D34}"/>
              </a:ext>
            </a:extLst>
          </p:cNvPr>
          <p:cNvSpPr/>
          <p:nvPr/>
        </p:nvSpPr>
        <p:spPr>
          <a:xfrm rot="16200000">
            <a:off x="2807963" y="6984136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890F17-60F6-4A31-9EE0-F26F7218A3B2}"/>
              </a:ext>
            </a:extLst>
          </p:cNvPr>
          <p:cNvSpPr/>
          <p:nvPr/>
        </p:nvSpPr>
        <p:spPr>
          <a:xfrm>
            <a:off x="954089" y="6197276"/>
            <a:ext cx="1547811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EA0E887B-7BFF-46F1-A6CF-5B0262719B4E}"/>
              </a:ext>
            </a:extLst>
          </p:cNvPr>
          <p:cNvSpPr/>
          <p:nvPr/>
        </p:nvSpPr>
        <p:spPr>
          <a:xfrm>
            <a:off x="4559300" y="6744652"/>
            <a:ext cx="1065067" cy="487680"/>
          </a:xfrm>
          <a:prstGeom prst="wedgeRoundRectCallout">
            <a:avLst>
              <a:gd name="adj1" fmla="val -33598"/>
              <a:gd name="adj2" fmla="val 84914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클릭</a:t>
            </a:r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87EA1B63-9ECD-4DA1-90EC-B9A5C5F01786}"/>
              </a:ext>
            </a:extLst>
          </p:cNvPr>
          <p:cNvSpPr/>
          <p:nvPr/>
        </p:nvSpPr>
        <p:spPr>
          <a:xfrm>
            <a:off x="1347235" y="4904868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7407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방향을 돌려가며 정면도를 생성한다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606C3B-28D5-44B0-B6FB-67BE4576B1FF}"/>
              </a:ext>
            </a:extLst>
          </p:cNvPr>
          <p:cNvSpPr/>
          <p:nvPr/>
        </p:nvSpPr>
        <p:spPr>
          <a:xfrm>
            <a:off x="768001" y="3287999"/>
            <a:ext cx="438499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7400F99-6F19-42F3-A9EC-6EFC42679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63" y="2769875"/>
            <a:ext cx="2395718" cy="1779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AFAF34-545C-4DB1-B71E-F2CA2F19D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63" y="4745176"/>
            <a:ext cx="3696035" cy="37840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7B3047EC-7C57-45D8-94A4-56A855080047}"/>
              </a:ext>
            </a:extLst>
          </p:cNvPr>
          <p:cNvSpPr/>
          <p:nvPr/>
        </p:nvSpPr>
        <p:spPr>
          <a:xfrm>
            <a:off x="1296435" y="4398980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2166A53-AF28-4207-BC7A-7827CE3C5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069" y="5179665"/>
            <a:ext cx="1714739" cy="29150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34568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en-US" altLang="ko-KR" dirty="0" err="1">
                <a:latin typeface="+mn-ea"/>
              </a:rPr>
              <a:t>Dimansion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아이콘을 클릭하여 그림과 같이 치수를 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입력한다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ED0441-14BE-46FC-A304-BDECE028B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272" y="3037976"/>
            <a:ext cx="1467055" cy="752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1BFFB8-45B9-43A4-9969-976F0FC74444}"/>
              </a:ext>
            </a:extLst>
          </p:cNvPr>
          <p:cNvSpPr/>
          <p:nvPr/>
        </p:nvSpPr>
        <p:spPr>
          <a:xfrm>
            <a:off x="2517250" y="3414266"/>
            <a:ext cx="438499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192F75-1292-4610-895B-45E70DD3E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906" y="4315787"/>
            <a:ext cx="2981741" cy="44583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5094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단면 형성 전 측면도 형상을 생성한다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측면도 화면을 활성화시킨다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96C6AB-6F14-4505-B299-FBFF7BD86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1" y="3069736"/>
            <a:ext cx="2705478" cy="10383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1BFFB8-45B9-43A4-9969-976F0FC74444}"/>
              </a:ext>
            </a:extLst>
          </p:cNvPr>
          <p:cNvSpPr/>
          <p:nvPr/>
        </p:nvSpPr>
        <p:spPr>
          <a:xfrm>
            <a:off x="1875470" y="3736579"/>
            <a:ext cx="438499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EAC0B7-A1EF-4CEB-B22C-E06545A9F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58" y="4482463"/>
            <a:ext cx="3553321" cy="33151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D8D3C04D-AE39-4AB1-B1F3-BD61CC822FA0}"/>
              </a:ext>
            </a:extLst>
          </p:cNvPr>
          <p:cNvSpPr/>
          <p:nvPr/>
        </p:nvSpPr>
        <p:spPr>
          <a:xfrm>
            <a:off x="1432186" y="4187898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655301-8D81-46DF-9BF7-D8212B1A6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6086" y="6140044"/>
            <a:ext cx="3410426" cy="28578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D8DECE4C-CF52-43AE-901D-29065F157470}"/>
              </a:ext>
            </a:extLst>
          </p:cNvPr>
          <p:cNvSpPr/>
          <p:nvPr/>
        </p:nvSpPr>
        <p:spPr>
          <a:xfrm rot="19800000">
            <a:off x="3056159" y="5919303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0018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423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Offset section cut</a:t>
            </a:r>
            <a:r>
              <a:rPr lang="ko-KR" altLang="en-US" dirty="0">
                <a:latin typeface="+mn-ea"/>
              </a:rPr>
              <a:t>을 활성화 시켜 자르고 싶은 위치를 선정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141713A-119D-4C22-B5BF-1D52B8353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4" y="3047154"/>
            <a:ext cx="2076740" cy="10669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CDCEBE-A168-4CEA-A747-D591C9CC5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313" y="5355897"/>
            <a:ext cx="1362265" cy="352474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75DC77D-4CC6-4F1E-AAFD-605B885BC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4400" y="4562126"/>
            <a:ext cx="3312112" cy="4318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51E1959-FC26-4DB8-B85D-FE2F1BF76D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24" y="4758086"/>
            <a:ext cx="1371791" cy="32389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A93940D5-5595-4CC7-B310-E1100FFB5585}"/>
              </a:ext>
            </a:extLst>
          </p:cNvPr>
          <p:cNvSpPr/>
          <p:nvPr/>
        </p:nvSpPr>
        <p:spPr>
          <a:xfrm>
            <a:off x="1432186" y="4187898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46657BE1-3586-42AF-8E77-94204915C34D}"/>
              </a:ext>
            </a:extLst>
          </p:cNvPr>
          <p:cNvSpPr/>
          <p:nvPr/>
        </p:nvSpPr>
        <p:spPr>
          <a:xfrm rot="16200000">
            <a:off x="2220332" y="5896695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8AA69B-8AA2-4714-AE76-4021B6DA3F16}"/>
              </a:ext>
            </a:extLst>
          </p:cNvPr>
          <p:cNvSpPr/>
          <p:nvPr/>
        </p:nvSpPr>
        <p:spPr>
          <a:xfrm>
            <a:off x="1958617" y="3725215"/>
            <a:ext cx="438499" cy="37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7511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83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단면의 위치를 확인하고 빈 화면을 눌러 생성한다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불필요한 이미지는 삭제한다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사선을 </a:t>
            </a:r>
            <a:r>
              <a:rPr lang="ko-KR" altLang="en-US" dirty="0" err="1">
                <a:latin typeface="+mn-ea"/>
              </a:rPr>
              <a:t>더블클릭하여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pitch</a:t>
            </a:r>
            <a:r>
              <a:rPr lang="ko-KR" altLang="en-US" dirty="0">
                <a:latin typeface="+mn-ea"/>
              </a:rPr>
              <a:t>를 </a:t>
            </a:r>
            <a:r>
              <a:rPr lang="en-US" altLang="ko-KR" dirty="0">
                <a:latin typeface="+mn-ea"/>
              </a:rPr>
              <a:t>3mm</a:t>
            </a:r>
            <a:r>
              <a:rPr lang="ko-KR" altLang="en-US" dirty="0">
                <a:latin typeface="+mn-ea"/>
              </a:rPr>
              <a:t>로 변경한다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6369D67-F797-45E5-B284-1D4B15EE1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27" y="3521519"/>
            <a:ext cx="2267266" cy="23434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8E0EBDF-F993-4F12-AC5E-E68C6049D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481" y="5338397"/>
            <a:ext cx="1419423" cy="1352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204527B-357A-4C63-974B-59D453091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033" y="6384241"/>
            <a:ext cx="3972479" cy="31436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EF770427-7A4E-42B4-8748-0687ABA3F27E}"/>
              </a:ext>
            </a:extLst>
          </p:cNvPr>
          <p:cNvSpPr/>
          <p:nvPr/>
        </p:nvSpPr>
        <p:spPr>
          <a:xfrm rot="19800000">
            <a:off x="2110418" y="4846426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20375B91-8C23-4CA2-ACF9-86B36E7ECA7C}"/>
              </a:ext>
            </a:extLst>
          </p:cNvPr>
          <p:cNvSpPr/>
          <p:nvPr/>
        </p:nvSpPr>
        <p:spPr>
          <a:xfrm>
            <a:off x="3728111" y="6136044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D8F917-85B5-4723-BED5-0CC0278EE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1590" y="3585216"/>
            <a:ext cx="1987619" cy="22160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B36371C2-8490-4E14-9C25-516898EFF81F}"/>
              </a:ext>
            </a:extLst>
          </p:cNvPr>
          <p:cNvSpPr/>
          <p:nvPr/>
        </p:nvSpPr>
        <p:spPr>
          <a:xfrm rot="16200000">
            <a:off x="3594059" y="5006387"/>
            <a:ext cx="745681" cy="496393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0911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308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Front View</a:t>
            </a:r>
            <a:r>
              <a:rPr lang="ko-KR" altLang="en-US" dirty="0">
                <a:latin typeface="+mn-ea"/>
              </a:rPr>
              <a:t>의 설정창에서 </a:t>
            </a:r>
            <a:r>
              <a:rPr lang="en-US" altLang="ko-KR" dirty="0">
                <a:latin typeface="+mn-ea"/>
              </a:rPr>
              <a:t>Hidden Lines</a:t>
            </a:r>
            <a:r>
              <a:rPr lang="ko-KR" altLang="en-US" dirty="0">
                <a:latin typeface="+mn-ea"/>
              </a:rPr>
              <a:t>를 선택한 후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숨겨진 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축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나사산을 표시한다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Hidden Lines : </a:t>
            </a:r>
            <a:r>
              <a:rPr lang="ko-KR" altLang="en-US" dirty="0">
                <a:latin typeface="+mn-ea"/>
              </a:rPr>
              <a:t>숨겨진 선을 표시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Center Line : </a:t>
            </a:r>
            <a:r>
              <a:rPr lang="ko-KR" altLang="en-US" dirty="0">
                <a:latin typeface="+mn-ea"/>
              </a:rPr>
              <a:t>중심선을 표시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Axis : </a:t>
            </a:r>
            <a:r>
              <a:rPr lang="ko-KR" altLang="en-US" dirty="0">
                <a:latin typeface="+mn-ea"/>
              </a:rPr>
              <a:t>축을 표시</a:t>
            </a:r>
            <a:endParaRPr lang="en-US" altLang="ko-KR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Thread : </a:t>
            </a:r>
            <a:r>
              <a:rPr lang="ko-KR" altLang="en-US" dirty="0">
                <a:latin typeface="+mn-ea"/>
              </a:rPr>
              <a:t>나사산을 표시</a:t>
            </a:r>
            <a:endParaRPr lang="en-US" altLang="ko-KR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7BF7DB-9552-4F60-ABD1-50648CD62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" y="4574676"/>
            <a:ext cx="4544059" cy="1991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05D564B-AC0B-4BAB-BD8A-D2706D218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241" y="6176740"/>
            <a:ext cx="3143689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BD78BE-67E6-4137-88EA-E53F6EBEC301}"/>
              </a:ext>
            </a:extLst>
          </p:cNvPr>
          <p:cNvSpPr/>
          <p:nvPr/>
        </p:nvSpPr>
        <p:spPr>
          <a:xfrm>
            <a:off x="905788" y="4888493"/>
            <a:ext cx="3082012" cy="521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6548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Text</a:t>
            </a:r>
            <a:r>
              <a:rPr lang="ko-KR" altLang="en-US" dirty="0">
                <a:latin typeface="+mn-ea"/>
              </a:rPr>
              <a:t> 아이콘을 클릭하여 기타 필요한 정보를 기록한다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4ED2A4-A085-4A09-978D-D1AD4F309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36" y="2622477"/>
            <a:ext cx="1095528" cy="695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0FA18E1-E231-4C0B-A177-6970DF60C11A}"/>
              </a:ext>
            </a:extLst>
          </p:cNvPr>
          <p:cNvSpPr/>
          <p:nvPr/>
        </p:nvSpPr>
        <p:spPr>
          <a:xfrm>
            <a:off x="620636" y="2970188"/>
            <a:ext cx="458864" cy="3477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4D62A3-BF83-43C4-B5AA-D0F0BA113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4" y="3660496"/>
            <a:ext cx="3439005" cy="10288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22616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나머지 </a:t>
            </a:r>
            <a:r>
              <a:rPr lang="en-US" altLang="ko-KR" dirty="0">
                <a:latin typeface="+mn-ea"/>
              </a:rPr>
              <a:t>Component</a:t>
            </a:r>
            <a:r>
              <a:rPr lang="ko-KR" altLang="en-US" dirty="0">
                <a:latin typeface="+mn-ea"/>
              </a:rPr>
              <a:t>들도 그림과 같이 도면을 생성한다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F98F44-6C73-4777-8C46-955351F1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33" y="2914365"/>
            <a:ext cx="5620534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585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E2DF3-77FF-4929-AD25-40B6C4BF03B8}"/>
              </a:ext>
            </a:extLst>
          </p:cNvPr>
          <p:cNvSpPr txBox="1"/>
          <p:nvPr/>
        </p:nvSpPr>
        <p:spPr>
          <a:xfrm>
            <a:off x="428624" y="1271591"/>
            <a:ext cx="6429375" cy="100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1. Drafting </a:t>
            </a:r>
            <a:r>
              <a:rPr lang="ko-KR" altLang="en-US" sz="2400" b="1" dirty="0">
                <a:latin typeface="+mn-ea"/>
              </a:rPr>
              <a:t>생성</a:t>
            </a:r>
            <a:endParaRPr lang="en-US" altLang="ko-KR" sz="2400" b="1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완성도면</a:t>
            </a:r>
            <a:endParaRPr lang="en-US" altLang="ko-KR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9E9AAB-BE6E-4AF7-9634-E1F9E63D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9" y="2338881"/>
            <a:ext cx="5311775" cy="75021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7739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98238-20C7-4F7C-8A86-37DFF86F3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855876"/>
            <a:ext cx="5829300" cy="1793522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기타 </a:t>
            </a:r>
            <a:r>
              <a:rPr lang="en-US" altLang="ko-KR" b="1" dirty="0">
                <a:latin typeface="+mj-ea"/>
              </a:rPr>
              <a:t>Drafting </a:t>
            </a:r>
            <a:r>
              <a:rPr lang="ko-KR" altLang="en-US" b="1" dirty="0">
                <a:latin typeface="+mj-ea"/>
              </a:rPr>
              <a:t>기능</a:t>
            </a:r>
          </a:p>
        </p:txBody>
      </p:sp>
      <p:pic>
        <p:nvPicPr>
          <p:cNvPr id="4" name="그림 1">
            <a:extLst>
              <a:ext uri="{FF2B5EF4-FFF2-40B4-BE49-F238E27FC236}">
                <a16:creationId xmlns:a16="http://schemas.microsoft.com/office/drawing/2014/main" id="{2D4EFEFB-8BB9-4840-A653-37DD7E6B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9" y="4"/>
            <a:ext cx="1089025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97928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9BFA93-FB0E-41D0-8DD5-B57936EF3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333" y="2507709"/>
            <a:ext cx="4357334" cy="61661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41743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8BD43-30EB-4F25-A155-B8F4653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12, 13</a:t>
            </a:r>
            <a:r>
              <a:rPr lang="ko-KR" altLang="en-US" dirty="0">
                <a:latin typeface="+mn-ea"/>
                <a:ea typeface="+mn-ea"/>
              </a:rPr>
              <a:t>주차 </a:t>
            </a:r>
            <a:r>
              <a:rPr lang="en-US" altLang="ko-KR" dirty="0">
                <a:latin typeface="+mn-ea"/>
                <a:ea typeface="+mn-ea"/>
              </a:rPr>
              <a:t>: Drafting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0941B9-F744-470B-95E7-148B99DE3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98" y="2635248"/>
            <a:ext cx="4533284" cy="6415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6189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40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3553</TotalTime>
  <Words>1869</Words>
  <Application>Microsoft Office PowerPoint</Application>
  <PresentationFormat>A4 용지(210x297mm)</PresentationFormat>
  <Paragraphs>437</Paragraphs>
  <Slides>66</Slides>
  <Notes>60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1" baseType="lpstr">
      <vt:lpstr>맑은 고딕</vt:lpstr>
      <vt:lpstr>Arial</vt:lpstr>
      <vt:lpstr>Calibri</vt:lpstr>
      <vt:lpstr>Calibri Light</vt:lpstr>
      <vt:lpstr>Office 테마</vt:lpstr>
      <vt:lpstr>CATIA 설계 실습</vt:lpstr>
      <vt:lpstr>강의 및 실습 계획</vt:lpstr>
      <vt:lpstr>강의 및 실습 계획</vt:lpstr>
      <vt:lpstr>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12, 13주차 : Assembly Design</vt:lpstr>
      <vt:lpstr>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12, 13주차 : Drafting</vt:lpstr>
      <vt:lpstr>기타 Drafting 기능</vt:lpstr>
      <vt:lpstr>12, 13주차 : Drafting</vt:lpstr>
      <vt:lpstr>12, 13주차 : Drafting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컴퓨터 이용 설계 실습</dc:title>
  <dc:creator>송 하권</dc:creator>
  <cp:lastModifiedBy>송 하권</cp:lastModifiedBy>
  <cp:revision>109</cp:revision>
  <dcterms:created xsi:type="dcterms:W3CDTF">2021-03-09T07:05:36Z</dcterms:created>
  <dcterms:modified xsi:type="dcterms:W3CDTF">2021-05-27T03:25:55Z</dcterms:modified>
</cp:coreProperties>
</file>